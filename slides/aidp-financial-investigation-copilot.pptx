
<file path=[Content_Types].xml><?xml version="1.0" encoding="utf-8"?>
<Types xmlns="http://schemas.openxmlformats.org/package/2006/content-types">
  <Default Extension="xml" ContentType="application/vnd.openxmlformats-package.core-properties+xml"/>
  <Default Extension="emf" ContentType="image/x-emf"/>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f5c9d72db143bc" /><Relationship Type="http://schemas.openxmlformats.org/officeDocument/2006/relationships/extended-properties" Target="/docProps/app.xml" Id="Rc20d5647359b47b0" /><Relationship Type="http://schemas.openxmlformats.org/officeDocument/2006/relationships/officeDocument" Target="/ppt/presentation.xml" Id="Rda63f26239e24f86" /></Relationships>
</file>

<file path=ppt/presentation.xml><?xml version="1.0" encoding="utf-8"?>
<p:presentation xmlns:p="http://schemas.openxmlformats.org/presentationml/2006/main">
  <p:sldMasterIdLst>
    <p:sldMasterId xmlns:r="http://schemas.openxmlformats.org/officeDocument/2006/relationships" id="2147483648" r:id="R99ad683457df4427"/>
  </p:sldMasterIdLst>
  <p:notesMasterIdLst>
    <p:notesMasterId xmlns:r="http://schemas.openxmlformats.org/officeDocument/2006/relationships" r:id="R11caae4341224f24"/>
  </p:notesMasterIdLst>
  <p:sldIdLst>
    <p:sldId xmlns:r="http://schemas.openxmlformats.org/officeDocument/2006/relationships" id="256" r:id="R63905472e55d4bb2"/>
    <p:sldId xmlns:r="http://schemas.openxmlformats.org/officeDocument/2006/relationships" id="257" r:id="R91ce313ce21d4576"/>
    <p:sldId xmlns:r="http://schemas.openxmlformats.org/officeDocument/2006/relationships" id="258" r:id="R31a65bdc3cad4171"/>
    <p:sldId xmlns:r="http://schemas.openxmlformats.org/officeDocument/2006/relationships" id="259" r:id="R16ed67c53c9c40e0"/>
    <p:sldId xmlns:r="http://schemas.openxmlformats.org/officeDocument/2006/relationships" id="260" r:id="R2d18948e27cd4587"/>
    <p:sldId xmlns:r="http://schemas.openxmlformats.org/officeDocument/2006/relationships" id="261" r:id="Rcac5bf45331341b9"/>
    <p:sldId xmlns:r="http://schemas.openxmlformats.org/officeDocument/2006/relationships" id="262" r:id="R01e155ac6c014e9c"/>
    <p:sldId xmlns:r="http://schemas.openxmlformats.org/officeDocument/2006/relationships" id="263" r:id="Rd14653b3916b4383"/>
    <p:sldId xmlns:r="http://schemas.openxmlformats.org/officeDocument/2006/relationships" id="264" r:id="R610c04ec05d14d0b"/>
    <p:sldId xmlns:r="http://schemas.openxmlformats.org/officeDocument/2006/relationships" id="265" r:id="R116147e04a8243e7"/>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authors.xml><?xml version="1.0" encoding="utf-8"?>
<p188:authorLst xmlns:p188="http://schemas.microsoft.com/office/powerpoint/2018/8/main">
  <p188:author id="{1F247655-47CC-FB63-C5C7-523D008CD984}" name="Kristen Barcheski" initials="KB" userId="S::kristen.barcheski@oracle.com::59c6070f-981d-4064-b395-2d3768254975" providerId="AD"/>
  <p188:author id="{15BBF38A-F7BC-7B2E-0D61-21D1F83CE523}" name="Michelle Howell" initials="MH" userId="Michelle Howell" providerId="None"/>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p="http://schemas.openxmlformats.org/presentationml/2006/main">
  <p:slideViewPr>
    <p:cSldViewPr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5f5401883edf4881" /><Relationship Type="http://schemas.openxmlformats.org/officeDocument/2006/relationships/slideMaster" Target="/ppt/slideMasters/slideMaster1.xml" Id="R99ad683457df4427" /><Relationship Type="http://schemas.openxmlformats.org/officeDocument/2006/relationships/notesMaster" Target="/ppt/notesMasters/notesMaster1.xml" Id="R11caae4341224f24" /><Relationship Type="http://schemas.openxmlformats.org/officeDocument/2006/relationships/presProps" Target="/ppt/presProps.xml" Id="Ra8b1318aca4145c4" /><Relationship Type="http://schemas.openxmlformats.org/officeDocument/2006/relationships/viewProps" Target="/ppt/viewProps.xml" Id="R248db288584a498b" /><Relationship Type="http://schemas.openxmlformats.org/officeDocument/2006/relationships/tableStyles" Target="/ppt/tableStyles.xml" Id="R33e68b40a0584f1d" /><Relationship Type="http://schemas.microsoft.com/office/2018/10/relationships/authors" Target="/ppt/authors.xml" Id="Re6696d68b07b496c" /><Relationship Type="http://schemas.openxmlformats.org/officeDocument/2006/relationships/slide" Target="/ppt/slides/slide1.xml" Id="R63905472e55d4bb2" /><Relationship Type="http://schemas.openxmlformats.org/officeDocument/2006/relationships/slide" Target="/ppt/slides/slide2.xml" Id="R91ce313ce21d4576" /><Relationship Type="http://schemas.openxmlformats.org/officeDocument/2006/relationships/slide" Target="/ppt/slides/slide3.xml" Id="R31a65bdc3cad4171" /><Relationship Type="http://schemas.openxmlformats.org/officeDocument/2006/relationships/slide" Target="/ppt/slides/slide4.xml" Id="R16ed67c53c9c40e0" /><Relationship Type="http://schemas.openxmlformats.org/officeDocument/2006/relationships/slide" Target="/ppt/slides/slide5.xml" Id="R2d18948e27cd4587" /><Relationship Type="http://schemas.openxmlformats.org/officeDocument/2006/relationships/slide" Target="/ppt/slides/slide6.xml" Id="Rcac5bf45331341b9" /><Relationship Type="http://schemas.openxmlformats.org/officeDocument/2006/relationships/slide" Target="/ppt/slides/slide7.xml" Id="R01e155ac6c014e9c" /><Relationship Type="http://schemas.openxmlformats.org/officeDocument/2006/relationships/slide" Target="/ppt/slides/slide8.xml" Id="Rd14653b3916b4383" /><Relationship Type="http://schemas.openxmlformats.org/officeDocument/2006/relationships/slide" Target="/ppt/slides/slide9.xml" Id="R610c04ec05d14d0b" /><Relationship Type="http://schemas.openxmlformats.org/officeDocument/2006/relationships/slide" Target="/ppt/slides/slide10.xml" Id="R116147e04a8243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8a09940f4942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racle-FY26-7.9">
  <a:themeElements>
    <a:clrScheme name="Custom 43">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43">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7c2c5e6d6a4e71" /><Relationship Type="http://schemas.openxmlformats.org/officeDocument/2006/relationships/notesMaster" Target="/ppt/notesMasters/notesMaster1.xml" Id="R9d22729c4d544a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ca12306dd0496e" /><Relationship Type="http://schemas.openxmlformats.org/officeDocument/2006/relationships/notesMaster" Target="/ppt/notesMasters/notesMaster1.xml" Id="R77e3072f54004e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2291ef23494ddc" /><Relationship Type="http://schemas.openxmlformats.org/officeDocument/2006/relationships/notesMaster" Target="/ppt/notesMasters/notesMaster1.xml" Id="Rc2bd8bc31efb4cd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840b67efd204d77" /><Relationship Type="http://schemas.openxmlformats.org/officeDocument/2006/relationships/notesMaster" Target="/ppt/notesMasters/notesMaster1.xml" Id="Re7bd12f1b18749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b3c3a50274403f" /><Relationship Type="http://schemas.openxmlformats.org/officeDocument/2006/relationships/notesMaster" Target="/ppt/notesMasters/notesMaster1.xml" Id="Re9bfd69d23bc4f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5ed8116a8546c8" /><Relationship Type="http://schemas.openxmlformats.org/officeDocument/2006/relationships/notesMaster" Target="/ppt/notesMasters/notesMaster1.xml" Id="R288f62acca714c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0cf5917fa34108" /><Relationship Type="http://schemas.openxmlformats.org/officeDocument/2006/relationships/notesMaster" Target="/ppt/notesMasters/notesMaster1.xml" Id="R3d8fb8b6c49d4a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288781451bd4766" /><Relationship Type="http://schemas.openxmlformats.org/officeDocument/2006/relationships/notesMaster" Target="/ppt/notesMasters/notesMaster1.xml" Id="R84f3417934ca43d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2cf2f18605047d3" /><Relationship Type="http://schemas.openxmlformats.org/officeDocument/2006/relationships/notesMaster" Target="/ppt/notesMasters/notesMaster1.xml" Id="R7fbe537e3bfb4d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91c95ce03442dd" /><Relationship Type="http://schemas.openxmlformats.org/officeDocument/2006/relationships/notesMaster" Target="/ppt/notesMasters/notesMaster1.xml" Id="Redc9e56d7e2a41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Abhijit Khuperkar | 18 October 2026. Mixed business and technical audience. Follow one monthly investigation from portfolio context to account evidence and policy. Demonstration dataset; amounts shown in USD, a display assumption without FX conversion. No confirmed-fraud, calibrated-probability or realized-loss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Gartner, 26 Feb 2025: https://www.gartner.com/en/newsroom/press-releases/2025-02-26-lack-of-ai-ready-data-puts-ai-projects-at-risk . McKinsey, 12 Mar 2025: https://www.mckinsey.com/capabilities/quantumblack/our-insights/the-state-of-ai-how-organizations-are-rewiring-to-capture-value . These findings motivate explicit data contracts and workflow design; neither establishes causation or a measured benefit from this project. Do not invert adoption statistics into disconnected-workflow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docs/architecture.md and media/diagrams/architecture.svg. Actual implementation: Spark Delta finance Bronze/Silver/Gold; optional publication to native Oracle AILH tables consumed by OAC. Seven current agent SQL tools query finance.agent_demo_fs materialized Spark snapshots. Eight fictional policy documents feed RAG. Separate ML model predictions are not the agent queue input. Oracle SQL tool source options: https://docs.oracle.com/en/cloud/paas/ai-data-platform/aidug/agent-flow-tools.html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public notebooks preserve the supplied code and markdown, with saved outputs cleared for publication. The separate random forest pipeline demonstrates fitting and evaluation with rule-derived labels: is_fraud = risk_score &gt; 60, where score is randomly generated. Features exclude risk_score. No validated fraud-detection effectiveness follows; representative outcomes and independent model validation are required for a production claim. Source generator is unseeded, so rerun totals differ. Oracle overview: https://docs.oracle.com/en/cloud/paas/ai-data-platform/aidug/overview-oracle-ai-data-platform.html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Initial publication was verified after a wallet change, with schema, count, decimal, JSON and full-row duplicate-aware comparison. Changed-data replacement remains unvalidated after DATA_ACCESS_LAYER_0068. DDL includes CREATE TABLE IF NOT EXISTS; optional index DDL is supplied, not automatically executed by the catalog writer. Source tables remained unclustered when the runtime rejected retrofit ALTER clustering. See notebook appendix and docs/troubleshooting.md. External catalogs: https://docs.oracle.com/en/cloud/paas/ai-data-platform/aidug/external-catalogs.html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data/reference-snapshot.json: 12,699 transactions, 4,436 active accounts; USD31,642,312.97 gross, USD20,071,594.45 net; 4,934 score&gt;60 flags,38.853453027797464% count flag rate; USD12,547,752.55 flagged gross. Six AutoFit canvases: executive snapshot, executive brief, activity/risk trends, investigation queue, exposure breakdown, monthly changes. Whole-portfolio monthly comparisons are independent of account filters. Demonstration dataset; amounts shown in USD. Screening exposure is not confirmed fraud or loss. The screenshot is cropped, never reconstructed.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node configurations and prompts are in agents/. Supervisor xai.grok-4.7; reference executor choices/settings are explicitly recorded there and may vary by tenant. Current Prompt tool argument: evidence_packet, String; it supersedes the earlier setup-notebook evidence_json template. Resolve the reporting period once, preserve snapshot/account scope, retrieve actual bounded evidence rows and applicable FS-POL-001 policy text. A risk_score is not a probability. No external-action tools or implemented approval gate. Guardrail and human-review language do not establish a technical authorization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author reports successful Agent Hub use and seven prompts. Exported trace covers root only. Historical Streamlit checks verified a signed card, minimal invocation and a SQL response. One hybrid follow-up completed transport but failed evidence reconciliation; fresh hosted acceptance is required. Do not show that prior answer as validated. No populated credentials, real endpoints or session histories are included. Run app from apps/copilot to load theme and secrets. Existing working PAF project is untouched.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https://github.com/akhuperkar/aidp-financial-investigation-copilot . User guide covers notebooks, OAC, Agent Builder, deployment and the client. Local mocked tests are distinct from hosted acceptance; the tenant CSV remains NOT_RUN until populated. Next: reconcile a fresh hybrid answer; validate changed-data publication; record the chapter sequence and add the final MP4 via Git LFS. Suggested value measurement: time to assemble a review packet and verification rework. These have not been measured by this project. Video and Medium URLs remain pending publication.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b2b9df2a4345ae" /><Relationship Type="http://schemas.openxmlformats.org/officeDocument/2006/relationships/image" Target="/ppt/media/image.png" Id="R92d8dda93c9f4eba" /><Relationship Type="http://schemas.openxmlformats.org/officeDocument/2006/relationships/image" Target="/ppt/media/image2.png" Id="Rfada71c9e0d44936" /><Relationship Type="http://schemas.openxmlformats.org/officeDocument/2006/relationships/image" Target="/ppt/media/image.svg" Id="R3f4190062bf6428d" /><Relationship Type="http://schemas.openxmlformats.org/officeDocument/2006/relationships/image" Target="/ppt/media/image.emf" Id="Rb80b2005bad14e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729e2fd34534bfb" /><Relationship Type="http://schemas.openxmlformats.org/officeDocument/2006/relationships/image" Target="/ppt/media/image3.png" Id="R2d08dcf993ce4b27" /><Relationship Type="http://schemas.openxmlformats.org/officeDocument/2006/relationships/image" Target="/ppt/media/image4.png" Id="Rb30f733b187e431e" /><Relationship Type="http://schemas.openxmlformats.org/officeDocument/2006/relationships/image" Target="/ppt/media/image2.svg" Id="Rbc7f3349b3c747af" /><Relationship Type="http://schemas.openxmlformats.org/officeDocument/2006/relationships/image" Target="/ppt/media/image.emf" Id="R52e5540c9fc04a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31402ef4a14477" /><Relationship Type="http://schemas.openxmlformats.org/officeDocument/2006/relationships/image" Target="/ppt/media/image5.png" Id="Rbb41e98fae7b4b9a" /><Relationship Type="http://schemas.openxmlformats.org/officeDocument/2006/relationships/image" Target="/ppt/media/image2.png" Id="R4bd604d8929a4e2e" /><Relationship Type="http://schemas.openxmlformats.org/officeDocument/2006/relationships/image" Target="/ppt/media/image.svg" Id="Re8276b37335f4ef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9c974820db4ea9" /><Relationship Type="http://schemas.openxmlformats.org/officeDocument/2006/relationships/image" Target="/ppt/media/image6.png" Id="R0cd66085359b4693" /><Relationship Type="http://schemas.openxmlformats.org/officeDocument/2006/relationships/image" Target="/ppt/media/image4.png" Id="Ree31d33e485b464a" /><Relationship Type="http://schemas.openxmlformats.org/officeDocument/2006/relationships/image" Target="/ppt/media/image2.svg" Id="Rc02b5b6d79eb49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df9b8230e2e4308" /><Relationship Type="http://schemas.openxmlformats.org/officeDocument/2006/relationships/image" Target="/ppt/media/image4.png" Id="Raeb9bfe9a22e4979" /><Relationship Type="http://schemas.openxmlformats.org/officeDocument/2006/relationships/image" Target="/ppt/media/image2.svg" Id="Ra36e2d854f364dd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f206f670316465f" /><Relationship Type="http://schemas.openxmlformats.org/officeDocument/2006/relationships/image" Target="/ppt/media/image.jpeg" Id="R616491ca9995464d" /><Relationship Type="http://schemas.openxmlformats.org/officeDocument/2006/relationships/image" Target="/ppt/media/image2.png" Id="R3e65a1552ad74fc0" /><Relationship Type="http://schemas.openxmlformats.org/officeDocument/2006/relationships/image" Target="/ppt/media/image.svg" Id="R366533b16e5845d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2b43d95e3784ce2" /><Relationship Type="http://schemas.openxmlformats.org/officeDocument/2006/relationships/image" Target="/ppt/media/image2.jpeg" Id="Rce5fa30613164df3" /><Relationship Type="http://schemas.openxmlformats.org/officeDocument/2006/relationships/image" Target="/ppt/media/image2.png" Id="Raaa311e3399940ad" /><Relationship Type="http://schemas.openxmlformats.org/officeDocument/2006/relationships/image" Target="/ppt/media/image.svg" Id="R82c53b228e684ff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bd365e7fc294eb5" /><Relationship Type="http://schemas.openxmlformats.org/officeDocument/2006/relationships/image" Target="/ppt/media/image3.jpeg" Id="R656d977f61c94ba9" /><Relationship Type="http://schemas.openxmlformats.org/officeDocument/2006/relationships/image" Target="/ppt/media/image2.png" Id="R8266d0809c684be1" /><Relationship Type="http://schemas.openxmlformats.org/officeDocument/2006/relationships/image" Target="/ppt/media/image.svg" Id="R71c9235fdd9647b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2bd173790b14476" /><Relationship Type="http://schemas.openxmlformats.org/officeDocument/2006/relationships/image" Target="/ppt/media/image4.jpeg" Id="R9c6ca10ed28245fd" /><Relationship Type="http://schemas.openxmlformats.org/officeDocument/2006/relationships/image" Target="/ppt/media/image2.png" Id="Rccbc57eae1c84113" /><Relationship Type="http://schemas.openxmlformats.org/officeDocument/2006/relationships/image" Target="/ppt/media/image.svg" Id="Ra753d435faf449d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d8b5a8aaa844d5d" /><Relationship Type="http://schemas.openxmlformats.org/officeDocument/2006/relationships/image" Target="/ppt/media/image5.jpeg" Id="R3aa8985058c047e1" /><Relationship Type="http://schemas.openxmlformats.org/officeDocument/2006/relationships/image" Target="/ppt/media/image2.png" Id="R55c2c194043b4e96" /><Relationship Type="http://schemas.openxmlformats.org/officeDocument/2006/relationships/image" Target="/ppt/media/image.svg" Id="Rf7f7b56b1ef44ad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436fa95243f4f95" /><Relationship Type="http://schemas.openxmlformats.org/officeDocument/2006/relationships/image" Target="/ppt/media/image6.jpeg" Id="R2e3182f0218843be" /><Relationship Type="http://schemas.openxmlformats.org/officeDocument/2006/relationships/image" Target="/ppt/media/image2.png" Id="R961d2fddabe44675" /><Relationship Type="http://schemas.openxmlformats.org/officeDocument/2006/relationships/image" Target="/ppt/media/image.svg" Id="R9e95095b13af48ce"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1086eef899e04636" /><Relationship Type="http://schemas.openxmlformats.org/officeDocument/2006/relationships/image" Target="/ppt/media/image7.jpeg" Id="Rc2c0f23fb6234b10" /><Relationship Type="http://schemas.openxmlformats.org/officeDocument/2006/relationships/image" Target="/ppt/media/image2.png" Id="R8576218960a042c0" /><Relationship Type="http://schemas.openxmlformats.org/officeDocument/2006/relationships/image" Target="/ppt/media/image.svg" Id="Radb3e8e7bc834424"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09525620fcb540d9" /><Relationship Type="http://schemas.openxmlformats.org/officeDocument/2006/relationships/image" Target="/ppt/media/image8.jpeg" Id="R0c06758360fd4ec5" /><Relationship Type="http://schemas.openxmlformats.org/officeDocument/2006/relationships/image" Target="/ppt/media/image2.png" Id="R1bee743de8174d98" /><Relationship Type="http://schemas.openxmlformats.org/officeDocument/2006/relationships/image" Target="/ppt/media/image.svg" Id="R4dd557c909d1414a"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53aa270b9d7b4a86"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c11a17c81ecb4b4f" /><Relationship Type="http://schemas.openxmlformats.org/officeDocument/2006/relationships/image" Target="/ppt/media/image.emf" Id="R941c1c9dc2524a80"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248d47f5576f4781" /><Relationship Type="http://schemas.openxmlformats.org/officeDocument/2006/relationships/image" Target="/ppt/media/image.emf" Id="Rac89a81cc4494864"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6bada63228f64b58" /><Relationship Type="http://schemas.openxmlformats.org/officeDocument/2006/relationships/image" Target="/ppt/media/image7.png" Id="Rcf78c4baded5472e"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25fd07753faa47fe" /><Relationship Type="http://schemas.openxmlformats.org/officeDocument/2006/relationships/image" Target="/ppt/media/image8.png" Id="Rc514c46f3a2b4678"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c5338af375154bb2" /><Relationship Type="http://schemas.openxmlformats.org/officeDocument/2006/relationships/image" Target="/ppt/media/image9.jpeg" Id="R564c40ea2bbb4e56"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a33c944191954099" /><Relationship Type="http://schemas.openxmlformats.org/officeDocument/2006/relationships/image" Target="/ppt/media/image10.jpeg" Id="R92df1a175efa4936"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4ff346446481408f" /><Relationship Type="http://schemas.openxmlformats.org/officeDocument/2006/relationships/image" Target="/ppt/media/image11.jpeg" Id="R46040c49b02b4996"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3c8b268a34b441da" /><Relationship Type="http://schemas.openxmlformats.org/officeDocument/2006/relationships/image" Target="/ppt/media/image12.jpeg" Id="Raad33349013b462a"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320b35ea8f7e4de9" /><Relationship Type="http://schemas.openxmlformats.org/officeDocument/2006/relationships/image" Target="/ppt/media/image13.jpeg" Id="R653aa3106d2c4c54"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4b0fd1432253474a" /><Relationship Type="http://schemas.openxmlformats.org/officeDocument/2006/relationships/image" Target="/ppt/media/image14.jpeg" Id="Rd0f40b105fbf4e47"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5980065cbac747ba" /><Relationship Type="http://schemas.openxmlformats.org/officeDocument/2006/relationships/image" Target="/ppt/media/image15.jpeg" Id="R15365612939e478c"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0c5e36b84a114ffd" /><Relationship Type="http://schemas.openxmlformats.org/officeDocument/2006/relationships/image" Target="/ppt/media/image16.jpeg" Id="R83cf7ec8604148d4"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3af613f179244b27" /><Relationship Type="http://schemas.openxmlformats.org/officeDocument/2006/relationships/image" Target="/ppt/media/image9.png" Id="Re0a389d9f66a45d2" /><Relationship Type="http://schemas.openxmlformats.org/officeDocument/2006/relationships/image" Target="/ppt/media/image.emf" Id="R75a3250964da49e1"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0acb89247b1246ff" /><Relationship Type="http://schemas.openxmlformats.org/officeDocument/2006/relationships/image" Target="/ppt/media/image10.png" Id="Ra6527c7f79c74041" /><Relationship Type="http://schemas.openxmlformats.org/officeDocument/2006/relationships/image" Target="/ppt/media/image.emf" Id="R1d4f0ad9992c419b"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246ccfd7e6a14b39" /><Relationship Type="http://schemas.openxmlformats.org/officeDocument/2006/relationships/image" Target="/ppt/media/image11.png" Id="R10c23531a97e4c0c" /><Relationship Type="http://schemas.openxmlformats.org/officeDocument/2006/relationships/image" Target="/ppt/media/image3.svg" Id="Rbcff84bdde314187"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d350793e69f34fc6" /><Relationship Type="http://schemas.openxmlformats.org/officeDocument/2006/relationships/image" Target="/ppt/media/image11.png" Id="Rf6dbc5295918413d" /><Relationship Type="http://schemas.openxmlformats.org/officeDocument/2006/relationships/image" Target="/ppt/media/image3.svg" Id="Rcc53c1e219d74965"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3baae0f13c064feb" /><Relationship Type="http://schemas.openxmlformats.org/officeDocument/2006/relationships/image" Target="/ppt/media/image11.png" Id="Rbaa318fe25034d0f" /><Relationship Type="http://schemas.openxmlformats.org/officeDocument/2006/relationships/image" Target="/ppt/media/image3.svg" Id="Rcab90137b3cf4d96"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ae6d64c7d02a4938" /><Relationship Type="http://schemas.openxmlformats.org/officeDocument/2006/relationships/image" Target="/ppt/media/image11.png" Id="R4989e6e447be442f" /><Relationship Type="http://schemas.openxmlformats.org/officeDocument/2006/relationships/image" Target="/ppt/media/image3.svg" Id="R708d42ae687a40b4"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db2070feb50a4625" /><Relationship Type="http://schemas.openxmlformats.org/officeDocument/2006/relationships/image" Target="/ppt/media/image12.png" Id="Rd72c272102914108" /><Relationship Type="http://schemas.openxmlformats.org/officeDocument/2006/relationships/image" Target="/ppt/media/image4.svg" Id="Re0b429ee797d4dd1" /><Relationship Type="http://schemas.openxmlformats.org/officeDocument/2006/relationships/image" Target="/ppt/media/image.emf" Id="R3c232e1cc86b4586"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a08fa91f10754a46" /><Relationship Type="http://schemas.openxmlformats.org/officeDocument/2006/relationships/image" Target="/ppt/media/image13.png" Id="Rc41e429258d545e8" /><Relationship Type="http://schemas.openxmlformats.org/officeDocument/2006/relationships/image" Target="/ppt/media/image5.svg" Id="Rf611f7e9d8824ec2"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f6bee525f469422d" /><Relationship Type="http://schemas.openxmlformats.org/officeDocument/2006/relationships/image" Target="/ppt/media/image14.png" Id="R1ad00782ffa34489" /><Relationship Type="http://schemas.openxmlformats.org/officeDocument/2006/relationships/image" Target="/ppt/media/image6.svg" Id="R732424e42a9f4104" /><Relationship Type="http://schemas.openxmlformats.org/officeDocument/2006/relationships/image" Target="/ppt/media/image.emf" Id="Rb839a25194d043e6"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7cac5e26c4bb4267" /><Relationship Type="http://schemas.openxmlformats.org/officeDocument/2006/relationships/image" Target="/ppt/media/image.emf" Id="R6c4c05e1c8f542a4" /><Relationship Type="http://schemas.openxmlformats.org/officeDocument/2006/relationships/image" Target="/ppt/media/image15.png" Id="R141b9fa4facc4411" /><Relationship Type="http://schemas.openxmlformats.org/officeDocument/2006/relationships/image" Target="/ppt/media/image7.svg" Id="R5030892a8feb4d17"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78b403ebc3b64d1c"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3921e0abcd564cb2"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007cdaf2e1774042"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4020cf89dc924d1f" /><Relationship Type="http://schemas.openxmlformats.org/officeDocument/2006/relationships/image" Target="/ppt/media/image11.png" Id="Rac701697af4b459d" /><Relationship Type="http://schemas.openxmlformats.org/officeDocument/2006/relationships/image" Target="/ppt/media/image3.svg" Id="Ra28569e1f0f04572"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96edcd155e6b46c2" /><Relationship Type="http://schemas.openxmlformats.org/officeDocument/2006/relationships/image" Target="/ppt/media/image11.png" Id="R1af90562a40a4efe" /><Relationship Type="http://schemas.openxmlformats.org/officeDocument/2006/relationships/image" Target="/ppt/media/image3.svg" Id="R229a0e3766424949"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0dacf978fb374bba" /><Relationship Type="http://schemas.openxmlformats.org/officeDocument/2006/relationships/image" Target="/ppt/media/image11.png" Id="R25223bf5673a406a" /><Relationship Type="http://schemas.openxmlformats.org/officeDocument/2006/relationships/image" Target="/ppt/media/image3.svg" Id="R10e0f7b48f5f43b7"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96dde47b628443e8" /><Relationship Type="http://schemas.openxmlformats.org/officeDocument/2006/relationships/image" Target="/ppt/media/image11.png" Id="Rec943637bce34535" /><Relationship Type="http://schemas.openxmlformats.org/officeDocument/2006/relationships/image" Target="/ppt/media/image3.svg" Id="R9fc01658424b4f58"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ad647840cf854614" /><Relationship Type="http://schemas.openxmlformats.org/officeDocument/2006/relationships/image" Target="/ppt/media/image11.png" Id="Re41fd01195c046bb" /><Relationship Type="http://schemas.openxmlformats.org/officeDocument/2006/relationships/image" Target="/ppt/media/image3.svg" Id="Rbc32b6f66869444b"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9c5aa5a630e04075" /><Relationship Type="http://schemas.openxmlformats.org/officeDocument/2006/relationships/image" Target="/ppt/media/image11.png" Id="R835e1ca9b2ae4cfb" /><Relationship Type="http://schemas.openxmlformats.org/officeDocument/2006/relationships/image" Target="/ppt/media/image3.svg" Id="R815cde13642a46f1"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a25a6d0e280942cf" /><Relationship Type="http://schemas.openxmlformats.org/officeDocument/2006/relationships/image" Target="/ppt/media/image11.png" Id="R14f7bc2f2b6d4445" /><Relationship Type="http://schemas.openxmlformats.org/officeDocument/2006/relationships/image" Target="/ppt/media/image3.svg" Id="R9fd7ac8a8aa74b9b"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88873d531d404c74" /><Relationship Type="http://schemas.openxmlformats.org/officeDocument/2006/relationships/image" Target="/ppt/media/image11.png" Id="R262b6c8eb5964238" /><Relationship Type="http://schemas.openxmlformats.org/officeDocument/2006/relationships/image" Target="/ppt/media/image3.svg" Id="Rcbd2830bf321460b"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a374498cce30429b" /><Relationship Type="http://schemas.openxmlformats.org/officeDocument/2006/relationships/image" Target="/ppt/media/image11.png" Id="Rcf68a6bbefa1451a" /><Relationship Type="http://schemas.openxmlformats.org/officeDocument/2006/relationships/image" Target="/ppt/media/image3.svg" Id="R3cd2d1e931824394" /><Relationship Type="http://schemas.openxmlformats.org/officeDocument/2006/relationships/image" Target="/ppt/media/image.emf" Id="Rf35f72babb80426d"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43f693d075684f31" /><Relationship Type="http://schemas.openxmlformats.org/officeDocument/2006/relationships/image" Target="/ppt/media/image16.png" Id="R376a68f153474aac" /><Relationship Type="http://schemas.openxmlformats.org/officeDocument/2006/relationships/image" Target="/ppt/media/image8.svg" Id="Re48544cedc3b4e84"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aabacc36a103431c" /><Relationship Type="http://schemas.openxmlformats.org/officeDocument/2006/relationships/image" Target="/ppt/media/image17.png" Id="R843d16005fc54e33" /><Relationship Type="http://schemas.openxmlformats.org/officeDocument/2006/relationships/image" Target="/ppt/media/image9.svg" Id="R9917f0d4bd524b72"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29324c22806f4b66" /><Relationship Type="http://schemas.openxmlformats.org/officeDocument/2006/relationships/image" Target="/ppt/media/image17.png" Id="Rfb58f07fedc3497c" /><Relationship Type="http://schemas.openxmlformats.org/officeDocument/2006/relationships/image" Target="/ppt/media/image9.svg" Id="R1ac9de6557e048d7"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be503f4a582045b0" /><Relationship Type="http://schemas.openxmlformats.org/officeDocument/2006/relationships/image" Target="/ppt/media/image17.png" Id="R00ba2f03a9cf4497" /><Relationship Type="http://schemas.openxmlformats.org/officeDocument/2006/relationships/image" Target="/ppt/media/image9.svg" Id="Raeea4a1f4208438a"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8d18b58e03244adf"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8b43c1def24041e2"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bdf330916da6451c"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019038082e8c4543" /></Relationships>
</file>

<file path=ppt/slideLayouts/_rels/slideLayout57.xml.rels>&#65279;<?xml version="1.0" encoding="utf-8"?><Relationships xmlns="http://schemas.openxmlformats.org/package/2006/relationships"><Relationship Type="http://schemas.openxmlformats.org/officeDocument/2006/relationships/slideMaster" Target="/ppt/slideMasters/slideMaster1.xml" Id="R585697f02ec548eb" /></Relationships>
</file>

<file path=ppt/slideLayouts/_rels/slideLayout58.xml.rels>&#65279;<?xml version="1.0" encoding="utf-8"?><Relationships xmlns="http://schemas.openxmlformats.org/package/2006/relationships"><Relationship Type="http://schemas.openxmlformats.org/officeDocument/2006/relationships/slideMaster" Target="/ppt/slideMasters/slideMaster1.xml" Id="R50609d027fe94190" /></Relationships>
</file>

<file path=ppt/slideLayouts/_rels/slideLayout59.xml.rels>&#65279;<?xml version="1.0" encoding="utf-8"?><Relationships xmlns="http://schemas.openxmlformats.org/package/2006/relationships"><Relationship Type="http://schemas.openxmlformats.org/officeDocument/2006/relationships/slideMaster" Target="/ppt/slideMasters/slideMaster1.xml" Id="R467d63936bb44bfe" /></Relationships>
</file>

<file path=ppt/slideLayouts/_rels/slideLayout60.xml.rels>&#65279;<?xml version="1.0" encoding="utf-8"?><Relationships xmlns="http://schemas.openxmlformats.org/package/2006/relationships"><Relationship Type="http://schemas.openxmlformats.org/officeDocument/2006/relationships/slideMaster" Target="/ppt/slideMasters/slideMaster1.xml" Id="R9ddaea3cde64467f" /></Relationships>
</file>

<file path=ppt/slideLayouts/_rels/slideLayout61.xml.rels>&#65279;<?xml version="1.0" encoding="utf-8"?><Relationships xmlns="http://schemas.openxmlformats.org/package/2006/relationships"><Relationship Type="http://schemas.openxmlformats.org/officeDocument/2006/relationships/slideMaster" Target="/ppt/slideMasters/slideMaster1.xml" Id="R6516a4df3f884888" /></Relationships>
</file>

<file path=ppt/slideLayouts/_rels/slideLayout62.xml.rels>&#65279;<?xml version="1.0" encoding="utf-8"?><Relationships xmlns="http://schemas.openxmlformats.org/package/2006/relationships"><Relationship Type="http://schemas.openxmlformats.org/officeDocument/2006/relationships/slideMaster" Target="/ppt/slideMasters/slideMaster1.xml" Id="R231079cd7cc0401b" /></Relationships>
</file>

<file path=ppt/slideLayouts/_rels/slideLayout63.xml.rels>&#65279;<?xml version="1.0" encoding="utf-8"?><Relationships xmlns="http://schemas.openxmlformats.org/package/2006/relationships"><Relationship Type="http://schemas.openxmlformats.org/officeDocument/2006/relationships/slideMaster" Target="/ppt/slideMasters/slideMaster1.xml" Id="R739e30f873274ce9" /></Relationships>
</file>

<file path=ppt/slideLayouts/_rels/slideLayout64.xml.rels>&#65279;<?xml version="1.0" encoding="utf-8"?><Relationships xmlns="http://schemas.openxmlformats.org/package/2006/relationships"><Relationship Type="http://schemas.openxmlformats.org/officeDocument/2006/relationships/slideMaster" Target="/ppt/slideMasters/slideMaster1.xml" Id="Rb6d7ffe259394574" /></Relationships>
</file>

<file path=ppt/slideLayouts/_rels/slideLayout65.xml.rels>&#65279;<?xml version="1.0" encoding="utf-8"?><Relationships xmlns="http://schemas.openxmlformats.org/package/2006/relationships"><Relationship Type="http://schemas.openxmlformats.org/officeDocument/2006/relationships/slideMaster" Target="/ppt/slideMasters/slideMaster1.xml" Id="R53e5f51dafda43ef" /></Relationships>
</file>

<file path=ppt/slideLayouts/_rels/slideLayout66.xml.rels>&#65279;<?xml version="1.0" encoding="utf-8"?><Relationships xmlns="http://schemas.openxmlformats.org/package/2006/relationships"><Relationship Type="http://schemas.openxmlformats.org/officeDocument/2006/relationships/slideMaster" Target="/ppt/slideMasters/slideMaster1.xml" Id="Rcb4f598c98f245db" /></Relationships>
</file>

<file path=ppt/slideLayouts/_rels/slideLayout67.xml.rels>&#65279;<?xml version="1.0" encoding="utf-8"?><Relationships xmlns="http://schemas.openxmlformats.org/package/2006/relationships"><Relationship Type="http://schemas.openxmlformats.org/officeDocument/2006/relationships/slideMaster" Target="/ppt/slideMasters/slideMaster1.xml" Id="R1a056f9ae6f04346" /></Relationships>
</file>

<file path=ppt/slideLayouts/_rels/slideLayout68.xml.rels>&#65279;<?xml version="1.0" encoding="utf-8"?><Relationships xmlns="http://schemas.openxmlformats.org/package/2006/relationships"><Relationship Type="http://schemas.openxmlformats.org/officeDocument/2006/relationships/slideMaster" Target="/ppt/slideMasters/slideMaster1.xml" Id="R310f5e75af244e92" /></Relationships>
</file>

<file path=ppt/slideLayouts/_rels/slideLayout69.xml.rels>&#65279;<?xml version="1.0" encoding="utf-8"?><Relationships xmlns="http://schemas.openxmlformats.org/package/2006/relationships"><Relationship Type="http://schemas.openxmlformats.org/officeDocument/2006/relationships/slideMaster" Target="/ppt/slideMasters/slideMaster1.xml" Id="R0132a1768917496c" /></Relationships>
</file>

<file path=ppt/slideLayouts/_rels/slideLayout70.xml.rels>&#65279;<?xml version="1.0" encoding="utf-8"?><Relationships xmlns="http://schemas.openxmlformats.org/package/2006/relationships"><Relationship Type="http://schemas.openxmlformats.org/officeDocument/2006/relationships/slideMaster" Target="/ppt/slideMasters/slideMaster1.xml" Id="R5c0029fafcc3486b" /></Relationships>
</file>

<file path=ppt/slideLayouts/_rels/slideLayout71.xml.rels>&#65279;<?xml version="1.0" encoding="utf-8"?><Relationships xmlns="http://schemas.openxmlformats.org/package/2006/relationships"><Relationship Type="http://schemas.openxmlformats.org/officeDocument/2006/relationships/slideMaster" Target="/ppt/slideMasters/slideMaster1.xml" Id="R056096266799403e" /></Relationships>
</file>

<file path=ppt/slideLayouts/_rels/slideLayout72.xml.rels>&#65279;<?xml version="1.0" encoding="utf-8"?><Relationships xmlns="http://schemas.openxmlformats.org/package/2006/relationships"><Relationship Type="http://schemas.openxmlformats.org/officeDocument/2006/relationships/slideMaster" Target="/ppt/slideMasters/slideMaster1.xml" Id="Rb55745ab74bf4a8a" /></Relationships>
</file>

<file path=ppt/slideLayouts/_rels/slideLayout73.xml.rels>&#65279;<?xml version="1.0" encoding="utf-8"?><Relationships xmlns="http://schemas.openxmlformats.org/package/2006/relationships"><Relationship Type="http://schemas.openxmlformats.org/officeDocument/2006/relationships/slideMaster" Target="/ppt/slideMasters/slideMaster1.xml" Id="R10924382a55846a8" /></Relationships>
</file>

<file path=ppt/slideLayouts/_rels/slideLayout74.xml.rels>&#65279;<?xml version="1.0" encoding="utf-8"?><Relationships xmlns="http://schemas.openxmlformats.org/package/2006/relationships"><Relationship Type="http://schemas.openxmlformats.org/officeDocument/2006/relationships/slideMaster" Target="/ppt/slideMasters/slideMaster1.xml" Id="Re2e8404aabfc423f" /></Relationships>
</file>

<file path=ppt/slideLayouts/_rels/slideLayout75.xml.rels>&#65279;<?xml version="1.0" encoding="utf-8"?><Relationships xmlns="http://schemas.openxmlformats.org/package/2006/relationships"><Relationship Type="http://schemas.openxmlformats.org/officeDocument/2006/relationships/slideMaster" Target="/ppt/slideMasters/slideMaster1.xml" Id="Rf8dabc7da62a4ff5" /></Relationships>
</file>

<file path=ppt/slideLayouts/_rels/slideLayout76.xml.rels>&#65279;<?xml version="1.0" encoding="utf-8"?><Relationships xmlns="http://schemas.openxmlformats.org/package/2006/relationships"><Relationship Type="http://schemas.openxmlformats.org/officeDocument/2006/relationships/slideMaster" Target="/ppt/slideMasters/slideMaster1.xml" Id="Rf02dc053583e4139" /></Relationships>
</file>

<file path=ppt/slideLayouts/_rels/slideLayout77.xml.rels>&#65279;<?xml version="1.0" encoding="utf-8"?><Relationships xmlns="http://schemas.openxmlformats.org/package/2006/relationships"><Relationship Type="http://schemas.openxmlformats.org/officeDocument/2006/relationships/slideMaster" Target="/ppt/slideMasters/slideMaster1.xml" Id="R8c1021a22a524b00" /></Relationships>
</file>

<file path=ppt/slideLayouts/_rels/slideLayout78.xml.rels>&#65279;<?xml version="1.0" encoding="utf-8"?><Relationships xmlns="http://schemas.openxmlformats.org/package/2006/relationships"><Relationship Type="http://schemas.openxmlformats.org/officeDocument/2006/relationships/slideMaster" Target="/ppt/slideMasters/slideMaster1.xml" Id="R82ce09dcbf9a48db" /></Relationships>
</file>

<file path=ppt/slideLayouts/_rels/slideLayout79.xml.rels>&#65279;<?xml version="1.0" encoding="utf-8"?><Relationships xmlns="http://schemas.openxmlformats.org/package/2006/relationships"><Relationship Type="http://schemas.openxmlformats.org/officeDocument/2006/relationships/slideMaster" Target="/ppt/slideMasters/slideMaster1.xml" Id="R8d64577910b54e5a" /><Relationship Type="http://schemas.openxmlformats.org/officeDocument/2006/relationships/image" Target="/ppt/media/image.emf" Id="Rb7e7f5f5d50040b2" /></Relationships>
</file>

<file path=ppt/slideLayouts/_rels/slideLayout80.xml.rels>&#65279;<?xml version="1.0" encoding="utf-8"?><Relationships xmlns="http://schemas.openxmlformats.org/package/2006/relationships"><Relationship Type="http://schemas.openxmlformats.org/officeDocument/2006/relationships/slideMaster" Target="/ppt/slideMasters/slideMaster1.xml" Id="R75377cc1882c4507" /><Relationship Type="http://schemas.openxmlformats.org/officeDocument/2006/relationships/image" Target="/ppt/media/image.emf" Id="R963d0f6174364c5e" /></Relationships>
</file>

<file path=ppt/slideLayouts/_rels/slideLayout81.xml.rels>&#65279;<?xml version="1.0" encoding="utf-8"?><Relationships xmlns="http://schemas.openxmlformats.org/package/2006/relationships"><Relationship Type="http://schemas.openxmlformats.org/officeDocument/2006/relationships/slideMaster" Target="/ppt/slideMasters/slideMaster1.xml" Id="Recc5bb84f34344b9" /></Relationships>
</file>

<file path=ppt/slideLayouts/_rels/slideLayout82.xml.rels>&#65279;<?xml version="1.0" encoding="utf-8"?><Relationships xmlns="http://schemas.openxmlformats.org/package/2006/relationships"><Relationship Type="http://schemas.openxmlformats.org/officeDocument/2006/relationships/slideMaster" Target="/ppt/slideMasters/slideMaster1.xml" Id="Radbe5ea1f5b14ea3" /></Relationships>
</file>

<file path=ppt/slideLayouts/_rels/slideLayout83.xml.rels>&#65279;<?xml version="1.0" encoding="utf-8"?><Relationships xmlns="http://schemas.openxmlformats.org/package/2006/relationships"><Relationship Type="http://schemas.openxmlformats.org/officeDocument/2006/relationships/slideMaster" Target="/ppt/slideMasters/slideMaster1.xml" Id="Ref0daa482ef444e0" /></Relationships>
</file>

<file path=ppt/slideLayouts/_rels/slideLayout84.xml.rels>&#65279;<?xml version="1.0" encoding="utf-8"?><Relationships xmlns="http://schemas.openxmlformats.org/package/2006/relationships"><Relationship Type="http://schemas.openxmlformats.org/officeDocument/2006/relationships/slideMaster" Target="/ppt/slideMasters/slideMaster1.xml" Id="R162b0b92bb1742f2" /></Relationships>
</file>

<file path=ppt/slideLayouts/_rels/slideLayout85.xml.rels>&#65279;<?xml version="1.0" encoding="utf-8"?><Relationships xmlns="http://schemas.openxmlformats.org/package/2006/relationships"><Relationship Type="http://schemas.openxmlformats.org/officeDocument/2006/relationships/slideMaster" Target="/ppt/slideMasters/slideMaster1.xml" Id="R79d6bb318a8944a6" /></Relationships>
</file>

<file path=ppt/slideLayouts/_rels/slideLayout86.xml.rels>&#65279;<?xml version="1.0" encoding="utf-8"?><Relationships xmlns="http://schemas.openxmlformats.org/package/2006/relationships"><Relationship Type="http://schemas.openxmlformats.org/officeDocument/2006/relationships/slideMaster" Target="/ppt/slideMasters/slideMaster1.xml" Id="Rab191ae555c7482f" /></Relationships>
</file>

<file path=ppt/slideLayouts/_rels/slideLayout87.xml.rels>&#65279;<?xml version="1.0" encoding="utf-8"?><Relationships xmlns="http://schemas.openxmlformats.org/package/2006/relationships"><Relationship Type="http://schemas.openxmlformats.org/officeDocument/2006/relationships/slideMaster" Target="/ppt/slideMasters/slideMaster1.xml" Id="R9d1aa3fad2864a70" /></Relationships>
</file>

<file path=ppt/slideLayouts/_rels/slideLayout88.xml.rels>&#65279;<?xml version="1.0" encoding="utf-8"?><Relationships xmlns="http://schemas.openxmlformats.org/package/2006/relationships"><Relationship Type="http://schemas.openxmlformats.org/officeDocument/2006/relationships/slideMaster" Target="/ppt/slideMasters/slideMaster1.xml" Id="R51f66562133f4a43" /></Relationships>
</file>

<file path=ppt/slideLayouts/_rels/slideLayout89.xml.rels>&#65279;<?xml version="1.0" encoding="utf-8"?><Relationships xmlns="http://schemas.openxmlformats.org/package/2006/relationships"><Relationship Type="http://schemas.openxmlformats.org/officeDocument/2006/relationships/slideMaster" Target="/ppt/slideMasters/slideMaster1.xml" Id="R4e5dc58564b94bf8" /></Relationships>
</file>

<file path=ppt/slideLayouts/_rels/slideLayout90.xml.rels>&#65279;<?xml version="1.0" encoding="utf-8"?><Relationships xmlns="http://schemas.openxmlformats.org/package/2006/relationships"><Relationship Type="http://schemas.openxmlformats.org/officeDocument/2006/relationships/slideMaster" Target="/ppt/slideMasters/slideMaster1.xml" Id="R1c235f7f19c04fd5" /></Relationships>
</file>

<file path=ppt/slideLayouts/_rels/slideLayout91.xml.rels>&#65279;<?xml version="1.0" encoding="utf-8"?><Relationships xmlns="http://schemas.openxmlformats.org/package/2006/relationships"><Relationship Type="http://schemas.openxmlformats.org/officeDocument/2006/relationships/slideMaster" Target="/ppt/slideMasters/slideMaster1.xml" Id="R75ff9d13bd51404c" /></Relationships>
</file>

<file path=ppt/slideLayouts/_rels/slideLayout92.xml.rels>&#65279;<?xml version="1.0" encoding="utf-8"?><Relationships xmlns="http://schemas.openxmlformats.org/package/2006/relationships"><Relationship Type="http://schemas.openxmlformats.org/officeDocument/2006/relationships/slideMaster" Target="/ppt/slideMasters/slideMaster1.xml" Id="Rd9ffb89a27304f75" /></Relationships>
</file>

<file path=ppt/slideLayouts/_rels/slideLayout93.xml.rels>&#65279;<?xml version="1.0" encoding="utf-8"?><Relationships xmlns="http://schemas.openxmlformats.org/package/2006/relationships"><Relationship Type="http://schemas.openxmlformats.org/officeDocument/2006/relationships/slideMaster" Target="/ppt/slideMasters/slideMaster1.xml" Id="R1812169816c64a9c" /></Relationships>
</file>

<file path=ppt/slideLayouts/_rels/slideLayout94.xml.rels>&#65279;<?xml version="1.0" encoding="utf-8"?><Relationships xmlns="http://schemas.openxmlformats.org/package/2006/relationships"><Relationship Type="http://schemas.openxmlformats.org/officeDocument/2006/relationships/slideMaster" Target="/ppt/slideMasters/slideMaster1.xml" Id="Ra904921145014e59" /></Relationships>
</file>

<file path=ppt/slideLayouts/_rels/slideLayout95.xml.rels>&#65279;<?xml version="1.0" encoding="utf-8"?><Relationships xmlns="http://schemas.openxmlformats.org/package/2006/relationships"><Relationship Type="http://schemas.openxmlformats.org/officeDocument/2006/relationships/slideMaster" Target="/ppt/slideMasters/slideMaster1.xml" Id="Rfe5a6bc2cc104b94" /></Relationships>
</file>

<file path=ppt/slideLayouts/_rels/slideLayout96.xml.rels>&#65279;<?xml version="1.0" encoding="utf-8"?><Relationships xmlns="http://schemas.openxmlformats.org/package/2006/relationships"><Relationship Type="http://schemas.openxmlformats.org/officeDocument/2006/relationships/slideMaster" Target="/ppt/slideMasters/slideMaster1.xml" Id="R27910bd2d69447ae" /><Relationship Type="http://schemas.openxmlformats.org/officeDocument/2006/relationships/image" Target="/ppt/media/image18.png" Id="Rf14365b971944d29" /></Relationships>
</file>

<file path=ppt/slideLayouts/_rels/slideLayout97.xml.rels>&#65279;<?xml version="1.0" encoding="utf-8"?><Relationships xmlns="http://schemas.openxmlformats.org/package/2006/relationships"><Relationship Type="http://schemas.openxmlformats.org/officeDocument/2006/relationships/slideMaster" Target="/ppt/slideMasters/slideMaster1.xml" Id="R34b803db73734ec9" /><Relationship Type="http://schemas.openxmlformats.org/officeDocument/2006/relationships/image" Target="/ppt/media/image18.png" Id="Rb40deb3b6ff54469" /></Relationships>
</file>

<file path=ppt/slideLayouts/_rels/slideLayout98.xml.rels>&#65279;<?xml version="1.0" encoding="utf-8"?><Relationships xmlns="http://schemas.openxmlformats.org/package/2006/relationships"><Relationship Type="http://schemas.openxmlformats.org/officeDocument/2006/relationships/slideMaster" Target="/ppt/slideMasters/slideMaster1.xml" Id="R7db46c0b59fa4e86" /><Relationship Type="http://schemas.openxmlformats.org/officeDocument/2006/relationships/image" Target="/ppt/media/image.emf" Id="R0933b3583f444534" /><Relationship Type="http://schemas.openxmlformats.org/officeDocument/2006/relationships/image" Target="/ppt/media/image16.png" Id="Rb21365d80d3d4d6f" /><Relationship Type="http://schemas.openxmlformats.org/officeDocument/2006/relationships/image" Target="/ppt/media/image8.svg" Id="Re9f441215a884037" /></Relationships>
</file>

<file path=ppt/slideLayouts/_rels/slideLayout99.xml.rels>&#65279;<?xml version="1.0" encoding="utf-8"?><Relationships xmlns="http://schemas.openxmlformats.org/package/2006/relationships"><Relationship Type="http://schemas.openxmlformats.org/officeDocument/2006/relationships/slideMaster" Target="/ppt/slideMasters/slideMaster1.xml" Id="Rd3a1fedc4a9c445a" /></Relationships>
</file>

<file path=ppt/slideLayouts/_rels/slideLayout100.xml.rels>&#65279;<?xml version="1.0" encoding="utf-8"?><Relationships xmlns="http://schemas.openxmlformats.org/package/2006/relationships"><Relationship Type="http://schemas.openxmlformats.org/officeDocument/2006/relationships/slideMaster" Target="/ppt/slideMasters/slideMaster1.xml" Id="R799b77eca087441a" /></Relationships>
</file>

<file path=ppt/slideLayouts/_rels/slideLayout101.xml.rels>&#65279;<?xml version="1.0" encoding="utf-8"?><Relationships xmlns="http://schemas.openxmlformats.org/package/2006/relationships"><Relationship Type="http://schemas.openxmlformats.org/officeDocument/2006/relationships/slideMaster" Target="/ppt/slideMasters/slideMaster1.xml" Id="R738ad92db6f74b33" /><Relationship Type="http://schemas.openxmlformats.org/officeDocument/2006/relationships/image" Target="/ppt/media/image19.png" Id="R1a627bcc985d45a0" /><Relationship Type="http://schemas.openxmlformats.org/officeDocument/2006/relationships/image" Target="/ppt/media/image10.svg" Id="Rab2597480e9440e1" /></Relationships>
</file>

<file path=ppt/slideLayouts/_rels/slideLayout102.xml.rels>&#65279;<?xml version="1.0" encoding="utf-8"?><Relationships xmlns="http://schemas.openxmlformats.org/package/2006/relationships"><Relationship Type="http://schemas.openxmlformats.org/officeDocument/2006/relationships/slideMaster" Target="/ppt/slideMasters/slideMaster1.xml" Id="R09b3cdb2653446ff" /><Relationship Type="http://schemas.openxmlformats.org/officeDocument/2006/relationships/image" Target="/ppt/media/image20.png" Id="R8a26c1ddffbb4001" /><Relationship Type="http://schemas.openxmlformats.org/officeDocument/2006/relationships/image" Target="/ppt/media/image11.svg" Id="R88f2e678008c49e3" /></Relationships>
</file>

<file path=ppt/slideLayouts/_rels/slideLayout103.xml.rels>&#65279;<?xml version="1.0" encoding="utf-8"?><Relationships xmlns="http://schemas.openxmlformats.org/package/2006/relationships"><Relationship Type="http://schemas.openxmlformats.org/officeDocument/2006/relationships/slideMaster" Target="/ppt/slideMasters/slideMaster1.xml" Id="Re438000d13004ff9" /></Relationships>
</file>

<file path=ppt/slideLayouts/slideLayout1.xml><?xml version="1.0" encoding="utf-8"?>
<p:sldLayout xmlns:p="http://schemas.openxmlformats.org/presentationml/2006/main" preserve="1" userDrawn="1">
  <p:cSld name="Dark - Title_Pillar">
    <p:bg>
      <p:bgPr>
        <a:solidFill xmlns:a="http://schemas.openxmlformats.org/drawingml/2006/main">
          <a:schemeClr val="bg2"/>
        </a:solidFill>
      </p:bgPr>
    </p:bg>
    <p:spTree>
      <p:nvGrpSpPr>
        <p:cNvPr id="1" name=""/>
        <p:cNvGrpSpPr/>
        <p:nvPr/>
      </p:nvGrpSpPr>
      <p:grpSpPr>
        <a:xfrm xmlns:a="http://schemas.openxmlformats.org/drawingml/2006/main"/>
      </p:grpSpPr>
      <p:pic>
        <p:nvPicPr>
          <p:cNvPr id="13" name="Picture 12">
            <a:extLst xmlns:a="http://schemas.openxmlformats.org/drawingml/2006/main">
              <a:ext uri="{FF2B5EF4-FFF2-40B4-BE49-F238E27FC236}">
                <a16:creationId xmlns:a16="http://schemas.microsoft.com/office/drawing/2014/main" id="{2E87DA52-1771-4086-A810-A180C8147FCC}"/>
              </a:ext>
            </a:extLst>
          </p:cNvPr>
          <p:cNvPicPr>
            <a:picLocks xmlns:a="http://schemas.openxmlformats.org/drawingml/2006/main" noChangeAspect="1"/>
          </p:cNvPicPr>
          <p:nvPr/>
        </p:nvPicPr>
        <p:blipFill>
          <a:blip xmlns:r="http://schemas.openxmlformats.org/officeDocument/2006/relationships" xmlns:a="http://schemas.openxmlformats.org/drawingml/2006/main" r:embed="R92d8dda93c9f4eba"/>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Title (up to two lines) </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6A4B61EA-E671-B046-E16F-7C37520755BE}"/>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1FCEBD7F-FD1F-90FE-07B1-7E1D2FCAED2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74E28F03-7252-6A6A-9D9A-7C142FCA415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6" name="Oracle Logo">
            <a:extLst xmlns:a="http://schemas.openxmlformats.org/drawingml/2006/main">
              <a:ext uri="{FF2B5EF4-FFF2-40B4-BE49-F238E27FC236}">
                <a16:creationId xmlns:a16="http://schemas.microsoft.com/office/drawing/2014/main" id="{D2EF50EB-3C0D-451E-937A-8214290D1C12}"/>
              </a:ext>
            </a:extLst>
          </p:cNvPr>
          <p:cNvPicPr>
            <a:picLocks xmlns:a="http://schemas.openxmlformats.org/drawingml/2006/main" noChangeAspect="1"/>
          </p:cNvPicPr>
          <p:nvPr/>
        </p:nvPicPr>
        <p:blipFill>
          <a:blip xmlns:r="http://schemas.openxmlformats.org/officeDocument/2006/relationships" xmlns:a="http://schemas.openxmlformats.org/drawingml/2006/main" r:embed="Rfada71c9e0d44936">
            <a:extLst>
              <a:ext uri="{96DAC541-7B7A-43D3-8B79-37D633B846F1}">
                <asvg:svgBlip xmlns:asvg="http://schemas.microsoft.com/office/drawing/2016/SVG/main" r:embed="R3f4190062bf6428d"/>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pic>
        <p:nvPicPr>
          <p:cNvPr id="14" name="OTag">
            <a:extLst xmlns:a="http://schemas.openxmlformats.org/drawingml/2006/main">
              <a:ext uri="{FF2B5EF4-FFF2-40B4-BE49-F238E27FC236}">
                <a16:creationId xmlns:a16="http://schemas.microsoft.com/office/drawing/2014/main" id="{77D46C55-6F91-4933-B9E5-EF952AFD453E}"/>
              </a:ext>
            </a:extLst>
          </p:cNvPr>
          <p:cNvPicPr>
            <a:picLocks xmlns:a="http://schemas.openxmlformats.org/drawingml/2006/main" noChangeAspect="1"/>
          </p:cNvPicPr>
          <p:nvPr/>
        </p:nvPicPr>
        <p:blipFill>
          <a:blip xmlns:r="http://schemas.openxmlformats.org/officeDocument/2006/relationships" xmlns:a="http://schemas.openxmlformats.org/drawingml/2006/main" r:embed="Rb80b2005bad14edc"/>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6863E062-D1CC-8F7F-B35F-ADAF6BDE7196}"/>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xml><?xml version="1.0" encoding="utf-8"?>
<p:sldLayout xmlns:p="http://schemas.openxmlformats.org/presentationml/2006/main" preserve="1" userDrawn="1">
  <p:cSld name="Light - Title_Pillar">
    <p:bg>
      <p:bgRef idx="1001">
        <a:schemeClr xmlns:a="http://schemas.openxmlformats.org/drawingml/2006/main" val="bg2"/>
      </p:bgRef>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93B935A-285A-BFFA-E1F4-E79FEB4F979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EFFF89DD-9D0E-59AA-468D-56F8DF0173D0}"/>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72DF4953-83D4-E63F-FAE9-12C7C69CAF76}"/>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53939284-5D96-A771-F7CE-39D3A9ADA08C}"/>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pic>
        <p:nvPicPr>
          <p:cNvPr id="12" name="Picture 11">
            <a:extLst xmlns:a="http://schemas.openxmlformats.org/drawingml/2006/main">
              <a:ext uri="{FF2B5EF4-FFF2-40B4-BE49-F238E27FC236}">
                <a16:creationId xmlns:a16="http://schemas.microsoft.com/office/drawing/2014/main" id="{607D02D4-5332-40BA-8DD5-A93955944304}"/>
              </a:ext>
            </a:extLst>
          </p:cNvPr>
          <p:cNvPicPr>
            <a:picLocks xmlns:a="http://schemas.openxmlformats.org/drawingml/2006/main" noChangeAspect="1"/>
          </p:cNvPicPr>
          <p:nvPr/>
        </p:nvPicPr>
        <p:blipFill>
          <a:blip xmlns:r="http://schemas.openxmlformats.org/officeDocument/2006/relationships" xmlns:a="http://schemas.openxmlformats.org/drawingml/2006/main" r:embed="R2d08dcf993ce4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5" name="Slide Number Placeholder 4">
            <a:extLst xmlns:a="http://schemas.openxmlformats.org/drawingml/2006/main">
              <a:ext uri="{FF2B5EF4-FFF2-40B4-BE49-F238E27FC236}">
                <a16:creationId xmlns:a16="http://schemas.microsoft.com/office/drawing/2014/main" id="{37A2158C-16EA-51FD-AADB-5CCD72645F2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3" name="Date Placeholder 2">
            <a:extLst xmlns:a="http://schemas.openxmlformats.org/drawingml/2006/main">
              <a:ext uri="{FF2B5EF4-FFF2-40B4-BE49-F238E27FC236}">
                <a16:creationId xmlns:a16="http://schemas.microsoft.com/office/drawing/2014/main" id="{DE9F17F9-481A-5855-B8F0-D871C1F817BF}"/>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4" name="Footer Placeholder 3">
            <a:extLst xmlns:a="http://schemas.openxmlformats.org/drawingml/2006/main">
              <a:ext uri="{FF2B5EF4-FFF2-40B4-BE49-F238E27FC236}">
                <a16:creationId xmlns:a16="http://schemas.microsoft.com/office/drawing/2014/main" id="{47EAEE68-C65E-C8C2-44CB-1ECCD753ADA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pic>
        <p:nvPicPr>
          <p:cNvPr id="10" name="Oracle Logo">
            <a:extLst xmlns:a="http://schemas.openxmlformats.org/drawingml/2006/main">
              <a:ext uri="{FF2B5EF4-FFF2-40B4-BE49-F238E27FC236}">
                <a16:creationId xmlns:a16="http://schemas.microsoft.com/office/drawing/2014/main" id="{008A33E2-F5CD-4810-BD59-86311A17C207}"/>
              </a:ext>
            </a:extLst>
          </p:cNvPr>
          <p:cNvPicPr>
            <a:picLocks xmlns:a="http://schemas.openxmlformats.org/drawingml/2006/main" noChangeAspect="1"/>
          </p:cNvPicPr>
          <p:nvPr/>
        </p:nvPicPr>
        <p:blipFill>
          <a:blip xmlns:r="http://schemas.openxmlformats.org/officeDocument/2006/relationships" xmlns:a="http://schemas.openxmlformats.org/drawingml/2006/main" r:embed="Rb30f733b187e431e">
            <a:extLst>
              <a:ext uri="{96DAC541-7B7A-43D3-8B79-37D633B846F1}">
                <asvg:svgBlip xmlns:asvg="http://schemas.microsoft.com/office/drawing/2016/SVG/main" r:embed="Rbc7f3349b3c747af"/>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pic>
        <p:nvPicPr>
          <p:cNvPr id="13" name="OTag">
            <a:extLst xmlns:a="http://schemas.openxmlformats.org/drawingml/2006/main">
              <a:ext uri="{FF2B5EF4-FFF2-40B4-BE49-F238E27FC236}">
                <a16:creationId xmlns:a16="http://schemas.microsoft.com/office/drawing/2014/main" id="{22AFE762-4C02-433C-A1BD-8501146E568D}"/>
              </a:ext>
            </a:extLst>
          </p:cNvPr>
          <p:cNvPicPr>
            <a:picLocks xmlns:a="http://schemas.openxmlformats.org/drawingml/2006/main" noChangeAspect="1"/>
          </p:cNvPicPr>
          <p:nvPr/>
        </p:nvPicPr>
        <p:blipFill>
          <a:blip xmlns:r="http://schemas.openxmlformats.org/officeDocument/2006/relationships" xmlns:a="http://schemas.openxmlformats.org/drawingml/2006/main" r:embed="R52e5540c9fc04ac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F6C8D001-5C68-50FD-8A15-9F62CD4FCCF2}"/>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xml><?xml version="1.0" encoding="utf-8"?>
<p:sldLayout xmlns:p="http://schemas.openxmlformats.org/presentationml/2006/main" preserve="1" userDrawn="1">
  <p:cSld name="Dark - Title_2">
    <p:bg>
      <p:bgRef idx="1001">
        <a:schemeClr xmlns:a="http://schemas.openxmlformats.org/drawingml/2006/main" val="bg1"/>
      </p:bgRef>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92A7232-5506-CF74-ABAC-596E66DF6213}"/>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BE95545E-FF7C-FA0C-6AC2-06B9FD536E40}"/>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2BE9B241-6CCA-C350-8E9C-CBFF15AC920B}"/>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D30678C3-79B5-61B9-5BD6-D4D2E38C4E2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pic>
        <p:nvPicPr>
          <p:cNvPr id="14" name="Picture 13">
            <a:extLst xmlns:a="http://schemas.openxmlformats.org/drawingml/2006/main">
              <a:ext uri="{FF2B5EF4-FFF2-40B4-BE49-F238E27FC236}">
                <a16:creationId xmlns:a16="http://schemas.microsoft.com/office/drawing/2014/main" id="{D47DEF41-1AC2-46AC-AFBF-E95F0EAF9885}"/>
              </a:ext>
            </a:extLst>
          </p:cNvPr>
          <p:cNvPicPr>
            <a:picLocks xmlns:a="http://schemas.openxmlformats.org/drawingml/2006/main" noChangeAspect="1"/>
          </p:cNvPicPr>
          <p:nvPr/>
        </p:nvPicPr>
        <p:blipFill>
          <a:blip xmlns:r="http://schemas.openxmlformats.org/officeDocument/2006/relationships" xmlns:a="http://schemas.openxmlformats.org/drawingml/2006/main" r:embed="Rbb41e98fae7b4b9a"/>
          <a:srcRect xmlns:a="http://schemas.openxmlformats.org/drawingml/2006/main" l="34250" t="0" r="0" b="38000"/>
          <a:stretch xmlns:a="http://schemas.openxmlformats.org/drawingml/2006/main"/>
        </p:blipFill>
        <p:spPr>
          <a:xfrm xmlns:a="http://schemas.openxmlformats.org/drawingml/2006/main">
            <a:off x="4175780" y="0"/>
            <a:ext cx="8016219" cy="4251947"/>
          </a:xfrm>
          <a:prstGeom xmlns:a="http://schemas.openxmlformats.org/drawingml/2006/main" prst="rect">
            <a:avLst/>
          </a:prstGeom>
        </p:spPr>
      </p:pic>
      <p:sp>
        <p:nvSpPr>
          <p:cNvPr id="5" name="Slide Number Placeholder 4">
            <a:extLst xmlns:a="http://schemas.openxmlformats.org/drawingml/2006/main">
              <a:ext uri="{FF2B5EF4-FFF2-40B4-BE49-F238E27FC236}">
                <a16:creationId xmlns:a16="http://schemas.microsoft.com/office/drawing/2014/main" id="{AE2FA60F-BC05-9DFE-3A03-811A5C61BAE6}"/>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3204F087-6972-AA39-00DB-C10EDEB80749}"/>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6891A512-3F6B-08FA-3574-4BF50D31E5E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85C8D04A-BE10-4B9B-B400-F476A37A059B}"/>
              </a:ext>
            </a:extLst>
          </p:cNvPr>
          <p:cNvPicPr>
            <a:picLocks xmlns:a="http://schemas.openxmlformats.org/drawingml/2006/main" noChangeAspect="1"/>
          </p:cNvPicPr>
          <p:nvPr/>
        </p:nvPicPr>
        <p:blipFill>
          <a:blip xmlns:r="http://schemas.openxmlformats.org/officeDocument/2006/relationships" xmlns:a="http://schemas.openxmlformats.org/drawingml/2006/main" r:embed="R4bd604d8929a4e2e">
            <a:extLst>
              <a:ext uri="{96DAC541-7B7A-43D3-8B79-37D633B846F1}">
                <asvg:svgBlip xmlns:asvg="http://schemas.microsoft.com/office/drawing/2016/SVG/main" r:embed="Re8276b37335f4efa"/>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5F9B697F-5404-108B-4B52-A27DAB8F742D}"/>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4.xml><?xml version="1.0" encoding="utf-8"?>
<p:sldLayout xmlns:p="http://schemas.openxmlformats.org/presentationml/2006/main" preserve="1" userDrawn="1">
  <p:cSld name="Light - Title_2">
    <p:bg>
      <p:bgRef idx="1001">
        <a:schemeClr xmlns:a="http://schemas.openxmlformats.org/drawingml/2006/main" val="bg2"/>
      </p:bgRef>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6204AF-CFD8-7CED-4E39-54AF670244A8}"/>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FC046655-F632-39CF-A827-AEF7BEDCA8A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396B045C-5351-70B5-4F7C-3804C75BD4B2}"/>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997BC39A-E5C4-5AD8-8642-A190BFB4DF55}"/>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pic>
        <p:nvPicPr>
          <p:cNvPr id="12" name="Picture 11">
            <a:extLst xmlns:a="http://schemas.openxmlformats.org/drawingml/2006/main">
              <a:ext uri="{FF2B5EF4-FFF2-40B4-BE49-F238E27FC236}">
                <a16:creationId xmlns:a16="http://schemas.microsoft.com/office/drawing/2014/main" id="{21290CAD-ECFD-4DB1-9D06-AE3FEFD3AA79}"/>
              </a:ext>
            </a:extLst>
          </p:cNvPr>
          <p:cNvPicPr>
            <a:picLocks xmlns:a="http://schemas.openxmlformats.org/drawingml/2006/main" noChangeAspect="1"/>
          </p:cNvPicPr>
          <p:nvPr/>
        </p:nvPicPr>
        <p:blipFill>
          <a:blip xmlns:r="http://schemas.openxmlformats.org/officeDocument/2006/relationships" xmlns:a="http://schemas.openxmlformats.org/drawingml/2006/main" r:embed="R0cd66085359b4693"/>
          <a:srcRect xmlns:a="http://schemas.openxmlformats.org/drawingml/2006/main" l="32750" t="0" r="0" b="38000"/>
          <a:stretch xmlns:a="http://schemas.openxmlformats.org/drawingml/2006/main"/>
        </p:blipFill>
        <p:spPr>
          <a:xfrm xmlns:a="http://schemas.openxmlformats.org/drawingml/2006/main">
            <a:off x="3992902" y="0"/>
            <a:ext cx="8199097" cy="4251948"/>
          </a:xfrm>
          <a:prstGeom xmlns:a="http://schemas.openxmlformats.org/drawingml/2006/main" prst="rect">
            <a:avLst/>
          </a:prstGeom>
        </p:spPr>
      </p:pic>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8B8EB78C-1A9E-4989-9140-CC4045607961}"/>
              </a:ext>
            </a:extLst>
          </p:cNvPr>
          <p:cNvPicPr>
            <a:picLocks xmlns:a="http://schemas.openxmlformats.org/drawingml/2006/main" noChangeAspect="1"/>
          </p:cNvPicPr>
          <p:nvPr/>
        </p:nvPicPr>
        <p:blipFill>
          <a:blip xmlns:r="http://schemas.openxmlformats.org/officeDocument/2006/relationships" xmlns:a="http://schemas.openxmlformats.org/drawingml/2006/main" r:embed="Ree31d33e485b464a">
            <a:extLst>
              <a:ext uri="{96DAC541-7B7A-43D3-8B79-37D633B846F1}">
                <asvg:svgBlip xmlns:asvg="http://schemas.microsoft.com/office/drawing/2016/SVG/main" r:embed="Rc02b5b6d79eb49a5"/>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F3B22FDD-1B93-0A37-25CC-77AE4A31F4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Title-full-image">
    <p:bg>
      <p:bgRef idx="1001">
        <a:schemeClr xmlns:a="http://schemas.openxmlformats.org/drawingml/2006/main" val="bg2"/>
      </p:bgRef>
    </p:bg>
    <p:spTree>
      <p:nvGrpSpPr>
        <p:cNvPr id="1" name=""/>
        <p:cNvGrpSpPr/>
        <p:nvPr/>
      </p:nvGrpSpPr>
      <p:grpSpPr>
        <a:xfrm xmlns:a="http://schemas.openxmlformats.org/drawingml/2006/main"/>
      </p:grpSpPr>
      <p:sp>
        <p:nvSpPr>
          <p:cNvPr id="11" name="Gradient overlay">
            <a:extLst xmlns:a="http://schemas.openxmlformats.org/drawingml/2006/main">
              <a:ext uri="{FF2B5EF4-FFF2-40B4-BE49-F238E27FC236}">
                <a16:creationId xmlns:a16="http://schemas.microsoft.com/office/drawing/2014/main" id="{E873D90A-E4A3-F78A-F391-D1DB29911070}"/>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rgbClr val="2A2F2F">
                  <a:alpha val="70000"/>
                </a:srgbClr>
              </a:gs>
              <a:gs pos="0">
                <a:schemeClr val="bg1"/>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Title">
            <a:extLst xmlns:a="http://schemas.openxmlformats.org/drawingml/2006/main">
              <a:ext uri="{FF2B5EF4-FFF2-40B4-BE49-F238E27FC236}">
                <a16:creationId xmlns:a16="http://schemas.microsoft.com/office/drawing/2014/main" id="{5E1C8E87-14CA-EB0A-B967-57776EF53426}"/>
              </a:ext>
            </a:extLst>
          </p:cNvPr>
          <p:cNvSpPr>
            <a:spLocks xmlns:a="http://schemas.openxmlformats.org/drawingml/2006/main" noGrp="1"/>
          </p:cNvSpPr>
          <p:nvPr>
            <p:ph type="ctrTitle" idx="0" hasCustomPrompt="1"/>
          </p:nvPr>
        </p:nvSpPr>
        <p:spPr>
          <a:xfrm xmlns:a="http://schemas.openxmlformats.org/drawingml/2006/main">
            <a:off x="792538" y="2148840"/>
            <a:ext cx="6583608"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General title</a:t>
            </a:r>
            <a:br/>
            <a:r>
              <a:t>(up to two lines)</a:t>
            </a:r>
          </a:p>
        </p:txBody>
      </p:sp>
      <p:sp>
        <p:nvSpPr>
          <p:cNvPr id="8" name="Subhead">
            <a:extLst xmlns:a="http://schemas.openxmlformats.org/drawingml/2006/main">
              <a:ext uri="{FF2B5EF4-FFF2-40B4-BE49-F238E27FC236}">
                <a16:creationId xmlns:a16="http://schemas.microsoft.com/office/drawing/2014/main" id="{9F13C004-6A96-3D61-9397-40C41F43523D}"/>
              </a:ext>
            </a:extLst>
          </p:cNvPr>
          <p:cNvSpPr>
            <a:spLocks xmlns:a="http://schemas.openxmlformats.org/drawingml/2006/main" noGrp="1"/>
          </p:cNvSpPr>
          <p:nvPr>
            <p:ph type="body" idx="33" hasCustomPrompt="1"/>
          </p:nvPr>
        </p:nvSpPr>
        <p:spPr>
          <a:xfrm xmlns:a="http://schemas.openxmlformats.org/drawingml/2006/main">
            <a:off x="792538" y="3519553"/>
            <a:ext cx="6583608"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9" name="Text Field">
            <a:extLst xmlns:a="http://schemas.openxmlformats.org/drawingml/2006/main">
              <a:ext uri="{FF2B5EF4-FFF2-40B4-BE49-F238E27FC236}">
                <a16:creationId xmlns:a16="http://schemas.microsoft.com/office/drawing/2014/main" id="{29BC5DBB-6459-FA83-A3C0-242C30783B69}"/>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12" name="Text Field 2">
            <a:extLst xmlns:a="http://schemas.openxmlformats.org/drawingml/2006/main">
              <a:ext uri="{FF2B5EF4-FFF2-40B4-BE49-F238E27FC236}">
                <a16:creationId xmlns:a16="http://schemas.microsoft.com/office/drawing/2014/main" id="{E4F8B91E-3CD8-7B6C-C073-0E255807CCEF}"/>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7" name="Oracle Logo">
            <a:extLst xmlns:a="http://schemas.openxmlformats.org/drawingml/2006/main">
              <a:ext uri="{FF2B5EF4-FFF2-40B4-BE49-F238E27FC236}">
                <a16:creationId xmlns:a16="http://schemas.microsoft.com/office/drawing/2014/main" id="{D701A0F9-8E9B-415A-8FE2-C43B88BCD9CB}"/>
              </a:ext>
            </a:extLst>
          </p:cNvPr>
          <p:cNvPicPr>
            <a:picLocks xmlns:a="http://schemas.openxmlformats.org/drawingml/2006/main" noChangeAspect="1"/>
          </p:cNvPicPr>
          <p:nvPr/>
        </p:nvPicPr>
        <p:blipFill>
          <a:blip xmlns:r="http://schemas.openxmlformats.org/officeDocument/2006/relationships" xmlns:a="http://schemas.openxmlformats.org/drawingml/2006/main" r:embed="Raeb9bfe9a22e4979">
            <a:extLst>
              <a:ext uri="{96DAC541-7B7A-43D3-8B79-37D633B846F1}">
                <asvg:svgBlip xmlns:asvg="http://schemas.microsoft.com/office/drawing/2016/SVG/main" r:embed="Ra36e2d854f364dd3"/>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0502ED2C-D10E-1DB4-3557-E5C9C7E4D23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6.xml><?xml version="1.0" encoding="utf-8"?>
<p:sldLayout xmlns:p="http://schemas.openxmlformats.org/presentationml/2006/main" preserve="1" userDrawn="1">
  <p:cSld name="Title/Cover_3">
    <p:bg>
      <p:bgPr>
        <a:blipFill xmlns:a="http://schemas.openxmlformats.org/drawingml/2006/main" rotWithShape="1">
          <a:blip xmlns:r="http://schemas.openxmlformats.org/officeDocument/2006/relationships" r:embed="R616491ca9995464d">
            <a:lum/>
          </a:blip>
          <a:srcRect l="0" t="0" r="0" b="0"/>
          <a:stretch>
            <a:fillRect l="0" t="0" r="0" b="0"/>
          </a:stretch>
        </a:blip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8745EE5B-9C14-4DF6-7ECF-3B850514DAA4}"/>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Health title </a:t>
            </a:r>
            <a:br/>
            <a:r>
              <a:t>Oracle Sans Tab Bold</a:t>
            </a:r>
          </a:p>
        </p:txBody>
      </p:sp>
      <p:sp>
        <p:nvSpPr>
          <p:cNvPr id="8" name="Subhead">
            <a:extLst xmlns:a="http://schemas.openxmlformats.org/drawingml/2006/main">
              <a:ext uri="{FF2B5EF4-FFF2-40B4-BE49-F238E27FC236}">
                <a16:creationId xmlns:a16="http://schemas.microsoft.com/office/drawing/2014/main" id="{963CCACE-E1BA-B49E-CFB8-0B77CDCFE79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9" name="Text Field">
            <a:extLst xmlns:a="http://schemas.openxmlformats.org/drawingml/2006/main">
              <a:ext uri="{FF2B5EF4-FFF2-40B4-BE49-F238E27FC236}">
                <a16:creationId xmlns:a16="http://schemas.microsoft.com/office/drawing/2014/main" id="{F8BD25F6-9734-8037-1C67-1A99384E68CA}"/>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12" name="Text Field 2">
            <a:extLst xmlns:a="http://schemas.openxmlformats.org/drawingml/2006/main">
              <a:ext uri="{FF2B5EF4-FFF2-40B4-BE49-F238E27FC236}">
                <a16:creationId xmlns:a16="http://schemas.microsoft.com/office/drawing/2014/main" id="{754A77E7-2B50-3BBF-5653-BC60AF4CA831}"/>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6" name="Footer Placeholder 5">
            <a:extLst xmlns:a="http://schemas.openxmlformats.org/drawingml/2006/main">
              <a:ext uri="{FF2B5EF4-FFF2-40B4-BE49-F238E27FC236}">
                <a16:creationId xmlns:a16="http://schemas.microsoft.com/office/drawing/2014/main" id="{1B6DA0C6-D822-15F6-04DD-B18D3E44619C}"/>
              </a:ext>
            </a:extLst>
          </p:cNvPr>
          <p:cNvSpPr>
            <a:spLocks xmlns:a="http://schemas.openxmlformats.org/drawingml/2006/main" noGrp="1"/>
          </p:cNvSpPr>
          <p:nvPr/>
        </p:nvSpPr>
        <p:spPr>
          <a:xfrm xmlns:a="http://schemas.openxmlformats.org/drawingml/2006/main">
            <a:off x="792538" y="5850115"/>
            <a:ext cx="6845809" cy="885046"/>
          </a:xfrm>
          <a:prstGeom xmlns:a="http://schemas.openxmlformats.org/drawingml/2006/main" prst="rect">
            <a:avLst/>
          </a:prstGeom>
        </p:spPr>
        <p:txBody>
          <a:bodyPr xmlns:a="http://schemas.openxmlformats.org/drawingml/2006/main" lIns="0" tIns="0" rIns="0" bIns="0" anchor="b"/>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r>
              <a:rPr sz="800">
                <a:solidFill>
                  <a:schemeClr val="tx1"/>
                </a:solidFill>
                <a:latin typeface="Oracle Sans Tab"/>
                <a:ea typeface="Oracle Sans Tab"/>
                <a:cs typeface="Oracle Sans Tab"/>
              </a:rPr>
              <a:t>Some regulatory certifications or registrations to products or services referenced on this website are held by Cerner Corporation. Cerner Corporation is a wholly-owned subsidiary of Oracle. Cerner Corporation is an ONC-certified health IT developer and a registered medical device manufacturer in the United States and other jurisdictions worldwide.</a:t>
            </a:r>
          </a:p>
        </p:txBody>
      </p:sp>
      <p:sp>
        <p:nvSpPr>
          <p:cNvPr id="5" name="Slide Number Placeholder 4">
            <a:extLst xmlns:a="http://schemas.openxmlformats.org/drawingml/2006/main">
              <a:ext uri="{FF2B5EF4-FFF2-40B4-BE49-F238E27FC236}">
                <a16:creationId xmlns:a16="http://schemas.microsoft.com/office/drawing/2014/main" id="{7240816A-A8A3-D504-F672-2ACA6ABC217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1C7B878C-7245-36C9-328A-025A91624A3E}"/>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F92E9260-E0B5-9C63-CE19-3A9F3785B887}"/>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F14D723D-BF87-4A6B-9F66-7692627C55CC}"/>
              </a:ext>
            </a:extLst>
          </p:cNvPr>
          <p:cNvPicPr>
            <a:picLocks xmlns:a="http://schemas.openxmlformats.org/drawingml/2006/main" noChangeAspect="1"/>
          </p:cNvPicPr>
          <p:nvPr/>
        </p:nvPicPr>
        <p:blipFill>
          <a:blip xmlns:r="http://schemas.openxmlformats.org/officeDocument/2006/relationships" xmlns:a="http://schemas.openxmlformats.org/drawingml/2006/main" r:embed="R3e65a1552ad74fc0">
            <a:extLst>
              <a:ext uri="{96DAC541-7B7A-43D3-8B79-37D633B846F1}">
                <asvg:svgBlip xmlns:asvg="http://schemas.microsoft.com/office/drawing/2016/SVG/main" r:embed="R366533b16e5845d2"/>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B9FBA5DC-EBA8-3759-0EF4-5D00C9CB65F1}"/>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7.xml><?xml version="1.0" encoding="utf-8"?>
<p:sldLayout xmlns:p="http://schemas.openxmlformats.org/presentationml/2006/main" preserve="1" userDrawn="1">
  <p:cSld name="Title/Cover_4">
    <p:bg>
      <p:bgPr>
        <a:blipFill xmlns:a="http://schemas.openxmlformats.org/drawingml/2006/main" rotWithShape="1">
          <a:blip xmlns:r="http://schemas.openxmlformats.org/officeDocument/2006/relationships" r:embed="Rce5fa30613164df3">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lvl="0">
              <a:lnSpc>
                <a:spcPct val="100000"/>
              </a:lnSpc>
              <a:buNone/>
            </a:pPr>
            <a:r>
              <a:t>Fusion Suite title</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pic>
        <p:nvPicPr>
          <p:cNvPr id="14" name="Oracle Logo">
            <a:extLst xmlns:a="http://schemas.openxmlformats.org/drawingml/2006/main">
              <a:ext uri="{FF2B5EF4-FFF2-40B4-BE49-F238E27FC236}">
                <a16:creationId xmlns:a16="http://schemas.microsoft.com/office/drawing/2014/main" id="{FAB3D5F3-2604-49B8-B77D-3B8F59141F2C}"/>
              </a:ext>
            </a:extLst>
          </p:cNvPr>
          <p:cNvPicPr>
            <a:picLocks xmlns:a="http://schemas.openxmlformats.org/drawingml/2006/main" noChangeAspect="1"/>
          </p:cNvPicPr>
          <p:nvPr/>
        </p:nvPicPr>
        <p:blipFill>
          <a:blip xmlns:r="http://schemas.openxmlformats.org/officeDocument/2006/relationships" xmlns:a="http://schemas.openxmlformats.org/drawingml/2006/main" r:embed="Raaa311e3399940ad">
            <a:extLst>
              <a:ext uri="{96DAC541-7B7A-43D3-8B79-37D633B846F1}">
                <asvg:svgBlip xmlns:asvg="http://schemas.microsoft.com/office/drawing/2016/SVG/main" r:embed="R82c53b228e684ff6"/>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Title/Cover_5">
    <p:bg>
      <p:bgPr>
        <a:blipFill xmlns:a="http://schemas.openxmlformats.org/drawingml/2006/main" rotWithShape="1">
          <a:blip xmlns:r="http://schemas.openxmlformats.org/officeDocument/2006/relationships" r:embed="R656d977f61c94ba9">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274040B-F0B7-0500-24CB-E40A3880817B}"/>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SCM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BB696622-2058-4C4E-FECA-34F1F6C4A20D}"/>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08AD1B2D-5265-AF61-4278-C58493F3B2D3}"/>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2BC9F5FB-2E6C-6C9C-FB33-0771B5305E3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68AE499B-EBAD-FB38-949F-59147DB0EA0A}"/>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5AB17156-07C5-6698-A84A-64A1E6FB711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E9AF2F7B-85CD-E771-2A37-0C490AADFAA0}"/>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F77657CF-818A-4E69-93A5-C3BE482324A9}"/>
              </a:ext>
            </a:extLst>
          </p:cNvPr>
          <p:cNvPicPr>
            <a:picLocks xmlns:a="http://schemas.openxmlformats.org/drawingml/2006/main" noChangeAspect="1"/>
          </p:cNvPicPr>
          <p:nvPr/>
        </p:nvPicPr>
        <p:blipFill>
          <a:blip xmlns:r="http://schemas.openxmlformats.org/officeDocument/2006/relationships" xmlns:a="http://schemas.openxmlformats.org/drawingml/2006/main" r:embed="R8266d0809c684be1">
            <a:extLst>
              <a:ext uri="{96DAC541-7B7A-43D3-8B79-37D633B846F1}">
                <asvg:svgBlip xmlns:asvg="http://schemas.microsoft.com/office/drawing/2016/SVG/main" r:embed="R71c9235fdd9647b8"/>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968E1C2E-E87B-195A-71AA-AC8BE8FEC015}"/>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9.xml><?xml version="1.0" encoding="utf-8"?>
<p:sldLayout xmlns:p="http://schemas.openxmlformats.org/presentationml/2006/main" preserve="1" userDrawn="1">
  <p:cSld name="Cover/Title_6">
    <p:bg>
      <p:bgPr>
        <a:blipFill xmlns:a="http://schemas.openxmlformats.org/drawingml/2006/main" rotWithShape="1">
          <a:blip xmlns:r="http://schemas.openxmlformats.org/officeDocument/2006/relationships" r:embed="R9c6ca10ed28245fd">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FFF5E92-4648-2480-5EFA-4514C715D5B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ERP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7184176C-647E-4FA4-7662-D8112ED77D3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A2EE897B-F943-19EE-12DF-51761821645F}"/>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CA1E31BC-14D4-B856-F073-5EA6A1E77BAC}"/>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543BB43F-1E4E-AE49-23A6-A224E6C2D0D7}"/>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504A6EC8-17D1-91B9-9CCB-FE079DA5ABF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EEF621B1-0D26-F83E-E0D2-4B478D80142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8AD0E4D1-80F8-4383-BE09-BFD4214A5562}"/>
              </a:ext>
            </a:extLst>
          </p:cNvPr>
          <p:cNvPicPr>
            <a:picLocks xmlns:a="http://schemas.openxmlformats.org/drawingml/2006/main" noChangeAspect="1"/>
          </p:cNvPicPr>
          <p:nvPr/>
        </p:nvPicPr>
        <p:blipFill>
          <a:blip xmlns:r="http://schemas.openxmlformats.org/officeDocument/2006/relationships" xmlns:a="http://schemas.openxmlformats.org/drawingml/2006/main" r:embed="Rccbc57eae1c84113">
            <a:extLst>
              <a:ext uri="{96DAC541-7B7A-43D3-8B79-37D633B846F1}">
                <asvg:svgBlip xmlns:asvg="http://schemas.microsoft.com/office/drawing/2016/SVG/main" r:embed="Ra753d435faf449d1"/>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4DD9731D-D638-ACED-0DBB-64723445203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0.xml><?xml version="1.0" encoding="utf-8"?>
<p:sldLayout xmlns:p="http://schemas.openxmlformats.org/presentationml/2006/main" preserve="1" userDrawn="1">
  <p:cSld name="Title/Cover_7">
    <p:bg>
      <p:bgPr>
        <a:blipFill xmlns:a="http://schemas.openxmlformats.org/drawingml/2006/main" rotWithShape="1">
          <a:blip xmlns:r="http://schemas.openxmlformats.org/officeDocument/2006/relationships" r:embed="R3aa8985058c047e1">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C249B44-5D03-EA20-14C6-F9C2A9AB50F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HCM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CFF1AD0F-A521-9C8E-1B0B-C0AAECD3307F}"/>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6525F097-D9EE-EA10-1A44-3D1D0CC4FBE0}"/>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AE7AB41E-99B0-7F6C-6D90-1255399A4F6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74811496-0F3F-2EFC-BF0D-44B4652D8EB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32DEED53-1C90-2AFF-D971-0E0179F6688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6C777348-8686-2E82-3270-E018943D1EF1}"/>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F60378D5-DA32-4893-89EC-7C6A3F148903}"/>
              </a:ext>
            </a:extLst>
          </p:cNvPr>
          <p:cNvPicPr>
            <a:picLocks xmlns:a="http://schemas.openxmlformats.org/drawingml/2006/main" noChangeAspect="1"/>
          </p:cNvPicPr>
          <p:nvPr/>
        </p:nvPicPr>
        <p:blipFill>
          <a:blip xmlns:r="http://schemas.openxmlformats.org/officeDocument/2006/relationships" xmlns:a="http://schemas.openxmlformats.org/drawingml/2006/main" r:embed="R55c2c194043b4e96">
            <a:extLst>
              <a:ext uri="{96DAC541-7B7A-43D3-8B79-37D633B846F1}">
                <asvg:svgBlip xmlns:asvg="http://schemas.microsoft.com/office/drawing/2016/SVG/main" r:embed="Rf7f7b56b1ef44ad1"/>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11" name="Accent mark">
            <a:extLst xmlns:a="http://schemas.openxmlformats.org/drawingml/2006/main">
              <a:ext uri="{FF2B5EF4-FFF2-40B4-BE49-F238E27FC236}">
                <a16:creationId xmlns:a16="http://schemas.microsoft.com/office/drawing/2014/main" id="{6D3CBBA4-EC09-8E88-4264-A0AC9E8827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1.xml><?xml version="1.0" encoding="utf-8"?>
<p:sldLayout xmlns:p="http://schemas.openxmlformats.org/presentationml/2006/main" preserve="1" userDrawn="1">
  <p:cSld name="Title/Cover_8">
    <p:bg>
      <p:bgPr>
        <a:blipFill xmlns:a="http://schemas.openxmlformats.org/drawingml/2006/main" rotWithShape="1">
          <a:blip xmlns:r="http://schemas.openxmlformats.org/officeDocument/2006/relationships" r:embed="R2e3182f0218843be">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568EDC7-82E8-C0FD-23C9-5E2F85B327A1}"/>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CX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061B9EB2-A1F6-2571-35A5-B192ACB03AE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6F8D591A-4D00-D5F4-4A83-1E71D6FEAED4}"/>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10E9E6D4-F5CC-7C97-90BB-4EDFBE9AA1B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350795E3-D122-12B5-7C04-44DCB3D36801}"/>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15748CF8-F274-FB47-CAED-F7B6DBFAB05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495B2ADA-461A-FD6A-5CF8-C6DF73B366A2}"/>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0" name="Oracle Logo">
            <a:extLst xmlns:a="http://schemas.openxmlformats.org/drawingml/2006/main">
              <a:ext uri="{FF2B5EF4-FFF2-40B4-BE49-F238E27FC236}">
                <a16:creationId xmlns:a16="http://schemas.microsoft.com/office/drawing/2014/main" id="{A9CC6833-8E7D-4D16-978B-E7E835B035DB}"/>
              </a:ext>
            </a:extLst>
          </p:cNvPr>
          <p:cNvPicPr>
            <a:picLocks xmlns:a="http://schemas.openxmlformats.org/drawingml/2006/main" noChangeAspect="1"/>
          </p:cNvPicPr>
          <p:nvPr/>
        </p:nvPicPr>
        <p:blipFill>
          <a:blip xmlns:r="http://schemas.openxmlformats.org/officeDocument/2006/relationships" xmlns:a="http://schemas.openxmlformats.org/drawingml/2006/main" r:embed="R961d2fddabe44675">
            <a:extLst>
              <a:ext uri="{96DAC541-7B7A-43D3-8B79-37D633B846F1}">
                <asvg:svgBlip xmlns:asvg="http://schemas.microsoft.com/office/drawing/2016/SVG/main" r:embed="R9e95095b13af48ce"/>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7E4F3939-5D2F-6AB9-8C71-5E770E6D42B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Title/Cover_9">
    <p:bg>
      <p:bgPr>
        <a:blipFill xmlns:a="http://schemas.openxmlformats.org/drawingml/2006/main" rotWithShape="1">
          <a:blip xmlns:r="http://schemas.openxmlformats.org/officeDocument/2006/relationships" r:embed="Rc2c0f23fb6234b10">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888C5F5-89ED-967B-54C7-2A5658D9383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OCI and database title</a:t>
            </a:r>
            <a:br/>
            <a:r>
              <a:t>Oracle Sans Tab Bold</a:t>
            </a:r>
          </a:p>
        </p:txBody>
      </p:sp>
      <p:sp>
        <p:nvSpPr>
          <p:cNvPr id="7" name="Subhead">
            <a:extLst xmlns:a="http://schemas.openxmlformats.org/drawingml/2006/main">
              <a:ext uri="{FF2B5EF4-FFF2-40B4-BE49-F238E27FC236}">
                <a16:creationId xmlns:a16="http://schemas.microsoft.com/office/drawing/2014/main" id="{AB3DC633-5D2F-CD08-25C4-AE0E6A2B5A5A}"/>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i="0">
                <a:solidFill>
                  <a:schemeClr val="tx1"/>
                </a:solidFill>
                <a:latin typeface="Oracle Sans Tab"/>
                <a:ea typeface="Oracle Sans Tab"/>
                <a:cs typeface="Oracle Sans Tab"/>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8" name="Text Field">
            <a:extLst xmlns:a="http://schemas.openxmlformats.org/drawingml/2006/main">
              <a:ext uri="{FF2B5EF4-FFF2-40B4-BE49-F238E27FC236}">
                <a16:creationId xmlns:a16="http://schemas.microsoft.com/office/drawing/2014/main" id="{20484561-BBEE-F46D-7F67-EB225BA5D34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lvl="0">
              <a:buNone/>
            </a:pPr>
            <a:r>
              <a:t>Name</a:t>
            </a:r>
          </a:p>
        </p:txBody>
      </p:sp>
      <p:sp>
        <p:nvSpPr>
          <p:cNvPr id="9" name="Text Field 2">
            <a:extLst xmlns:a="http://schemas.openxmlformats.org/drawingml/2006/main">
              <a:ext uri="{FF2B5EF4-FFF2-40B4-BE49-F238E27FC236}">
                <a16:creationId xmlns:a16="http://schemas.microsoft.com/office/drawing/2014/main" id="{5A2D3ACC-958E-B38F-BE81-FBB225FDED02}"/>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sp>
        <p:nvSpPr>
          <p:cNvPr id="5" name="Slide Number Placeholder 4">
            <a:extLst xmlns:a="http://schemas.openxmlformats.org/drawingml/2006/main">
              <a:ext uri="{FF2B5EF4-FFF2-40B4-BE49-F238E27FC236}">
                <a16:creationId xmlns:a16="http://schemas.microsoft.com/office/drawing/2014/main" id="{E1DF1B72-C1BE-74C1-FB93-E6FBEBCD12E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642B772F-C699-22CD-0BF9-575EC207655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739DA1F-4B89-6385-9E78-4753D410919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2" name="Oracle Logo">
            <a:extLst xmlns:a="http://schemas.openxmlformats.org/drawingml/2006/main">
              <a:ext uri="{FF2B5EF4-FFF2-40B4-BE49-F238E27FC236}">
                <a16:creationId xmlns:a16="http://schemas.microsoft.com/office/drawing/2014/main" id="{BEFD3905-273C-42E6-83E7-B125038A3959}"/>
              </a:ext>
            </a:extLst>
          </p:cNvPr>
          <p:cNvPicPr>
            <a:picLocks xmlns:a="http://schemas.openxmlformats.org/drawingml/2006/main" noChangeAspect="1"/>
          </p:cNvPicPr>
          <p:nvPr/>
        </p:nvPicPr>
        <p:blipFill>
          <a:blip xmlns:r="http://schemas.openxmlformats.org/officeDocument/2006/relationships" xmlns:a="http://schemas.openxmlformats.org/drawingml/2006/main" r:embed="R8576218960a042c0">
            <a:extLst>
              <a:ext uri="{96DAC541-7B7A-43D3-8B79-37D633B846F1}">
                <asvg:svgBlip xmlns:asvg="http://schemas.microsoft.com/office/drawing/2016/SVG/main" r:embed="Radb3e8e7bc834424"/>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11" name="Accent mark">
            <a:extLst xmlns:a="http://schemas.openxmlformats.org/drawingml/2006/main">
              <a:ext uri="{FF2B5EF4-FFF2-40B4-BE49-F238E27FC236}">
                <a16:creationId xmlns:a16="http://schemas.microsoft.com/office/drawing/2014/main" id="{F974F57F-EE1C-2E13-9B52-D64DDE2DF98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3.xml><?xml version="1.0" encoding="utf-8"?>
<p:sldLayout xmlns:p="http://schemas.openxmlformats.org/presentationml/2006/main" preserve="1" userDrawn="1">
  <p:cSld name="Title/Cover_10">
    <p:bg>
      <p:bgPr>
        <a:blipFill xmlns:a="http://schemas.openxmlformats.org/drawingml/2006/main" rotWithShape="1">
          <a:blip xmlns:r="http://schemas.openxmlformats.org/officeDocument/2006/relationships" r:embed="R0c06758360fd4ec5">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lvl="0">
              <a:lnSpc>
                <a:spcPct val="100000"/>
              </a:lnSpc>
              <a:buNone/>
            </a:pPr>
            <a:r>
              <a:t>Developer Title</a:t>
            </a:r>
            <a:br/>
            <a:r>
              <a:t>Oracle Sans Tab</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1000"/>
              </a:spcBef>
              <a:spcAft>
                <a:spcPts val="0"/>
              </a:spcAft>
              <a:buClrTx/>
              <a:buSzTx/>
              <a:buFont typeface="Arial"/>
              <a:buNone/>
              <a:defRPr sz="24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Presenter’s Title</a:t>
            </a:r>
          </a:p>
          <a:p xmlns:a="http://schemas.openxmlformats.org/drawingml/2006/main">
            <a:pPr lvl="0">
              <a:buNone/>
            </a:pPr>
            <a:r>
              <a:t>Organization, Division or Business Unit</a:t>
            </a:r>
          </a:p>
          <a:p xmlns:a="http://schemas.openxmlformats.org/drawingml/2006/main">
            <a:pPr lvl="0">
              <a:buNone/>
            </a:pPr>
            <a:r>
              <a:t>Month 00, 2023</a:t>
            </a:r>
          </a:p>
        </p:txBody>
      </p:sp>
      <p:pic>
        <p:nvPicPr>
          <p:cNvPr id="14" name="Oracle Logo">
            <a:extLst xmlns:a="http://schemas.openxmlformats.org/drawingml/2006/main">
              <a:ext uri="{FF2B5EF4-FFF2-40B4-BE49-F238E27FC236}">
                <a16:creationId xmlns:a16="http://schemas.microsoft.com/office/drawing/2014/main" id="{117777CA-5D98-4D9F-AC18-0C952498EB13}"/>
              </a:ext>
            </a:extLst>
          </p:cNvPr>
          <p:cNvPicPr>
            <a:picLocks xmlns:a="http://schemas.openxmlformats.org/drawingml/2006/main" noChangeAspect="1"/>
          </p:cNvPicPr>
          <p:nvPr/>
        </p:nvPicPr>
        <p:blipFill>
          <a:blip xmlns:r="http://schemas.openxmlformats.org/officeDocument/2006/relationships" xmlns:a="http://schemas.openxmlformats.org/drawingml/2006/main" r:embed="R1bee743de8174d98">
            <a:extLst>
              <a:ext uri="{96DAC541-7B7A-43D3-8B79-37D633B846F1}">
                <asvg:svgBlip xmlns:asvg="http://schemas.microsoft.com/office/drawing/2016/SVG/main" r:embed="R4dd557c909d1414a"/>
              </a:ext>
            </a:extLst>
          </a:blip>
          <a:srcRect xmlns:a="http://schemas.openxmlformats.org/drawingml/2006/main" l="0" t="0" r="0" b="0"/>
          <a:stretch xmlns:a="http://schemas.openxmlformats.org/drawingml/2006/main"/>
        </p:blipFill>
        <p:spPr>
          <a:xfrm xmlns:a="http://schemas.openxmlformats.org/drawingml/2006/main">
            <a:off x="730669" y="1132368"/>
            <a:ext cx="1524893" cy="320039"/>
          </a:xfrm>
          <a:prstGeom xmlns:a="http://schemas.openxmlformats.org/drawingml/2006/main" prst="rect">
            <a:avLst/>
          </a:prstGeom>
        </p:spPr>
      </p:pic>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4.xml><?xml version="1.0" encoding="utf-8"?>
<p:sldLayout xmlns:p="http://schemas.openxmlformats.org/presentationml/2006/main" preserve="1" userDrawn="1">
  <p:cSld name="Section-full-image">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Gradient overlay">
            <a:extLst xmlns:a="http://schemas.openxmlformats.org/drawingml/2006/main">
              <a:ext uri="{FF2B5EF4-FFF2-40B4-BE49-F238E27FC236}">
                <a16:creationId xmlns:a16="http://schemas.microsoft.com/office/drawing/2014/main" id="{02A90784-90AA-1B27-460D-B876463465E4}"/>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rgbClr val="2A2F2F">
                  <a:alpha val="70000"/>
                </a:srgbClr>
              </a:gs>
              <a:gs pos="0">
                <a:schemeClr val="bg1"/>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itle 5">
            <a:extLst xmlns:a="http://schemas.openxmlformats.org/drawingml/2006/main">
              <a:ext uri="{FF2B5EF4-FFF2-40B4-BE49-F238E27FC236}">
                <a16:creationId xmlns:a16="http://schemas.microsoft.com/office/drawing/2014/main" id="{2A8370DC-7E17-3B48-B968-7FBF1A513E5D}"/>
              </a:ext>
            </a:extLst>
          </p:cNvPr>
          <p:cNvSpPr>
            <a:spLocks xmlns:a="http://schemas.openxmlformats.org/drawingml/2006/main" noGrp="1"/>
          </p:cNvSpPr>
          <p:nvPr>
            <p:ph type="title" idx="0" hasCustomPrompt="1"/>
          </p:nvPr>
        </p:nvSpPr>
        <p:spPr>
          <a:xfrm xmlns:a="http://schemas.openxmlformats.org/drawingml/2006/main">
            <a:off x="768871" y="2337132"/>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solidFill>
                  <a:schemeClr val="tx1"/>
                </a:solidFill>
                <a:latin typeface="Oracle Sans Tab"/>
                <a:ea typeface="Oracle Sans Tab"/>
                <a:cs typeface="Oracle Sans Tab"/>
              </a:defRPr>
            </a:lvl1pPr>
          </a:lstStyle>
          <a:p xmlns:a="http://schemas.openxmlformats.org/drawingml/2006/main">
            <a:pPr lvl="0">
              <a:lnSpc>
                <a:spcPct val="100000"/>
              </a:lnSpc>
              <a:buNone/>
            </a:pPr>
            <a:r>
              <a:t>Cross-pillar, Industries, and General Divider Title</a:t>
            </a:r>
          </a:p>
        </p:txBody>
      </p:sp>
      <p:sp>
        <p:nvSpPr>
          <p:cNvPr id="11" name="Slide Number Placeholder 7">
            <a:extLst xmlns:a="http://schemas.openxmlformats.org/drawingml/2006/main">
              <a:ext uri="{FF2B5EF4-FFF2-40B4-BE49-F238E27FC236}">
                <a16:creationId xmlns:a16="http://schemas.microsoft.com/office/drawing/2014/main" id="{F080221B-C8EC-00E9-AA2D-F8C154AA3CA5}"/>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13" name="Footer Placeholder 4">
            <a:extLst xmlns:a="http://schemas.openxmlformats.org/drawingml/2006/main">
              <a:ext uri="{FF2B5EF4-FFF2-40B4-BE49-F238E27FC236}">
                <a16:creationId xmlns:a16="http://schemas.microsoft.com/office/drawing/2014/main" id="{6C539CEF-A482-43F9-5E0C-FBA849CD6ADB}"/>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15" name="Date Placeholder 2">
            <a:extLst xmlns:a="http://schemas.openxmlformats.org/drawingml/2006/main">
              <a:ext uri="{FF2B5EF4-FFF2-40B4-BE49-F238E27FC236}">
                <a16:creationId xmlns:a16="http://schemas.microsoft.com/office/drawing/2014/main" id="{F9083701-4310-37DF-B760-F9C5578E1E79}"/>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4" name="Subhead">
            <a:extLst xmlns:a="http://schemas.openxmlformats.org/drawingml/2006/main">
              <a:ext uri="{FF2B5EF4-FFF2-40B4-BE49-F238E27FC236}">
                <a16:creationId xmlns:a16="http://schemas.microsoft.com/office/drawing/2014/main" id="{AC267B18-559A-5001-F10C-C0FCF070F435}"/>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Tree>
  </p:cSld>
</p:sldLayout>
</file>

<file path=ppt/slideLayouts/slideLayout15.xml><?xml version="1.0" encoding="utf-8"?>
<p:sldLayout xmlns:p="http://schemas.openxmlformats.org/presentationml/2006/main" preserve="1" userDrawn="1">
  <p:cSld name="Light - Divider_Image">
    <p:bg>
      <p:bgRef idx="1001">
        <a:schemeClr xmlns:a="http://schemas.openxmlformats.org/drawingml/2006/main" val="bg2"/>
      </p:bgRef>
    </p:bg>
    <p:spTree>
      <p:nvGrpSpPr>
        <p:cNvPr id="1" name=""/>
        <p:cNvGrpSpPr/>
        <p:nvPr/>
      </p:nvGrpSpPr>
      <p:grpSpPr>
        <a:xfrm xmlns:a="http://schemas.openxmlformats.org/drawingml/2006/main"/>
      </p:grpSpPr>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213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General divider with image</a:t>
            </a:r>
          </a:p>
        </p:txBody>
      </p:sp>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6000" cy="6858000"/>
          </a:xfrm>
          <a:custGeom xmlns:a="http://schemas.openxmlformats.org/drawingml/2006/main">
            <a:gdLst>
              <a:gd name="connsiteX0" fmla="*/ 0 w 6096000"/>
              <a:gd name="connsiteY0" fmla="*/ 0 h 6858000"/>
              <a:gd name="connsiteX1" fmla="*/ 6096000 w 6096000"/>
              <a:gd name="connsiteY1" fmla="*/ 0 h 6858000"/>
              <a:gd name="connsiteX2" fmla="*/ 6096000 w 6096000"/>
              <a:gd name="connsiteY2" fmla="*/ 6858000 h 6858000"/>
              <a:gd name="connsiteX3" fmla="*/ 5699731 w 6096000"/>
              <a:gd name="connsiteY3" fmla="*/ 6858000 h 6858000"/>
              <a:gd name="connsiteX4" fmla="*/ 5699731 w 6096000"/>
              <a:gd name="connsiteY4" fmla="*/ 6464808 h 6858000"/>
              <a:gd name="connsiteX5" fmla="*/ 5306539 w 6096000"/>
              <a:gd name="connsiteY5" fmla="*/ 6464808 h 6858000"/>
              <a:gd name="connsiteX6" fmla="*/ 5306539 w 6096000"/>
              <a:gd name="connsiteY6" fmla="*/ 6858000 h 6858000"/>
              <a:gd name="connsiteX7" fmla="*/ 0 w 6096000"/>
              <a:gd name="connsiteY7" fmla="*/ 6858000 h 6858000"/>
            </a:gdLst>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97377"/>
            <a:ext cx="2743200" cy="363500"/>
          </a:xfrm>
        </p:spPr>
        <p:txBody>
          <a:bodyPr xmlns:a="http://schemas.openxmlformats.org/drawingml/2006/main"/>
          <a:lstStyle xmlns:a="http://schemas.openxmlformats.org/drawingml/2006/main"/>
          <a:p xmlns:a="http://schemas.openxmlformats.org/drawingml/2006/main">
            <a:r>
              <a:t>[Date]</a:t>
            </a:r>
            <a:endParaRP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6" name="OTag">
            <a:extLst xmlns:a="http://schemas.openxmlformats.org/drawingml/2006/main">
              <a:ext uri="{FF2B5EF4-FFF2-40B4-BE49-F238E27FC236}">
                <a16:creationId xmlns:a16="http://schemas.microsoft.com/office/drawing/2014/main" id="{04CAFBB5-D3D8-4A33-88DA-D9BF5F97BF58}"/>
              </a:ext>
            </a:extLst>
          </p:cNvPr>
          <p:cNvPicPr>
            <a:picLocks xmlns:a="http://schemas.openxmlformats.org/drawingml/2006/main" noChangeAspect="1"/>
          </p:cNvPicPr>
          <p:nvPr/>
        </p:nvPicPr>
        <p:blipFill>
          <a:blip xmlns:r="http://schemas.openxmlformats.org/officeDocument/2006/relationships" xmlns:a="http://schemas.openxmlformats.org/drawingml/2006/main" r:embed="R941c1c9dc2524a8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9" name="Accent mark">
            <a:extLst xmlns:a="http://schemas.openxmlformats.org/drawingml/2006/main">
              <a:ext uri="{FF2B5EF4-FFF2-40B4-BE49-F238E27FC236}">
                <a16:creationId xmlns:a16="http://schemas.microsoft.com/office/drawing/2014/main" id="{EF7E4D86-EF60-0FEC-3E94-F74C96841A9C}"/>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 name="Subhead">
            <a:extLst xmlns:a="http://schemas.openxmlformats.org/drawingml/2006/main">
              <a:ext uri="{FF2B5EF4-FFF2-40B4-BE49-F238E27FC236}">
                <a16:creationId xmlns:a16="http://schemas.microsoft.com/office/drawing/2014/main" id="{A763B6F6-4DFA-26D0-D8A9-4B0B1409391D}"/>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Tree>
  </p:cSld>
</p:sldLayout>
</file>

<file path=ppt/slideLayouts/slideLayout16.xml><?xml version="1.0" encoding="utf-8"?>
<p:sldLayout xmlns:p="http://schemas.openxmlformats.org/presentationml/2006/main" preserve="1" userDrawn="1">
  <p:cSld name="Dark- Divider_Image">
    <p:bg>
      <p:bgRef idx="1001">
        <a:schemeClr xmlns:a="http://schemas.openxmlformats.org/drawingml/2006/main" val="bg2"/>
      </p:bgRef>
    </p:bg>
    <p:spTree>
      <p:nvGrpSpPr>
        <p:cNvPr id="1" name=""/>
        <p:cNvGrpSpPr/>
        <p:nvPr/>
      </p:nvGrpSpPr>
      <p:grpSpPr>
        <a:xfrm xmlns:a="http://schemas.openxmlformats.org/drawingml/2006/main"/>
      </p:grpSpPr>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9048" cy="6858000"/>
          </a:xfrm>
          <a:custGeom xmlns:a="http://schemas.openxmlformats.org/drawingml/2006/main">
            <a:gdLst>
              <a:gd name="connsiteX0" fmla="*/ 0 w 6096000"/>
              <a:gd name="connsiteY0" fmla="*/ 0 h 6858000"/>
              <a:gd name="connsiteX1" fmla="*/ 6096000 w 6096000"/>
              <a:gd name="connsiteY1" fmla="*/ 0 h 6858000"/>
              <a:gd name="connsiteX2" fmla="*/ 6096000 w 6096000"/>
              <a:gd name="connsiteY2" fmla="*/ 6858000 h 6858000"/>
              <a:gd name="connsiteX3" fmla="*/ 5699731 w 6096000"/>
              <a:gd name="connsiteY3" fmla="*/ 6858000 h 6858000"/>
              <a:gd name="connsiteX4" fmla="*/ 5699731 w 6096000"/>
              <a:gd name="connsiteY4" fmla="*/ 6464808 h 6858000"/>
              <a:gd name="connsiteX5" fmla="*/ 5306539 w 6096000"/>
              <a:gd name="connsiteY5" fmla="*/ 6464808 h 6858000"/>
              <a:gd name="connsiteX6" fmla="*/ 5306539 w 6096000"/>
              <a:gd name="connsiteY6" fmla="*/ 6858000 h 6858000"/>
              <a:gd name="connsiteX7" fmla="*/ 0 w 6096000"/>
              <a:gd name="connsiteY7" fmla="*/ 6858000 h 6858000"/>
            </a:gdLst>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891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lvl="0">
              <a:lnSpc>
                <a:spcPct val="100000"/>
              </a:lnSpc>
              <a:buNone/>
            </a:pPr>
            <a:r>
              <a:t>General divider with image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938"/>
            <a:ext cx="2743200" cy="363500"/>
          </a:xfrm>
        </p:spPr>
        <p:txBody>
          <a:bodyPr xmlns:a="http://schemas.openxmlformats.org/drawingml/2006/main"/>
          <a:lstStyle xmlns:a="http://schemas.openxmlformats.org/drawingml/2006/main"/>
          <a:p xmlns:a="http://schemas.openxmlformats.org/drawingml/2006/main">
            <a:r>
              <a:t>[Date]</a:t>
            </a:r>
            <a:endParaRP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6" name="OTag">
            <a:extLst xmlns:a="http://schemas.openxmlformats.org/drawingml/2006/main">
              <a:ext uri="{FF2B5EF4-FFF2-40B4-BE49-F238E27FC236}">
                <a16:creationId xmlns:a16="http://schemas.microsoft.com/office/drawing/2014/main" id="{5480AD25-D7FA-46B2-B1FF-D223EA01A20B}"/>
              </a:ext>
            </a:extLst>
          </p:cNvPr>
          <p:cNvPicPr>
            <a:picLocks xmlns:a="http://schemas.openxmlformats.org/drawingml/2006/main" noChangeAspect="1"/>
          </p:cNvPicPr>
          <p:nvPr/>
        </p:nvPicPr>
        <p:blipFill>
          <a:blip xmlns:r="http://schemas.openxmlformats.org/officeDocument/2006/relationships" xmlns:a="http://schemas.openxmlformats.org/drawingml/2006/main" r:embed="Rac89a81cc4494864"/>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D8947E02-814A-79D0-C68B-4A7749394CC0}"/>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Subhead">
            <a:extLst xmlns:a="http://schemas.openxmlformats.org/drawingml/2006/main">
              <a:ext uri="{FF2B5EF4-FFF2-40B4-BE49-F238E27FC236}">
                <a16:creationId xmlns:a16="http://schemas.microsoft.com/office/drawing/2014/main" id="{C91DD99A-805D-7654-58A3-D6532DB17964}"/>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Tree>
  </p:cSld>
</p:sldLayout>
</file>

<file path=ppt/slideLayouts/slideLayout17.xml><?xml version="1.0" encoding="utf-8"?>
<p:sldLayout xmlns:p="http://schemas.openxmlformats.org/presentationml/2006/main" preserve="1" userDrawn="1">
  <p:cSld name="Light - Divider">
    <p:bg>
      <p:bgRef idx="1001">
        <a:schemeClr xmlns:a="http://schemas.openxmlformats.org/drawingml/2006/main" val="bg2"/>
      </p:bgRef>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pic>
        <p:nvPicPr>
          <p:cNvPr id="15" name="Picture 14">
            <a:extLst xmlns:a="http://schemas.openxmlformats.org/drawingml/2006/main">
              <a:ext uri="{FF2B5EF4-FFF2-40B4-BE49-F238E27FC236}">
                <a16:creationId xmlns:a16="http://schemas.microsoft.com/office/drawing/2014/main" id="{D512A64B-B1F8-47A8-9F17-ABE963371E96}"/>
              </a:ext>
            </a:extLst>
          </p:cNvPr>
          <p:cNvPicPr>
            <a:picLocks xmlns:a="http://schemas.openxmlformats.org/drawingml/2006/main" noChangeAspect="1"/>
          </p:cNvPicPr>
          <p:nvPr/>
        </p:nvPicPr>
        <p:blipFill>
          <a:blip xmlns:r="http://schemas.openxmlformats.org/officeDocument/2006/relationships" xmlns:a="http://schemas.openxmlformats.org/drawingml/2006/main" r:embed="Rcf78c4baded5472e"/>
          <a:srcRect xmlns:a="http://schemas.openxmlformats.org/drawingml/2006/main" l="44000" t="0" r="0" b="0"/>
          <a:stretch xmlns:a="http://schemas.openxmlformats.org/drawingml/2006/main"/>
        </p:blipFill>
        <p:spPr>
          <a:xfrm xmlns:a="http://schemas.openxmlformats.org/drawingml/2006/main">
            <a:off x="5364488" y="0"/>
            <a:ext cx="6827512" cy="6858000"/>
          </a:xfrm>
          <a:prstGeom xmlns:a="http://schemas.openxmlformats.org/drawingml/2006/main" prst="rect">
            <a:avLst/>
          </a:prstGeom>
        </p:spPr>
      </p:pic>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8.xml><?xml version="1.0" encoding="utf-8"?>
<p:sldLayout xmlns:p="http://schemas.openxmlformats.org/presentationml/2006/main" preserve="1" userDrawn="1">
  <p:cSld name="Dark - Divider">
    <p:bg>
      <p:bgPr>
        <a:solidFill xmlns:a="http://schemas.openxmlformats.org/drawingml/2006/main">
          <a:schemeClr val="bg2"/>
        </a:solid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pic>
        <p:nvPicPr>
          <p:cNvPr id="15" name="Picture 14">
            <a:extLst xmlns:a="http://schemas.openxmlformats.org/drawingml/2006/main">
              <a:ext uri="{FF2B5EF4-FFF2-40B4-BE49-F238E27FC236}">
                <a16:creationId xmlns:a16="http://schemas.microsoft.com/office/drawing/2014/main" id="{15C9EF81-E745-4077-84BA-238EF29D7848}"/>
              </a:ext>
            </a:extLst>
          </p:cNvPr>
          <p:cNvPicPr>
            <a:picLocks xmlns:a="http://schemas.openxmlformats.org/drawingml/2006/main" noChangeAspect="1"/>
          </p:cNvPicPr>
          <p:nvPr/>
        </p:nvPicPr>
        <p:blipFill>
          <a:blip xmlns:r="http://schemas.openxmlformats.org/officeDocument/2006/relationships" xmlns:a="http://schemas.openxmlformats.org/drawingml/2006/main" r:embed="Rc514c46f3a2b4678"/>
          <a:srcRect xmlns:a="http://schemas.openxmlformats.org/drawingml/2006/main" l="44000" t="0" r="0" b="0"/>
          <a:stretch xmlns:a="http://schemas.openxmlformats.org/drawingml/2006/main"/>
        </p:blipFill>
        <p:spPr>
          <a:xfrm xmlns:a="http://schemas.openxmlformats.org/drawingml/2006/main">
            <a:off x="5364488" y="0"/>
            <a:ext cx="6827512" cy="6858000"/>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9.xml><?xml version="1.0" encoding="utf-8"?>
<p:sldLayout xmlns:p="http://schemas.openxmlformats.org/presentationml/2006/main" preserve="1" userDrawn="1">
  <p:cSld name="Divider_3">
    <p:bg>
      <p:bgPr>
        <a:blipFill xmlns:a="http://schemas.openxmlformats.org/drawingml/2006/main" rotWithShape="1">
          <a:blip xmlns:r="http://schemas.openxmlformats.org/officeDocument/2006/relationships" r:embed="R564c40ea2bbb4e56">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Health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B4CEE7C3-7EA8-C568-7AA2-03C7BCB4D72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0.xml><?xml version="1.0" encoding="utf-8"?>
<p:sldLayout xmlns:p="http://schemas.openxmlformats.org/presentationml/2006/main" preserve="1" userDrawn="1">
  <p:cSld name="Divider_4">
    <p:bg>
      <p:bgPr>
        <a:blipFill xmlns:a="http://schemas.openxmlformats.org/drawingml/2006/main" rotWithShape="1">
          <a:blip xmlns:r="http://schemas.openxmlformats.org/officeDocument/2006/relationships" r:embed="R92df1a175efa4936">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Fusion Suite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1.xml><?xml version="1.0" encoding="utf-8"?>
<p:sldLayout xmlns:p="http://schemas.openxmlformats.org/presentationml/2006/main" preserve="1" userDrawn="1">
  <p:cSld name="Divider_5">
    <p:bg>
      <p:bgPr>
        <a:blipFill xmlns:a="http://schemas.openxmlformats.org/drawingml/2006/main" rotWithShape="1">
          <a:blip xmlns:r="http://schemas.openxmlformats.org/officeDocument/2006/relationships" r:embed="R46040c49b02b4996">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lvl="0">
              <a:lnSpc>
                <a:spcPct val="100000"/>
              </a:lnSpc>
              <a:buNone/>
            </a:pPr>
            <a:r>
              <a:t>SCM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61CB4AAC-156D-8F42-3B43-592451DF558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2.xml><?xml version="1.0" encoding="utf-8"?>
<p:sldLayout xmlns:p="http://schemas.openxmlformats.org/presentationml/2006/main" preserve="1" userDrawn="1">
  <p:cSld name="Divider_6">
    <p:bg>
      <p:bgPr>
        <a:blipFill xmlns:a="http://schemas.openxmlformats.org/drawingml/2006/main" rotWithShape="1">
          <a:blip xmlns:r="http://schemas.openxmlformats.org/officeDocument/2006/relationships" r:embed="Raad33349013b462a">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lvl="0">
              <a:lnSpc>
                <a:spcPct val="100000"/>
              </a:lnSpc>
              <a:buNone/>
            </a:pPr>
            <a:r>
              <a:t>ERP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BADA839C-E71A-1637-3B8E-ADCB8BC4BE7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3.xml><?xml version="1.0" encoding="utf-8"?>
<p:sldLayout xmlns:p="http://schemas.openxmlformats.org/presentationml/2006/main" preserve="1" userDrawn="1">
  <p:cSld name="Divider_7">
    <p:bg>
      <p:bgPr>
        <a:blipFill xmlns:a="http://schemas.openxmlformats.org/drawingml/2006/main" rotWithShape="1">
          <a:blip xmlns:r="http://schemas.openxmlformats.org/officeDocument/2006/relationships" r:embed="R653aa3106d2c4c5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HCM Section </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AD2D13D9-5F9B-66C0-EF23-46B9931F9314}"/>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4.xml><?xml version="1.0" encoding="utf-8"?>
<p:sldLayout xmlns:p="http://schemas.openxmlformats.org/presentationml/2006/main" preserve="1" userDrawn="1">
  <p:cSld name="Divider_8">
    <p:bg>
      <p:bgPr>
        <a:blipFill xmlns:a="http://schemas.openxmlformats.org/drawingml/2006/main" rotWithShape="1">
          <a:blip xmlns:r="http://schemas.openxmlformats.org/officeDocument/2006/relationships" r:embed="Rd0f40b105fbf4e47">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CX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9FE68091-5CE6-8692-5C8A-45B15B0580E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5.xml><?xml version="1.0" encoding="utf-8"?>
<p:sldLayout xmlns:p="http://schemas.openxmlformats.org/presentationml/2006/main" preserve="1" userDrawn="1">
  <p:cSld name="Divider_9">
    <p:bg>
      <p:bgPr>
        <a:blipFill xmlns:a="http://schemas.openxmlformats.org/drawingml/2006/main" rotWithShape="1">
          <a:blip xmlns:r="http://schemas.openxmlformats.org/officeDocument/2006/relationships" r:embed="R15365612939e478c">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OCI and database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4364F74D-D1B7-957A-69E2-40ADCE3043E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6.xml><?xml version="1.0" encoding="utf-8"?>
<p:sldLayout xmlns:p="http://schemas.openxmlformats.org/presentationml/2006/main" preserve="1" userDrawn="1">
  <p:cSld name="Divider_10">
    <p:bg>
      <p:bgPr>
        <a:blipFill xmlns:a="http://schemas.openxmlformats.org/drawingml/2006/main" rotWithShape="1">
          <a:blip xmlns:r="http://schemas.openxmlformats.org/officeDocument/2006/relationships" r:embed="R83cf7ec8604148d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lvl="0">
              <a:lnSpc>
                <a:spcPct val="100000"/>
              </a:lnSpc>
              <a:buNone/>
            </a:pPr>
            <a:r>
              <a:t>Dev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marR="0" indent="0" algn="l" defTabSz="914400">
              <a:lnSpc>
                <a:spcPct val="100000"/>
              </a:lnSpc>
              <a:spcBef>
                <a:spcPts val="600"/>
              </a:spcBef>
              <a:spcAft>
                <a:spcPts val="0"/>
              </a:spcAft>
              <a:buClrTx/>
              <a:buSzTx/>
              <a:buFont typeface="Arial"/>
              <a:buNone/>
              <a:defRPr sz="2000" b="0">
                <a:solidFill>
                  <a:schemeClr val="tx1"/>
                </a:solidFill>
              </a:defRPr>
            </a:lvl1pPr>
          </a:lstStyle>
          <a:p xmlns:a="http://schemas.openxmlformats.org/drawingml/2006/main">
            <a:pPr marL="0" marR="0" lvl="0" indent="0" algn="l" defTabSz="914400">
              <a:lnSpc>
                <a:spcPct val="90000"/>
              </a:lnSpc>
              <a:spcBef>
                <a:spcPts val="1000"/>
              </a:spcBef>
              <a:spcAft>
                <a:spcPts val="0"/>
              </a:spcAft>
              <a:buClrTx/>
              <a:buSzTx/>
              <a:buFont typeface="Arial"/>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endParaRP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27.xml><?xml version="1.0" encoding="utf-8"?>
<p:sldLayout xmlns:p="http://schemas.openxmlformats.org/presentationml/2006/main" preserve="1" userDrawn="1">
  <p:cSld name="Dark - Impact Statement">
    <p:bg>
      <p:bgRef idx="1001">
        <a:schemeClr xmlns:a="http://schemas.openxmlformats.org/drawingml/2006/main" val="bg2"/>
      </p:bgRef>
    </p:bg>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9EC57117-0EA9-4C55-BE64-15C342B0CDCC}"/>
              </a:ext>
            </a:extLst>
          </p:cNvPr>
          <p:cNvPicPr>
            <a:picLocks xmlns:a="http://schemas.openxmlformats.org/drawingml/2006/main" noChangeAspect="1"/>
          </p:cNvPicPr>
          <p:nvPr/>
        </p:nvPicPr>
        <p:blipFill>
          <a:blip xmlns:r="http://schemas.openxmlformats.org/officeDocument/2006/relationships" xmlns:a="http://schemas.openxmlformats.org/drawingml/2006/main" r:embed="Re0a389d9f66a45d2"/>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10671048"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sp>
        <p:nvSpPr>
          <p:cNvPr id="2" name="Slide Number Placeholder 5">
            <a:extLst xmlns:a="http://schemas.openxmlformats.org/drawingml/2006/main">
              <a:ext uri="{FF2B5EF4-FFF2-40B4-BE49-F238E27FC236}">
                <a16:creationId xmlns:a16="http://schemas.microsoft.com/office/drawing/2014/main" id="{9F0B1098-7D41-10CB-C5CD-2254F1A42B95}"/>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4" name="Footer Placeholder 4">
            <a:extLst xmlns:a="http://schemas.openxmlformats.org/drawingml/2006/main">
              <a:ext uri="{FF2B5EF4-FFF2-40B4-BE49-F238E27FC236}">
                <a16:creationId xmlns:a16="http://schemas.microsoft.com/office/drawing/2014/main" id="{058C9C89-6343-52FD-C281-6396A1ADC580}"/>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F9876E5E-4D7F-5B32-636A-7AAD60A2DF72}"/>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pic>
        <p:nvPicPr>
          <p:cNvPr id="7" name="OTag">
            <a:extLst xmlns:a="http://schemas.openxmlformats.org/drawingml/2006/main">
              <a:ext uri="{FF2B5EF4-FFF2-40B4-BE49-F238E27FC236}">
                <a16:creationId xmlns:a16="http://schemas.microsoft.com/office/drawing/2014/main" id="{701038A6-A0D1-4766-98B1-1BD46E5371EE}"/>
              </a:ext>
            </a:extLst>
          </p:cNvPr>
          <p:cNvPicPr>
            <a:picLocks xmlns:a="http://schemas.openxmlformats.org/drawingml/2006/main" noChangeAspect="1"/>
          </p:cNvPicPr>
          <p:nvPr/>
        </p:nvPicPr>
        <p:blipFill>
          <a:blip xmlns:r="http://schemas.openxmlformats.org/officeDocument/2006/relationships" xmlns:a="http://schemas.openxmlformats.org/drawingml/2006/main" r:embed="R75a3250964da49e1"/>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Tree>
  </p:cSld>
</p:sldLayout>
</file>

<file path=ppt/slideLayouts/slideLayout28.xml><?xml version="1.0" encoding="utf-8"?>
<p:sldLayout xmlns:p="http://schemas.openxmlformats.org/presentationml/2006/main" preserve="1" userDrawn="1">
  <p:cSld name="Light - Impact Statement">
    <p:bg>
      <p:bgRef idx="1001">
        <a:schemeClr xmlns:a="http://schemas.openxmlformats.org/drawingml/2006/main" val="bg2"/>
      </p:bgRef>
    </p:bg>
    <p:spTree>
      <p:nvGrpSpPr>
        <p:cNvPr id="1" name=""/>
        <p:cNvGrpSpPr/>
        <p:nvPr/>
      </p:nvGrpSpPr>
      <p:grpSpPr>
        <a:xfrm xmlns:a="http://schemas.openxmlformats.org/drawingml/2006/main"/>
      </p:grpSpPr>
      <p:pic>
        <p:nvPicPr>
          <p:cNvPr id="5" name="Picture 4">
            <a:extLst xmlns:a="http://schemas.openxmlformats.org/drawingml/2006/main">
              <a:ext uri="{FF2B5EF4-FFF2-40B4-BE49-F238E27FC236}">
                <a16:creationId xmlns:a16="http://schemas.microsoft.com/office/drawing/2014/main" id="{50839F92-E31F-4278-AE3F-049C31E5FA18}"/>
              </a:ext>
            </a:extLst>
          </p:cNvPr>
          <p:cNvPicPr>
            <a:picLocks xmlns:a="http://schemas.openxmlformats.org/drawingml/2006/main" noChangeAspect="1"/>
          </p:cNvPicPr>
          <p:nvPr/>
        </p:nvPicPr>
        <p:blipFill>
          <a:blip xmlns:r="http://schemas.openxmlformats.org/officeDocument/2006/relationships" xmlns:a="http://schemas.openxmlformats.org/drawingml/2006/main" r:embed="Ra6527c7f79c74041"/>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10671048"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sp>
        <p:nvSpPr>
          <p:cNvPr id="2" name="Slide Number Placeholder 5">
            <a:extLst xmlns:a="http://schemas.openxmlformats.org/drawingml/2006/main">
              <a:ext uri="{FF2B5EF4-FFF2-40B4-BE49-F238E27FC236}">
                <a16:creationId xmlns:a16="http://schemas.microsoft.com/office/drawing/2014/main" id="{9F0B1098-7D41-10CB-C5CD-2254F1A42B95}"/>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4" name="Footer Placeholder 4">
            <a:extLst xmlns:a="http://schemas.openxmlformats.org/drawingml/2006/main">
              <a:ext uri="{FF2B5EF4-FFF2-40B4-BE49-F238E27FC236}">
                <a16:creationId xmlns:a16="http://schemas.microsoft.com/office/drawing/2014/main" id="{058C9C89-6343-52FD-C281-6396A1ADC580}"/>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F9876E5E-4D7F-5B32-636A-7AAD60A2DF72}"/>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pic>
        <p:nvPicPr>
          <p:cNvPr id="7" name="OTag">
            <a:extLst xmlns:a="http://schemas.openxmlformats.org/drawingml/2006/main">
              <a:ext uri="{FF2B5EF4-FFF2-40B4-BE49-F238E27FC236}">
                <a16:creationId xmlns:a16="http://schemas.microsoft.com/office/drawing/2014/main" id="{E13A8DD1-EEF1-445A-A6D4-A549F9480EE3}"/>
              </a:ext>
            </a:extLst>
          </p:cNvPr>
          <p:cNvPicPr>
            <a:picLocks xmlns:a="http://schemas.openxmlformats.org/drawingml/2006/main" noChangeAspect="1"/>
          </p:cNvPicPr>
          <p:nvPr/>
        </p:nvPicPr>
        <p:blipFill>
          <a:blip xmlns:r="http://schemas.openxmlformats.org/officeDocument/2006/relationships" xmlns:a="http://schemas.openxmlformats.org/drawingml/2006/main" r:embed="R1d4f0ad9992c419b"/>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Tree>
  </p:cSld>
</p:sldLayout>
</file>

<file path=ppt/slideLayouts/slideLayout29.xml><?xml version="1.0" encoding="utf-8"?>
<p:sldLayout xmlns:p="http://schemas.openxmlformats.org/presentationml/2006/main" preserve="1" userDrawn="1">
  <p:cSld name="Dark - Quote with Data Texture Background">
    <p:bg>
      <p:bgPr>
        <a:solidFill xmlns:a="http://schemas.openxmlformats.org/drawingml/2006/main">
          <a:schemeClr val="bg2"/>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solidFill>
                  <a:schemeClr val="tx1"/>
                </a:solidFill>
                <a:latin typeface="+mj-lt"/>
                <a:ea typeface="+mj-lt"/>
                <a:cs typeface="+mj-lt"/>
              </a:defRPr>
            </a:lvl1pPr>
          </a:lstStyle>
          <a:p xmlns:a="http://schemas.openxmlformats.org/drawingml/2006/main">
            <a:pPr lvl="0">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solidFill>
                  <a:schemeClr val="tx1"/>
                </a:solidFill>
              </a:defRPr>
            </a:lvl1pPr>
          </a:lstStyle>
          <a:p xmlns:a="http://schemas.openxmlformats.org/drawingml/2006/main">
            <a:pPr lvl="0">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solidFill>
                  <a:schemeClr val="tx1"/>
                </a:solidFill>
              </a:defRPr>
            </a:lvl1pPr>
          </a:lstStyle>
          <a:p xmlns:a="http://schemas.openxmlformats.org/drawingml/2006/main">
            <a:pPr lvl="0">
              <a:buNone/>
            </a:pPr>
            <a:r>
              <a:t>Additional information if needed</a:t>
            </a:r>
          </a:p>
        </p:txBody>
      </p:sp>
      <p:sp>
        <p:nvSpPr>
          <p:cNvPr id="3" name="Content Placeholder 2">
            <a:extLst xmlns:a="http://schemas.openxmlformats.org/drawingml/2006/main">
              <a:ext uri="{FF2B5EF4-FFF2-40B4-BE49-F238E27FC236}">
                <a16:creationId xmlns:a16="http://schemas.microsoft.com/office/drawing/2014/main" id="{37E74DE0-55D3-42EA-9474-DC8A5193EF88}"/>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lvl="0">
              <a:buNone/>
            </a:pPr>
            <a:r>
              <a:t>Click to add logo</a:t>
            </a:r>
          </a:p>
        </p:txBody>
      </p:sp>
      <p:sp>
        <p:nvSpPr>
          <p:cNvPr id="2" name="Slide Number Placeholder 7">
            <a:extLst xmlns:a="http://schemas.openxmlformats.org/drawingml/2006/main">
              <a:ext uri="{FF2B5EF4-FFF2-40B4-BE49-F238E27FC236}">
                <a16:creationId xmlns:a16="http://schemas.microsoft.com/office/drawing/2014/main" id="{3EE0829F-0C0A-8B14-23B2-7530A6A0E366}"/>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4" name="Footer Placeholder 6">
            <a:extLst xmlns:a="http://schemas.openxmlformats.org/drawingml/2006/main">
              <a:ext uri="{FF2B5EF4-FFF2-40B4-BE49-F238E27FC236}">
                <a16:creationId xmlns:a16="http://schemas.microsoft.com/office/drawing/2014/main" id="{C06B0B6E-E8C5-4063-ACF6-B009B2CBC7AB}"/>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7" name="Date Placeholder 4">
            <a:extLst xmlns:a="http://schemas.openxmlformats.org/drawingml/2006/main">
              <a:ext uri="{FF2B5EF4-FFF2-40B4-BE49-F238E27FC236}">
                <a16:creationId xmlns:a16="http://schemas.microsoft.com/office/drawing/2014/main" id="{FDD33E2D-BC02-BFC7-0F5C-D56B792CBEA2}"/>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5" name="Accent mark">
            <a:extLst xmlns:a="http://schemas.openxmlformats.org/drawingml/2006/main">
              <a:ext uri="{FF2B5EF4-FFF2-40B4-BE49-F238E27FC236}">
                <a16:creationId xmlns:a16="http://schemas.microsoft.com/office/drawing/2014/main" id="{E30FF1A2-459E-3E06-ED1E-7EEEFE917498}"/>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6" name="Graphic 5">
            <a:extLst xmlns:a="http://schemas.openxmlformats.org/drawingml/2006/main">
              <a:ext uri="{FF2B5EF4-FFF2-40B4-BE49-F238E27FC236}">
                <a16:creationId xmlns:a16="http://schemas.microsoft.com/office/drawing/2014/main" id="{80015378-287C-464C-8A12-8BFFC6C366BD}"/>
              </a:ext>
            </a:extLst>
          </p:cNvPr>
          <p:cNvPicPr>
            <a:picLocks xmlns:a="http://schemas.openxmlformats.org/drawingml/2006/main" noChangeAspect="1"/>
          </p:cNvPicPr>
          <p:nvPr/>
        </p:nvPicPr>
        <p:blipFill>
          <a:blip xmlns:r="http://schemas.openxmlformats.org/officeDocument/2006/relationships" xmlns:a="http://schemas.openxmlformats.org/drawingml/2006/main" r:embed="R10c23531a97e4c0c">
            <a:extLst>
              <a:ext uri="{96DAC541-7B7A-43D3-8B79-37D633B846F1}">
                <asvg:svgBlip xmlns:asvg="http://schemas.microsoft.com/office/drawing/2016/SVG/main" r:embed="Rbcff84bdde314187"/>
              </a:ext>
            </a:extLst>
          </a:blip>
          <a:srcRect xmlns:a="http://schemas.openxmlformats.org/drawingml/2006/main" l="5687" t="0" r="0" b="27270"/>
          <a:stretch xmlns:a="http://schemas.openxmlformats.org/drawingml/2006/main"/>
        </p:blipFill>
        <p:spPr>
          <a:xfrm xmlns:a="http://schemas.openxmlformats.org/drawingml/2006/main">
            <a:off x="4188201" y="1"/>
            <a:ext cx="8003799" cy="4114800"/>
          </a:xfrm>
          <a:prstGeom xmlns:a="http://schemas.openxmlformats.org/drawingml/2006/main" prst="rect">
            <a:avLst/>
          </a:prstGeom>
        </p:spPr>
      </p:pic>
    </p:spTree>
  </p:cSld>
</p:sldLayout>
</file>

<file path=ppt/slideLayouts/slideLayout30.xml><?xml version="1.0" encoding="utf-8"?>
<p:sldLayout xmlns:p="http://schemas.openxmlformats.org/presentationml/2006/main" preserve="1" userDrawn="1">
  <p:cSld name="Light - Quote with Data Texture Background">
    <p:bg>
      <p:bgRef idx="1001">
        <a:schemeClr xmlns:a="http://schemas.openxmlformats.org/drawingml/2006/main" val="bg2"/>
      </p:bgRef>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latin typeface="+mj-lt"/>
                <a:ea typeface="+mj-lt"/>
                <a:cs typeface="+mj-lt"/>
              </a:defRPr>
            </a:lvl1pPr>
          </a:lstStyle>
          <a:p xmlns:a="http://schemas.openxmlformats.org/drawingml/2006/main">
            <a:pPr lvl="0">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Additional information if needed</a:t>
            </a:r>
          </a:p>
        </p:txBody>
      </p:sp>
      <p:sp>
        <p:nvSpPr>
          <p:cNvPr id="9" name="Slide Number Placeholder 8">
            <a:extLst xmlns:a="http://schemas.openxmlformats.org/drawingml/2006/main">
              <a:ext uri="{FF2B5EF4-FFF2-40B4-BE49-F238E27FC236}">
                <a16:creationId xmlns:a16="http://schemas.microsoft.com/office/drawing/2014/main" id="{0F5130C2-E640-4887-BCA9-090F40084C88}"/>
              </a:ext>
            </a:extLst>
          </p:cNvPr>
          <p:cNvSpPr>
            <a:spLocks xmlns:a="http://schemas.openxmlformats.org/drawingml/2006/main" noGrp="1"/>
          </p:cNvSpPr>
          <p:nvPr>
            <p:ph type="sldNum" idx="44"/>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8" name="Footer Placeholder 7">
            <a:extLst xmlns:a="http://schemas.openxmlformats.org/drawingml/2006/main">
              <a:ext uri="{FF2B5EF4-FFF2-40B4-BE49-F238E27FC236}">
                <a16:creationId xmlns:a16="http://schemas.microsoft.com/office/drawing/2014/main" id="{144FDBCE-E35C-4859-AD9D-93665BD69FD5}"/>
              </a:ext>
            </a:extLst>
          </p:cNvPr>
          <p:cNvSpPr>
            <a:spLocks xmlns:a="http://schemas.openxmlformats.org/drawingml/2006/main" noGrp="1"/>
          </p:cNvSpPr>
          <p:nvPr>
            <p:ph type="ftr" idx="43"/>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6" name="Date Placeholder 5">
            <a:extLst xmlns:a="http://schemas.openxmlformats.org/drawingml/2006/main">
              <a:ext uri="{FF2B5EF4-FFF2-40B4-BE49-F238E27FC236}">
                <a16:creationId xmlns:a16="http://schemas.microsoft.com/office/drawing/2014/main" id="{F17ECA2C-4CF8-48ED-893A-2958F9909B90}"/>
              </a:ext>
            </a:extLst>
          </p:cNvPr>
          <p:cNvSpPr>
            <a:spLocks xmlns:a="http://schemas.openxmlformats.org/drawingml/2006/main" noGrp="1"/>
          </p:cNvSpPr>
          <p:nvPr>
            <p:ph type="dt" idx="42"/>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2" name="Content Placeholder 2">
            <a:extLst xmlns:a="http://schemas.openxmlformats.org/drawingml/2006/main">
              <a:ext uri="{FF2B5EF4-FFF2-40B4-BE49-F238E27FC236}">
                <a16:creationId xmlns:a16="http://schemas.microsoft.com/office/drawing/2014/main" id="{768D3CF0-D6A4-3493-A61E-C80959981BE3}"/>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lvl="0">
              <a:buNone/>
            </a:pPr>
            <a:r>
              <a:t>Click to add logo</a:t>
            </a:r>
          </a:p>
        </p:txBody>
      </p:sp>
      <p:sp>
        <p:nvSpPr>
          <p:cNvPr id="3" name="Accent mark">
            <a:extLst xmlns:a="http://schemas.openxmlformats.org/drawingml/2006/main">
              <a:ext uri="{FF2B5EF4-FFF2-40B4-BE49-F238E27FC236}">
                <a16:creationId xmlns:a16="http://schemas.microsoft.com/office/drawing/2014/main" id="{9CBADFAD-5852-9F31-3F6B-B4A294448DE2}"/>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7" name="Graphic 6">
            <a:extLst xmlns:a="http://schemas.openxmlformats.org/drawingml/2006/main">
              <a:ext uri="{FF2B5EF4-FFF2-40B4-BE49-F238E27FC236}">
                <a16:creationId xmlns:a16="http://schemas.microsoft.com/office/drawing/2014/main" id="{83B7C5C5-D229-4DDE-958B-A190D5BBFF01}"/>
              </a:ext>
            </a:extLst>
          </p:cNvPr>
          <p:cNvPicPr>
            <a:picLocks xmlns:a="http://schemas.openxmlformats.org/drawingml/2006/main" noChangeAspect="1"/>
          </p:cNvPicPr>
          <p:nvPr/>
        </p:nvPicPr>
        <p:blipFill>
          <a:blip xmlns:r="http://schemas.openxmlformats.org/officeDocument/2006/relationships" xmlns:a="http://schemas.openxmlformats.org/drawingml/2006/main" r:embed="Rf6dbc5295918413d">
            <a:extLst>
              <a:ext uri="{96DAC541-7B7A-43D3-8B79-37D633B846F1}">
                <asvg:svgBlip xmlns:asvg="http://schemas.microsoft.com/office/drawing/2016/SVG/main" r:embed="Rcc53c1e219d74965"/>
              </a:ext>
            </a:extLst>
          </a:blip>
          <a:srcRect xmlns:a="http://schemas.openxmlformats.org/drawingml/2006/main" l="5687" t="0" r="0" b="27270"/>
          <a:stretch xmlns:a="http://schemas.openxmlformats.org/drawingml/2006/main"/>
        </p:blipFill>
        <p:spPr>
          <a:xfrm xmlns:a="http://schemas.openxmlformats.org/drawingml/2006/main">
            <a:off x="4188201" y="0"/>
            <a:ext cx="8003799" cy="4114800"/>
          </a:xfrm>
          <a:prstGeom xmlns:a="http://schemas.openxmlformats.org/drawingml/2006/main" prst="rect">
            <a:avLst/>
          </a:prstGeom>
        </p:spPr>
      </p:pic>
    </p:spTree>
  </p:cSld>
</p:sldLayout>
</file>

<file path=ppt/slideLayouts/slideLayout31.xml><?xml version="1.0" encoding="utf-8"?>
<p:sldLayout xmlns:p="http://schemas.openxmlformats.org/presentationml/2006/main" preserve="1" userDrawn="1">
  <p:cSld name="Dark - Quote, Picture, and logo">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lvl="0">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32887" y="4911127"/>
            <a:ext cx="5853145"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32887" y="5248720"/>
            <a:ext cx="5853145"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Additional information if needed</a:t>
            </a:r>
          </a:p>
        </p:txBody>
      </p:sp>
      <p:sp>
        <p:nvSpPr>
          <p:cNvPr id="9" name="Picture Placeholder 5">
            <a:extLst xmlns:a="http://schemas.openxmlformats.org/drawingml/2006/main">
              <a:ext uri="{FF2B5EF4-FFF2-40B4-BE49-F238E27FC236}">
                <a16:creationId xmlns:a16="http://schemas.microsoft.com/office/drawing/2014/main" id="{DFB04560-5A82-4303-F4F4-247222B350E0}"/>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gdLst>
              <a:gd name="connsiteX0" fmla="*/ 0 w 5087890"/>
              <a:gd name="connsiteY0" fmla="*/ 0 h 6372666"/>
              <a:gd name="connsiteX1" fmla="*/ 3962495 w 5087890"/>
              <a:gd name="connsiteY1" fmla="*/ 0 h 6372666"/>
              <a:gd name="connsiteX2" fmla="*/ 3996914 w 5087890"/>
              <a:gd name="connsiteY2" fmla="*/ 31198 h 6372666"/>
              <a:gd name="connsiteX3" fmla="*/ 5087890 w 5087890"/>
              <a:gd name="connsiteY3" fmla="*/ 2657920 h 6372666"/>
              <a:gd name="connsiteX4" fmla="*/ 1363066 w 5087890"/>
              <a:gd name="connsiteY4" fmla="*/ 6372666 h 6372666"/>
              <a:gd name="connsiteX5" fmla="*/ 82347 w 5087890"/>
              <a:gd name="connsiteY5" fmla="*/ 6147256 h 6372666"/>
              <a:gd name="connsiteX6" fmla="*/ 0 w 5087890"/>
              <a:gd name="connsiteY6" fmla="*/ 6114876 h 6372666"/>
              <a:gd name="connsiteX0" fmla="*/ 0 w 5249971"/>
              <a:gd name="connsiteY0" fmla="*/ 0 h 6372666"/>
              <a:gd name="connsiteX1" fmla="*/ 3962495 w 5249971"/>
              <a:gd name="connsiteY1" fmla="*/ 0 h 6372666"/>
              <a:gd name="connsiteX2" fmla="*/ 4226946 w 5249971"/>
              <a:gd name="connsiteY2" fmla="*/ 231614 h 6372666"/>
              <a:gd name="connsiteX3" fmla="*/ 5087890 w 5249971"/>
              <a:gd name="connsiteY3" fmla="*/ 2657920 h 6372666"/>
              <a:gd name="connsiteX4" fmla="*/ 1363066 w 5249971"/>
              <a:gd name="connsiteY4" fmla="*/ 6372666 h 6372666"/>
              <a:gd name="connsiteX5" fmla="*/ 82347 w 5249971"/>
              <a:gd name="connsiteY5" fmla="*/ 6147256 h 6372666"/>
              <a:gd name="connsiteX6" fmla="*/ 0 w 5249971"/>
              <a:gd name="connsiteY6" fmla="*/ 6114876 h 6372666"/>
              <a:gd name="connsiteX7" fmla="*/ 0 w 5249971"/>
              <a:gd name="connsiteY7" fmla="*/ 0 h 6372666"/>
              <a:gd name="connsiteX0" fmla="*/ 0 w 5247320"/>
              <a:gd name="connsiteY0" fmla="*/ 0 h 6372666"/>
              <a:gd name="connsiteX1" fmla="*/ 3962495 w 5247320"/>
              <a:gd name="connsiteY1" fmla="*/ 0 h 6372666"/>
              <a:gd name="connsiteX2" fmla="*/ 4226946 w 5247320"/>
              <a:gd name="connsiteY2" fmla="*/ 231614 h 6372666"/>
              <a:gd name="connsiteX3" fmla="*/ 5087890 w 5247320"/>
              <a:gd name="connsiteY3" fmla="*/ 2657920 h 6372666"/>
              <a:gd name="connsiteX4" fmla="*/ 1363066 w 5247320"/>
              <a:gd name="connsiteY4" fmla="*/ 6372666 h 6372666"/>
              <a:gd name="connsiteX5" fmla="*/ 82347 w 5247320"/>
              <a:gd name="connsiteY5" fmla="*/ 6147256 h 6372666"/>
              <a:gd name="connsiteX6" fmla="*/ 0 w 5247320"/>
              <a:gd name="connsiteY6" fmla="*/ 6114876 h 6372666"/>
              <a:gd name="connsiteX7" fmla="*/ 0 w 5247320"/>
              <a:gd name="connsiteY7" fmla="*/ 0 h 6372666"/>
              <a:gd name="connsiteX0" fmla="*/ 0 w 5247320"/>
              <a:gd name="connsiteY0" fmla="*/ 0 h 6372666"/>
              <a:gd name="connsiteX1" fmla="*/ 4516662 w 5247320"/>
              <a:gd name="connsiteY1" fmla="*/ 10548 h 6372666"/>
              <a:gd name="connsiteX2" fmla="*/ 4226946 w 5247320"/>
              <a:gd name="connsiteY2" fmla="*/ 231614 h 6372666"/>
              <a:gd name="connsiteX3" fmla="*/ 5087890 w 5247320"/>
              <a:gd name="connsiteY3" fmla="*/ 2657920 h 6372666"/>
              <a:gd name="connsiteX4" fmla="*/ 1363066 w 5247320"/>
              <a:gd name="connsiteY4" fmla="*/ 6372666 h 6372666"/>
              <a:gd name="connsiteX5" fmla="*/ 82347 w 5247320"/>
              <a:gd name="connsiteY5" fmla="*/ 6147256 h 6372666"/>
              <a:gd name="connsiteX6" fmla="*/ 0 w 5247320"/>
              <a:gd name="connsiteY6" fmla="*/ 6114876 h 6372666"/>
              <a:gd name="connsiteX7" fmla="*/ 0 w 5247320"/>
              <a:gd name="connsiteY7" fmla="*/ 0 h 6372666"/>
              <a:gd name="connsiteX0" fmla="*/ 0 w 5365577"/>
              <a:gd name="connsiteY0" fmla="*/ 0 h 6372666"/>
              <a:gd name="connsiteX1" fmla="*/ 4516662 w 5365577"/>
              <a:gd name="connsiteY1" fmla="*/ 10548 h 6372666"/>
              <a:gd name="connsiteX2" fmla="*/ 4655641 w 5365577"/>
              <a:gd name="connsiteY2" fmla="*/ 526964 h 6372666"/>
              <a:gd name="connsiteX3" fmla="*/ 5087890 w 5365577"/>
              <a:gd name="connsiteY3" fmla="*/ 2657920 h 6372666"/>
              <a:gd name="connsiteX4" fmla="*/ 1363066 w 5365577"/>
              <a:gd name="connsiteY4" fmla="*/ 6372666 h 6372666"/>
              <a:gd name="connsiteX5" fmla="*/ 82347 w 5365577"/>
              <a:gd name="connsiteY5" fmla="*/ 6147256 h 6372666"/>
              <a:gd name="connsiteX6" fmla="*/ 0 w 5365577"/>
              <a:gd name="connsiteY6" fmla="*/ 6114876 h 6372666"/>
              <a:gd name="connsiteX7" fmla="*/ 0 w 5365577"/>
              <a:gd name="connsiteY7" fmla="*/ 0 h 6372666"/>
              <a:gd name="connsiteX0" fmla="*/ 0 w 5288223"/>
              <a:gd name="connsiteY0" fmla="*/ 0 h 6372666"/>
              <a:gd name="connsiteX1" fmla="*/ 4516662 w 5288223"/>
              <a:gd name="connsiteY1" fmla="*/ 10548 h 6372666"/>
              <a:gd name="connsiteX2" fmla="*/ 4655641 w 5288223"/>
              <a:gd name="connsiteY2" fmla="*/ 526964 h 6372666"/>
              <a:gd name="connsiteX3" fmla="*/ 5087890 w 5288223"/>
              <a:gd name="connsiteY3" fmla="*/ 2657920 h 6372666"/>
              <a:gd name="connsiteX4" fmla="*/ 1363066 w 5288223"/>
              <a:gd name="connsiteY4" fmla="*/ 6372666 h 6372666"/>
              <a:gd name="connsiteX5" fmla="*/ 82347 w 5288223"/>
              <a:gd name="connsiteY5" fmla="*/ 6147256 h 6372666"/>
              <a:gd name="connsiteX6" fmla="*/ 0 w 5288223"/>
              <a:gd name="connsiteY6" fmla="*/ 6114876 h 6372666"/>
              <a:gd name="connsiteX7" fmla="*/ 0 w 5288223"/>
              <a:gd name="connsiteY7" fmla="*/ 0 h 6372666"/>
              <a:gd name="connsiteX0" fmla="*/ 0 w 5288223"/>
              <a:gd name="connsiteY0" fmla="*/ 0 h 6372666"/>
              <a:gd name="connsiteX1" fmla="*/ 4725781 w 5288223"/>
              <a:gd name="connsiteY1" fmla="*/ 21096 h 6372666"/>
              <a:gd name="connsiteX2" fmla="*/ 4655641 w 5288223"/>
              <a:gd name="connsiteY2" fmla="*/ 526964 h 6372666"/>
              <a:gd name="connsiteX3" fmla="*/ 5087890 w 5288223"/>
              <a:gd name="connsiteY3" fmla="*/ 2657920 h 6372666"/>
              <a:gd name="connsiteX4" fmla="*/ 1363066 w 5288223"/>
              <a:gd name="connsiteY4" fmla="*/ 6372666 h 6372666"/>
              <a:gd name="connsiteX5" fmla="*/ 82347 w 5288223"/>
              <a:gd name="connsiteY5" fmla="*/ 6147256 h 6372666"/>
              <a:gd name="connsiteX6" fmla="*/ 0 w 5288223"/>
              <a:gd name="connsiteY6" fmla="*/ 6114876 h 6372666"/>
              <a:gd name="connsiteX7" fmla="*/ 0 w 5288223"/>
              <a:gd name="connsiteY7" fmla="*/ 0 h 6372666"/>
              <a:gd name="connsiteX0" fmla="*/ 0 w 5382393"/>
              <a:gd name="connsiteY0" fmla="*/ 0 h 6372666"/>
              <a:gd name="connsiteX1" fmla="*/ 4725781 w 5382393"/>
              <a:gd name="connsiteY1" fmla="*/ 21096 h 6372666"/>
              <a:gd name="connsiteX2" fmla="*/ 4969320 w 5382393"/>
              <a:gd name="connsiteY2" fmla="*/ 1170404 h 6372666"/>
              <a:gd name="connsiteX3" fmla="*/ 5087890 w 5382393"/>
              <a:gd name="connsiteY3" fmla="*/ 2657920 h 6372666"/>
              <a:gd name="connsiteX4" fmla="*/ 1363066 w 5382393"/>
              <a:gd name="connsiteY4" fmla="*/ 6372666 h 6372666"/>
              <a:gd name="connsiteX5" fmla="*/ 82347 w 5382393"/>
              <a:gd name="connsiteY5" fmla="*/ 6147256 h 6372666"/>
              <a:gd name="connsiteX6" fmla="*/ 0 w 5382393"/>
              <a:gd name="connsiteY6" fmla="*/ 6114876 h 6372666"/>
              <a:gd name="connsiteX7" fmla="*/ 0 w 5382393"/>
              <a:gd name="connsiteY7" fmla="*/ 0 h 6372666"/>
              <a:gd name="connsiteX0" fmla="*/ 0 w 5095613"/>
              <a:gd name="connsiteY0" fmla="*/ 0 h 6372666"/>
              <a:gd name="connsiteX1" fmla="*/ 4725781 w 5095613"/>
              <a:gd name="connsiteY1" fmla="*/ 21096 h 6372666"/>
              <a:gd name="connsiteX2" fmla="*/ 4969320 w 5095613"/>
              <a:gd name="connsiteY2" fmla="*/ 1170404 h 6372666"/>
              <a:gd name="connsiteX3" fmla="*/ 4502357 w 5095613"/>
              <a:gd name="connsiteY3" fmla="*/ 4598790 h 6372666"/>
              <a:gd name="connsiteX4" fmla="*/ 1363066 w 5095613"/>
              <a:gd name="connsiteY4" fmla="*/ 6372666 h 6372666"/>
              <a:gd name="connsiteX5" fmla="*/ 82347 w 5095613"/>
              <a:gd name="connsiteY5" fmla="*/ 6147256 h 6372666"/>
              <a:gd name="connsiteX6" fmla="*/ 0 w 5095613"/>
              <a:gd name="connsiteY6" fmla="*/ 6114876 h 6372666"/>
              <a:gd name="connsiteX7" fmla="*/ 0 w 5095613"/>
              <a:gd name="connsiteY7" fmla="*/ 0 h 6372666"/>
              <a:gd name="connsiteX0" fmla="*/ 0 w 5016403"/>
              <a:gd name="connsiteY0" fmla="*/ 0 h 6372666"/>
              <a:gd name="connsiteX1" fmla="*/ 4725781 w 5016403"/>
              <a:gd name="connsiteY1" fmla="*/ 21096 h 6372666"/>
              <a:gd name="connsiteX2" fmla="*/ 4864760 w 5016403"/>
              <a:gd name="connsiteY2" fmla="*/ 474223 h 6372666"/>
              <a:gd name="connsiteX3" fmla="*/ 4502357 w 5016403"/>
              <a:gd name="connsiteY3" fmla="*/ 4598790 h 6372666"/>
              <a:gd name="connsiteX4" fmla="*/ 1363066 w 5016403"/>
              <a:gd name="connsiteY4" fmla="*/ 6372666 h 6372666"/>
              <a:gd name="connsiteX5" fmla="*/ 82347 w 5016403"/>
              <a:gd name="connsiteY5" fmla="*/ 6147256 h 6372666"/>
              <a:gd name="connsiteX6" fmla="*/ 0 w 5016403"/>
              <a:gd name="connsiteY6" fmla="*/ 6114876 h 6372666"/>
              <a:gd name="connsiteX7" fmla="*/ 0 w 5016403"/>
              <a:gd name="connsiteY7" fmla="*/ 0 h 6372666"/>
              <a:gd name="connsiteX0" fmla="*/ 0 w 5122449"/>
              <a:gd name="connsiteY0" fmla="*/ 0 h 6372666"/>
              <a:gd name="connsiteX1" fmla="*/ 4725781 w 5122449"/>
              <a:gd name="connsiteY1" fmla="*/ 21096 h 6372666"/>
              <a:gd name="connsiteX2" fmla="*/ 4864760 w 5122449"/>
              <a:gd name="connsiteY2" fmla="*/ 474223 h 6372666"/>
              <a:gd name="connsiteX3" fmla="*/ 4502357 w 5122449"/>
              <a:gd name="connsiteY3" fmla="*/ 4598790 h 6372666"/>
              <a:gd name="connsiteX4" fmla="*/ 1363066 w 5122449"/>
              <a:gd name="connsiteY4" fmla="*/ 6372666 h 6372666"/>
              <a:gd name="connsiteX5" fmla="*/ 82347 w 5122449"/>
              <a:gd name="connsiteY5" fmla="*/ 6147256 h 6372666"/>
              <a:gd name="connsiteX6" fmla="*/ 0 w 5122449"/>
              <a:gd name="connsiteY6" fmla="*/ 6114876 h 6372666"/>
              <a:gd name="connsiteX7" fmla="*/ 0 w 5122449"/>
              <a:gd name="connsiteY7" fmla="*/ 0 h 6372666"/>
              <a:gd name="connsiteX0" fmla="*/ 0 w 5110499"/>
              <a:gd name="connsiteY0" fmla="*/ 0 h 6372666"/>
              <a:gd name="connsiteX1" fmla="*/ 4725781 w 5110499"/>
              <a:gd name="connsiteY1" fmla="*/ 21096 h 6372666"/>
              <a:gd name="connsiteX2" fmla="*/ 4864760 w 5110499"/>
              <a:gd name="connsiteY2" fmla="*/ 474223 h 6372666"/>
              <a:gd name="connsiteX3" fmla="*/ 4460534 w 5110499"/>
              <a:gd name="connsiteY3" fmla="*/ 4704273 h 6372666"/>
              <a:gd name="connsiteX4" fmla="*/ 1363066 w 5110499"/>
              <a:gd name="connsiteY4" fmla="*/ 6372666 h 6372666"/>
              <a:gd name="connsiteX5" fmla="*/ 82347 w 5110499"/>
              <a:gd name="connsiteY5" fmla="*/ 6147256 h 6372666"/>
              <a:gd name="connsiteX6" fmla="*/ 0 w 5110499"/>
              <a:gd name="connsiteY6" fmla="*/ 6114876 h 6372666"/>
              <a:gd name="connsiteX7" fmla="*/ 0 w 5110499"/>
              <a:gd name="connsiteY7" fmla="*/ 0 h 6372666"/>
              <a:gd name="connsiteX0" fmla="*/ 0 w 5110499"/>
              <a:gd name="connsiteY0" fmla="*/ 0 h 6372666"/>
              <a:gd name="connsiteX1" fmla="*/ 4725781 w 5110499"/>
              <a:gd name="connsiteY1" fmla="*/ 21096 h 6372666"/>
              <a:gd name="connsiteX2" fmla="*/ 4864760 w 5110499"/>
              <a:gd name="connsiteY2" fmla="*/ 474223 h 6372666"/>
              <a:gd name="connsiteX3" fmla="*/ 4460534 w 5110499"/>
              <a:gd name="connsiteY3" fmla="*/ 4704273 h 6372666"/>
              <a:gd name="connsiteX4" fmla="*/ 1363066 w 5110499"/>
              <a:gd name="connsiteY4" fmla="*/ 6372666 h 6372666"/>
              <a:gd name="connsiteX5" fmla="*/ 82347 w 5110499"/>
              <a:gd name="connsiteY5" fmla="*/ 6147256 h 6372666"/>
              <a:gd name="connsiteX6" fmla="*/ 0 w 5110499"/>
              <a:gd name="connsiteY6" fmla="*/ 6114876 h 6372666"/>
              <a:gd name="connsiteX7" fmla="*/ 0 w 5110499"/>
              <a:gd name="connsiteY7" fmla="*/ 0 h 6372666"/>
              <a:gd name="connsiteX0" fmla="*/ 0 w 5118394"/>
              <a:gd name="connsiteY0" fmla="*/ 0 h 6509793"/>
              <a:gd name="connsiteX1" fmla="*/ 4725781 w 5118394"/>
              <a:gd name="connsiteY1" fmla="*/ 21096 h 6509793"/>
              <a:gd name="connsiteX2" fmla="*/ 4864760 w 5118394"/>
              <a:gd name="connsiteY2" fmla="*/ 474223 h 6509793"/>
              <a:gd name="connsiteX3" fmla="*/ 4460534 w 5118394"/>
              <a:gd name="connsiteY3" fmla="*/ 4704273 h 6509793"/>
              <a:gd name="connsiteX4" fmla="*/ 1164403 w 5118394"/>
              <a:gd name="connsiteY4" fmla="*/ 6509793 h 6509793"/>
              <a:gd name="connsiteX5" fmla="*/ 82347 w 5118394"/>
              <a:gd name="connsiteY5" fmla="*/ 6147256 h 6509793"/>
              <a:gd name="connsiteX6" fmla="*/ 0 w 5118394"/>
              <a:gd name="connsiteY6" fmla="*/ 6114876 h 6509793"/>
              <a:gd name="connsiteX7" fmla="*/ 0 w 5118394"/>
              <a:gd name="connsiteY7" fmla="*/ 0 h 6509793"/>
              <a:gd name="connsiteX0" fmla="*/ 0 w 5162448"/>
              <a:gd name="connsiteY0" fmla="*/ 0 h 6509793"/>
              <a:gd name="connsiteX1" fmla="*/ 4725781 w 5162448"/>
              <a:gd name="connsiteY1" fmla="*/ 21096 h 6509793"/>
              <a:gd name="connsiteX2" fmla="*/ 4864760 w 5162448"/>
              <a:gd name="connsiteY2" fmla="*/ 474223 h 6509793"/>
              <a:gd name="connsiteX3" fmla="*/ 4596462 w 5162448"/>
              <a:gd name="connsiteY3" fmla="*/ 4535502 h 6509793"/>
              <a:gd name="connsiteX4" fmla="*/ 1164403 w 5162448"/>
              <a:gd name="connsiteY4" fmla="*/ 6509793 h 6509793"/>
              <a:gd name="connsiteX5" fmla="*/ 82347 w 5162448"/>
              <a:gd name="connsiteY5" fmla="*/ 6147256 h 6509793"/>
              <a:gd name="connsiteX6" fmla="*/ 0 w 5162448"/>
              <a:gd name="connsiteY6" fmla="*/ 6114876 h 6509793"/>
              <a:gd name="connsiteX7" fmla="*/ 0 w 5162448"/>
              <a:gd name="connsiteY7" fmla="*/ 0 h 6509793"/>
              <a:gd name="connsiteX0" fmla="*/ 0 w 5162448"/>
              <a:gd name="connsiteY0" fmla="*/ 0 h 6509793"/>
              <a:gd name="connsiteX1" fmla="*/ 4725781 w 5162448"/>
              <a:gd name="connsiteY1" fmla="*/ 21096 h 6509793"/>
              <a:gd name="connsiteX2" fmla="*/ 4864760 w 5162448"/>
              <a:gd name="connsiteY2" fmla="*/ 474223 h 6509793"/>
              <a:gd name="connsiteX3" fmla="*/ 4596462 w 5162448"/>
              <a:gd name="connsiteY3" fmla="*/ 4535502 h 6509793"/>
              <a:gd name="connsiteX4" fmla="*/ 1164403 w 5162448"/>
              <a:gd name="connsiteY4" fmla="*/ 6509793 h 6509793"/>
              <a:gd name="connsiteX5" fmla="*/ 385570 w 5162448"/>
              <a:gd name="connsiteY5" fmla="*/ 6305480 h 6509793"/>
              <a:gd name="connsiteX6" fmla="*/ 0 w 5162448"/>
              <a:gd name="connsiteY6" fmla="*/ 6114876 h 6509793"/>
              <a:gd name="connsiteX7" fmla="*/ 0 w 5162448"/>
              <a:gd name="connsiteY7" fmla="*/ 0 h 6509793"/>
              <a:gd name="connsiteX0" fmla="*/ 0 w 5162448"/>
              <a:gd name="connsiteY0" fmla="*/ 0 h 6509793"/>
              <a:gd name="connsiteX1" fmla="*/ 4725781 w 5162448"/>
              <a:gd name="connsiteY1" fmla="*/ 21096 h 6509793"/>
              <a:gd name="connsiteX2" fmla="*/ 4864760 w 5162448"/>
              <a:gd name="connsiteY2" fmla="*/ 474223 h 6509793"/>
              <a:gd name="connsiteX3" fmla="*/ 4596462 w 5162448"/>
              <a:gd name="connsiteY3" fmla="*/ 4535502 h 6509793"/>
              <a:gd name="connsiteX4" fmla="*/ 1164403 w 5162448"/>
              <a:gd name="connsiteY4" fmla="*/ 6509793 h 6509793"/>
              <a:gd name="connsiteX5" fmla="*/ 385570 w 5162448"/>
              <a:gd name="connsiteY5" fmla="*/ 6305480 h 6509793"/>
              <a:gd name="connsiteX6" fmla="*/ 0 w 5162448"/>
              <a:gd name="connsiteY6" fmla="*/ 6114876 h 6509793"/>
              <a:gd name="connsiteX7" fmla="*/ 0 w 5162448"/>
              <a:gd name="connsiteY7" fmla="*/ 0 h 6509793"/>
              <a:gd name="connsiteX0" fmla="*/ 0 w 5127267"/>
              <a:gd name="connsiteY0" fmla="*/ 0 h 6509793"/>
              <a:gd name="connsiteX1" fmla="*/ 4725781 w 5127267"/>
              <a:gd name="connsiteY1" fmla="*/ 21096 h 6509793"/>
              <a:gd name="connsiteX2" fmla="*/ 4812481 w 5127267"/>
              <a:gd name="connsiteY2" fmla="*/ 526964 h 6509793"/>
              <a:gd name="connsiteX3" fmla="*/ 4596462 w 5127267"/>
              <a:gd name="connsiteY3" fmla="*/ 4535502 h 6509793"/>
              <a:gd name="connsiteX4" fmla="*/ 1164403 w 5127267"/>
              <a:gd name="connsiteY4" fmla="*/ 6509793 h 6509793"/>
              <a:gd name="connsiteX5" fmla="*/ 385570 w 5127267"/>
              <a:gd name="connsiteY5" fmla="*/ 6305480 h 6509793"/>
              <a:gd name="connsiteX6" fmla="*/ 0 w 5127267"/>
              <a:gd name="connsiteY6" fmla="*/ 6114876 h 6509793"/>
              <a:gd name="connsiteX7" fmla="*/ 0 w 5127267"/>
              <a:gd name="connsiteY7" fmla="*/ 0 h 6509793"/>
              <a:gd name="connsiteX0" fmla="*/ 0 w 5041484"/>
              <a:gd name="connsiteY0" fmla="*/ 0 h 6509793"/>
              <a:gd name="connsiteX1" fmla="*/ 4725781 w 5041484"/>
              <a:gd name="connsiteY1" fmla="*/ 21096 h 6509793"/>
              <a:gd name="connsiteX2" fmla="*/ 4812481 w 5041484"/>
              <a:gd name="connsiteY2" fmla="*/ 526964 h 6509793"/>
              <a:gd name="connsiteX3" fmla="*/ 4596462 w 5041484"/>
              <a:gd name="connsiteY3" fmla="*/ 4535502 h 6509793"/>
              <a:gd name="connsiteX4" fmla="*/ 1164403 w 5041484"/>
              <a:gd name="connsiteY4" fmla="*/ 6509793 h 6509793"/>
              <a:gd name="connsiteX5" fmla="*/ 385570 w 5041484"/>
              <a:gd name="connsiteY5" fmla="*/ 6305480 h 6509793"/>
              <a:gd name="connsiteX6" fmla="*/ 0 w 5041484"/>
              <a:gd name="connsiteY6" fmla="*/ 6114876 h 6509793"/>
              <a:gd name="connsiteX7" fmla="*/ 0 w 5041484"/>
              <a:gd name="connsiteY7" fmla="*/ 0 h 6509793"/>
              <a:gd name="connsiteX0" fmla="*/ 0 w 5140479"/>
              <a:gd name="connsiteY0" fmla="*/ 0 h 6509793"/>
              <a:gd name="connsiteX1" fmla="*/ 4725781 w 5140479"/>
              <a:gd name="connsiteY1" fmla="*/ 21096 h 6509793"/>
              <a:gd name="connsiteX2" fmla="*/ 4812481 w 5140479"/>
              <a:gd name="connsiteY2" fmla="*/ 526964 h 6509793"/>
              <a:gd name="connsiteX3" fmla="*/ 4596462 w 5140479"/>
              <a:gd name="connsiteY3" fmla="*/ 4535502 h 6509793"/>
              <a:gd name="connsiteX4" fmla="*/ 1164403 w 5140479"/>
              <a:gd name="connsiteY4" fmla="*/ 6509793 h 6509793"/>
              <a:gd name="connsiteX5" fmla="*/ 385570 w 5140479"/>
              <a:gd name="connsiteY5" fmla="*/ 6305480 h 6509793"/>
              <a:gd name="connsiteX6" fmla="*/ 0 w 5140479"/>
              <a:gd name="connsiteY6" fmla="*/ 6114876 h 6509793"/>
              <a:gd name="connsiteX7" fmla="*/ 0 w 5140479"/>
              <a:gd name="connsiteY7" fmla="*/ 0 h 6509793"/>
              <a:gd name="connsiteX0" fmla="*/ 0 w 5190465"/>
              <a:gd name="connsiteY0" fmla="*/ 0 h 6509793"/>
              <a:gd name="connsiteX1" fmla="*/ 4725781 w 5190465"/>
              <a:gd name="connsiteY1" fmla="*/ 21096 h 6509793"/>
              <a:gd name="connsiteX2" fmla="*/ 4885673 w 5190465"/>
              <a:gd name="connsiteY2" fmla="*/ 358192 h 6509793"/>
              <a:gd name="connsiteX3" fmla="*/ 4596462 w 5190465"/>
              <a:gd name="connsiteY3" fmla="*/ 4535502 h 6509793"/>
              <a:gd name="connsiteX4" fmla="*/ 1164403 w 5190465"/>
              <a:gd name="connsiteY4" fmla="*/ 6509793 h 6509793"/>
              <a:gd name="connsiteX5" fmla="*/ 385570 w 5190465"/>
              <a:gd name="connsiteY5" fmla="*/ 6305480 h 6509793"/>
              <a:gd name="connsiteX6" fmla="*/ 0 w 5190465"/>
              <a:gd name="connsiteY6" fmla="*/ 6114876 h 6509793"/>
              <a:gd name="connsiteX7" fmla="*/ 0 w 5190465"/>
              <a:gd name="connsiteY7" fmla="*/ 0 h 6509793"/>
              <a:gd name="connsiteX0" fmla="*/ 0 w 5158865"/>
              <a:gd name="connsiteY0" fmla="*/ 0 h 6509793"/>
              <a:gd name="connsiteX1" fmla="*/ 4725781 w 5158865"/>
              <a:gd name="connsiteY1" fmla="*/ 21096 h 6509793"/>
              <a:gd name="connsiteX2" fmla="*/ 4885673 w 5158865"/>
              <a:gd name="connsiteY2" fmla="*/ 358192 h 6509793"/>
              <a:gd name="connsiteX3" fmla="*/ 4596462 w 5158865"/>
              <a:gd name="connsiteY3" fmla="*/ 4535502 h 6509793"/>
              <a:gd name="connsiteX4" fmla="*/ 1164403 w 5158865"/>
              <a:gd name="connsiteY4" fmla="*/ 6509793 h 6509793"/>
              <a:gd name="connsiteX5" fmla="*/ 385570 w 5158865"/>
              <a:gd name="connsiteY5" fmla="*/ 6305480 h 6509793"/>
              <a:gd name="connsiteX6" fmla="*/ 0 w 5158865"/>
              <a:gd name="connsiteY6" fmla="*/ 6114876 h 6509793"/>
              <a:gd name="connsiteX7" fmla="*/ 0 w 5158865"/>
              <a:gd name="connsiteY7" fmla="*/ 0 h 6509793"/>
              <a:gd name="connsiteX0" fmla="*/ 0 w 5272866"/>
              <a:gd name="connsiteY0" fmla="*/ 0 h 6509793"/>
              <a:gd name="connsiteX1" fmla="*/ 4725781 w 5272866"/>
              <a:gd name="connsiteY1" fmla="*/ 21096 h 6509793"/>
              <a:gd name="connsiteX2" fmla="*/ 5042512 w 5272866"/>
              <a:gd name="connsiteY2" fmla="*/ 1476302 h 6509793"/>
              <a:gd name="connsiteX3" fmla="*/ 4596462 w 5272866"/>
              <a:gd name="connsiteY3" fmla="*/ 4535502 h 6509793"/>
              <a:gd name="connsiteX4" fmla="*/ 1164403 w 5272866"/>
              <a:gd name="connsiteY4" fmla="*/ 6509793 h 6509793"/>
              <a:gd name="connsiteX5" fmla="*/ 385570 w 5272866"/>
              <a:gd name="connsiteY5" fmla="*/ 6305480 h 6509793"/>
              <a:gd name="connsiteX6" fmla="*/ 0 w 5272866"/>
              <a:gd name="connsiteY6" fmla="*/ 6114876 h 6509793"/>
              <a:gd name="connsiteX7" fmla="*/ 0 w 5272866"/>
              <a:gd name="connsiteY7" fmla="*/ 0 h 6509793"/>
              <a:gd name="connsiteX0" fmla="*/ 0 w 5183390"/>
              <a:gd name="connsiteY0" fmla="*/ 0 h 6509793"/>
              <a:gd name="connsiteX1" fmla="*/ 4725781 w 5183390"/>
              <a:gd name="connsiteY1" fmla="*/ 21096 h 6509793"/>
              <a:gd name="connsiteX2" fmla="*/ 5042512 w 5183390"/>
              <a:gd name="connsiteY2" fmla="*/ 1476302 h 6509793"/>
              <a:gd name="connsiteX3" fmla="*/ 4115488 w 5183390"/>
              <a:gd name="connsiteY3" fmla="*/ 5210588 h 6509793"/>
              <a:gd name="connsiteX4" fmla="*/ 1164403 w 5183390"/>
              <a:gd name="connsiteY4" fmla="*/ 6509793 h 6509793"/>
              <a:gd name="connsiteX5" fmla="*/ 385570 w 5183390"/>
              <a:gd name="connsiteY5" fmla="*/ 6305480 h 6509793"/>
              <a:gd name="connsiteX6" fmla="*/ 0 w 5183390"/>
              <a:gd name="connsiteY6" fmla="*/ 6114876 h 6509793"/>
              <a:gd name="connsiteX7" fmla="*/ 0 w 5183390"/>
              <a:gd name="connsiteY7" fmla="*/ 0 h 6509793"/>
              <a:gd name="connsiteX0" fmla="*/ 0 w 5172636"/>
              <a:gd name="connsiteY0" fmla="*/ 0 h 6509793"/>
              <a:gd name="connsiteX1" fmla="*/ 4725781 w 5172636"/>
              <a:gd name="connsiteY1" fmla="*/ 21096 h 6509793"/>
              <a:gd name="connsiteX2" fmla="*/ 5042512 w 5172636"/>
              <a:gd name="connsiteY2" fmla="*/ 1476302 h 6509793"/>
              <a:gd name="connsiteX3" fmla="*/ 4115488 w 5172636"/>
              <a:gd name="connsiteY3" fmla="*/ 5210588 h 6509793"/>
              <a:gd name="connsiteX4" fmla="*/ 1164403 w 5172636"/>
              <a:gd name="connsiteY4" fmla="*/ 6509793 h 6509793"/>
              <a:gd name="connsiteX5" fmla="*/ 385570 w 5172636"/>
              <a:gd name="connsiteY5" fmla="*/ 6305480 h 6509793"/>
              <a:gd name="connsiteX6" fmla="*/ 0 w 5172636"/>
              <a:gd name="connsiteY6" fmla="*/ 6114876 h 6509793"/>
              <a:gd name="connsiteX7" fmla="*/ 0 w 5172636"/>
              <a:gd name="connsiteY7" fmla="*/ 0 h 6509793"/>
              <a:gd name="connsiteX0" fmla="*/ 0 w 5097074"/>
              <a:gd name="connsiteY0" fmla="*/ 0 h 6509793"/>
              <a:gd name="connsiteX1" fmla="*/ 4725781 w 5097074"/>
              <a:gd name="connsiteY1" fmla="*/ 21096 h 6509793"/>
              <a:gd name="connsiteX2" fmla="*/ 5042512 w 5097074"/>
              <a:gd name="connsiteY2" fmla="*/ 1476302 h 6509793"/>
              <a:gd name="connsiteX3" fmla="*/ 4115488 w 5097074"/>
              <a:gd name="connsiteY3" fmla="*/ 5210588 h 6509793"/>
              <a:gd name="connsiteX4" fmla="*/ 1164403 w 5097074"/>
              <a:gd name="connsiteY4" fmla="*/ 6509793 h 6509793"/>
              <a:gd name="connsiteX5" fmla="*/ 385570 w 5097074"/>
              <a:gd name="connsiteY5" fmla="*/ 6305480 h 6509793"/>
              <a:gd name="connsiteX6" fmla="*/ 0 w 5097074"/>
              <a:gd name="connsiteY6" fmla="*/ 6114876 h 6509793"/>
              <a:gd name="connsiteX7" fmla="*/ 0 w 5097074"/>
              <a:gd name="connsiteY7" fmla="*/ 0 h 6509793"/>
              <a:gd name="connsiteX0" fmla="*/ 0 w 5106559"/>
              <a:gd name="connsiteY0" fmla="*/ 0 h 6509793"/>
              <a:gd name="connsiteX1" fmla="*/ 4725781 w 5106559"/>
              <a:gd name="connsiteY1" fmla="*/ 21096 h 6509793"/>
              <a:gd name="connsiteX2" fmla="*/ 5042512 w 5106559"/>
              <a:gd name="connsiteY2" fmla="*/ 1476302 h 6509793"/>
              <a:gd name="connsiteX3" fmla="*/ 4115488 w 5106559"/>
              <a:gd name="connsiteY3" fmla="*/ 5210588 h 6509793"/>
              <a:gd name="connsiteX4" fmla="*/ 1164403 w 5106559"/>
              <a:gd name="connsiteY4" fmla="*/ 6509793 h 6509793"/>
              <a:gd name="connsiteX5" fmla="*/ 385570 w 5106559"/>
              <a:gd name="connsiteY5" fmla="*/ 6305480 h 6509793"/>
              <a:gd name="connsiteX6" fmla="*/ 0 w 5106559"/>
              <a:gd name="connsiteY6" fmla="*/ 6114876 h 6509793"/>
              <a:gd name="connsiteX7" fmla="*/ 0 w 5106559"/>
              <a:gd name="connsiteY7" fmla="*/ 0 h 6509793"/>
              <a:gd name="connsiteX0" fmla="*/ 0 w 5108361"/>
              <a:gd name="connsiteY0" fmla="*/ 0 h 6509793"/>
              <a:gd name="connsiteX1" fmla="*/ 4725781 w 5108361"/>
              <a:gd name="connsiteY1" fmla="*/ 21096 h 6509793"/>
              <a:gd name="connsiteX2" fmla="*/ 5042512 w 5108361"/>
              <a:gd name="connsiteY2" fmla="*/ 1476302 h 6509793"/>
              <a:gd name="connsiteX3" fmla="*/ 4136401 w 5108361"/>
              <a:gd name="connsiteY3" fmla="*/ 5337167 h 6509793"/>
              <a:gd name="connsiteX4" fmla="*/ 1164403 w 5108361"/>
              <a:gd name="connsiteY4" fmla="*/ 6509793 h 6509793"/>
              <a:gd name="connsiteX5" fmla="*/ 385570 w 5108361"/>
              <a:gd name="connsiteY5" fmla="*/ 6305480 h 6509793"/>
              <a:gd name="connsiteX6" fmla="*/ 0 w 5108361"/>
              <a:gd name="connsiteY6" fmla="*/ 6114876 h 6509793"/>
              <a:gd name="connsiteX7" fmla="*/ 0 w 5108361"/>
              <a:gd name="connsiteY7" fmla="*/ 0 h 6509793"/>
              <a:gd name="connsiteX0" fmla="*/ 0 w 5108361"/>
              <a:gd name="connsiteY0" fmla="*/ 0 h 6523289"/>
              <a:gd name="connsiteX1" fmla="*/ 4725781 w 5108361"/>
              <a:gd name="connsiteY1" fmla="*/ 21096 h 6523289"/>
              <a:gd name="connsiteX2" fmla="*/ 5042512 w 5108361"/>
              <a:gd name="connsiteY2" fmla="*/ 1476302 h 6523289"/>
              <a:gd name="connsiteX3" fmla="*/ 4136401 w 5108361"/>
              <a:gd name="connsiteY3" fmla="*/ 5337167 h 6523289"/>
              <a:gd name="connsiteX4" fmla="*/ 1164403 w 5108361"/>
              <a:gd name="connsiteY4" fmla="*/ 6509793 h 6523289"/>
              <a:gd name="connsiteX5" fmla="*/ 385570 w 5108361"/>
              <a:gd name="connsiteY5" fmla="*/ 6305480 h 6523289"/>
              <a:gd name="connsiteX6" fmla="*/ 0 w 5108361"/>
              <a:gd name="connsiteY6" fmla="*/ 6114876 h 6523289"/>
              <a:gd name="connsiteX7" fmla="*/ 0 w 5108361"/>
              <a:gd name="connsiteY7" fmla="*/ 0 h 6523289"/>
              <a:gd name="connsiteX0" fmla="*/ 0 w 5085677"/>
              <a:gd name="connsiteY0" fmla="*/ 0 h 6522930"/>
              <a:gd name="connsiteX1" fmla="*/ 4725781 w 5085677"/>
              <a:gd name="connsiteY1" fmla="*/ 21096 h 6522930"/>
              <a:gd name="connsiteX2" fmla="*/ 5042512 w 5085677"/>
              <a:gd name="connsiteY2" fmla="*/ 1476302 h 6522930"/>
              <a:gd name="connsiteX3" fmla="*/ 4136401 w 5085677"/>
              <a:gd name="connsiteY3" fmla="*/ 5337167 h 6522930"/>
              <a:gd name="connsiteX4" fmla="*/ 1164403 w 5085677"/>
              <a:gd name="connsiteY4" fmla="*/ 6509793 h 6522930"/>
              <a:gd name="connsiteX5" fmla="*/ 385570 w 5085677"/>
              <a:gd name="connsiteY5" fmla="*/ 6305480 h 6522930"/>
              <a:gd name="connsiteX6" fmla="*/ 0 w 5085677"/>
              <a:gd name="connsiteY6" fmla="*/ 6114876 h 6522930"/>
              <a:gd name="connsiteX7" fmla="*/ 0 w 5085677"/>
              <a:gd name="connsiteY7" fmla="*/ 0 h 6522930"/>
              <a:gd name="connsiteX0" fmla="*/ 0 w 5018753"/>
              <a:gd name="connsiteY0" fmla="*/ 0 h 6531040"/>
              <a:gd name="connsiteX1" fmla="*/ 4725781 w 5018753"/>
              <a:gd name="connsiteY1" fmla="*/ 21096 h 6531040"/>
              <a:gd name="connsiteX2" fmla="*/ 4948408 w 5018753"/>
              <a:gd name="connsiteY2" fmla="*/ 906699 h 6531040"/>
              <a:gd name="connsiteX3" fmla="*/ 4136401 w 5018753"/>
              <a:gd name="connsiteY3" fmla="*/ 5337167 h 6531040"/>
              <a:gd name="connsiteX4" fmla="*/ 1164403 w 5018753"/>
              <a:gd name="connsiteY4" fmla="*/ 6509793 h 6531040"/>
              <a:gd name="connsiteX5" fmla="*/ 385570 w 5018753"/>
              <a:gd name="connsiteY5" fmla="*/ 6305480 h 6531040"/>
              <a:gd name="connsiteX6" fmla="*/ 0 w 5018753"/>
              <a:gd name="connsiteY6" fmla="*/ 6114876 h 6531040"/>
              <a:gd name="connsiteX7" fmla="*/ 0 w 5018753"/>
              <a:gd name="connsiteY7" fmla="*/ 0 h 6531040"/>
              <a:gd name="connsiteX0" fmla="*/ 0 w 5080914"/>
              <a:gd name="connsiteY0" fmla="*/ 0 h 6531040"/>
              <a:gd name="connsiteX1" fmla="*/ 4725781 w 5080914"/>
              <a:gd name="connsiteY1" fmla="*/ 21096 h 6531040"/>
              <a:gd name="connsiteX2" fmla="*/ 4948408 w 5080914"/>
              <a:gd name="connsiteY2" fmla="*/ 906699 h 6531040"/>
              <a:gd name="connsiteX3" fmla="*/ 4136401 w 5080914"/>
              <a:gd name="connsiteY3" fmla="*/ 5337167 h 6531040"/>
              <a:gd name="connsiteX4" fmla="*/ 1164403 w 5080914"/>
              <a:gd name="connsiteY4" fmla="*/ 6509793 h 6531040"/>
              <a:gd name="connsiteX5" fmla="*/ 385570 w 5080914"/>
              <a:gd name="connsiteY5" fmla="*/ 6305480 h 6531040"/>
              <a:gd name="connsiteX6" fmla="*/ 0 w 5080914"/>
              <a:gd name="connsiteY6" fmla="*/ 6114876 h 6531040"/>
              <a:gd name="connsiteX7" fmla="*/ 0 w 5080914"/>
              <a:gd name="connsiteY7" fmla="*/ 0 h 6531040"/>
              <a:gd name="connsiteX0" fmla="*/ 0 w 5080914"/>
              <a:gd name="connsiteY0" fmla="*/ 0 h 6531040"/>
              <a:gd name="connsiteX1" fmla="*/ 4699929 w 5080914"/>
              <a:gd name="connsiteY1" fmla="*/ 5447 h 6531040"/>
              <a:gd name="connsiteX2" fmla="*/ 4948408 w 5080914"/>
              <a:gd name="connsiteY2" fmla="*/ 906699 h 6531040"/>
              <a:gd name="connsiteX3" fmla="*/ 4136401 w 5080914"/>
              <a:gd name="connsiteY3" fmla="*/ 5337167 h 6531040"/>
              <a:gd name="connsiteX4" fmla="*/ 1164403 w 5080914"/>
              <a:gd name="connsiteY4" fmla="*/ 6509793 h 6531040"/>
              <a:gd name="connsiteX5" fmla="*/ 385570 w 5080914"/>
              <a:gd name="connsiteY5" fmla="*/ 6305480 h 6531040"/>
              <a:gd name="connsiteX6" fmla="*/ 0 w 5080914"/>
              <a:gd name="connsiteY6" fmla="*/ 6114876 h 6531040"/>
              <a:gd name="connsiteX7" fmla="*/ 0 w 5080914"/>
              <a:gd name="connsiteY7" fmla="*/ 0 h 6531040"/>
              <a:gd name="connsiteX0" fmla="*/ 0 w 5080914"/>
              <a:gd name="connsiteY0" fmla="*/ 1407 h 6532447"/>
              <a:gd name="connsiteX1" fmla="*/ 4696533 w 5080914"/>
              <a:gd name="connsiteY1" fmla="*/ 0 h 6532447"/>
              <a:gd name="connsiteX2" fmla="*/ 4948408 w 5080914"/>
              <a:gd name="connsiteY2" fmla="*/ 908106 h 6532447"/>
              <a:gd name="connsiteX3" fmla="*/ 4136401 w 5080914"/>
              <a:gd name="connsiteY3" fmla="*/ 5338574 h 6532447"/>
              <a:gd name="connsiteX4" fmla="*/ 1164403 w 5080914"/>
              <a:gd name="connsiteY4" fmla="*/ 6511200 h 6532447"/>
              <a:gd name="connsiteX5" fmla="*/ 385570 w 5080914"/>
              <a:gd name="connsiteY5" fmla="*/ 6306887 h 6532447"/>
              <a:gd name="connsiteX6" fmla="*/ 0 w 5080914"/>
              <a:gd name="connsiteY6" fmla="*/ 6116283 h 6532447"/>
              <a:gd name="connsiteX7" fmla="*/ 0 w 5080914"/>
              <a:gd name="connsiteY7" fmla="*/ 1407 h 6532447"/>
            </a:gdLst>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endParaRPr/>
          </a:p>
        </p:txBody>
      </p:sp>
      <p:sp>
        <p:nvSpPr>
          <p:cNvPr id="8" name="Slide Number Placeholder 7">
            <a:extLst xmlns:a="http://schemas.openxmlformats.org/drawingml/2006/main">
              <a:ext uri="{FF2B5EF4-FFF2-40B4-BE49-F238E27FC236}">
                <a16:creationId xmlns:a16="http://schemas.microsoft.com/office/drawing/2014/main" id="{FA2E22D8-777D-4A4E-8190-9C7E9654A636}"/>
              </a:ext>
            </a:extLst>
          </p:cNvPr>
          <p:cNvSpPr>
            <a:spLocks xmlns:a="http://schemas.openxmlformats.org/drawingml/2006/main" noGrp="1"/>
          </p:cNvSpPr>
          <p:nvPr>
            <p:ph type="sldNum" idx="4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0F175504-AA80-48D0-ABE0-C3B4B0480FBA}"/>
              </a:ext>
            </a:extLst>
          </p:cNvPr>
          <p:cNvSpPr>
            <a:spLocks xmlns:a="http://schemas.openxmlformats.org/drawingml/2006/main" noGrp="1"/>
          </p:cNvSpPr>
          <p:nvPr>
            <p:ph type="ftr"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4" name="Date Placeholder 3">
            <a:extLst xmlns:a="http://schemas.openxmlformats.org/drawingml/2006/main">
              <a:ext uri="{FF2B5EF4-FFF2-40B4-BE49-F238E27FC236}">
                <a16:creationId xmlns:a16="http://schemas.microsoft.com/office/drawing/2014/main" id="{F3C7CAF2-5875-4790-8762-15A8CDD16E08}"/>
              </a:ext>
            </a:extLst>
          </p:cNvPr>
          <p:cNvSpPr>
            <a:spLocks xmlns:a="http://schemas.openxmlformats.org/drawingml/2006/main" noGrp="1"/>
          </p:cNvSpPr>
          <p:nvPr>
            <p:ph type="dt"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2" name="Content Placeholder 2">
            <a:extLst xmlns:a="http://schemas.openxmlformats.org/drawingml/2006/main">
              <a:ext uri="{FF2B5EF4-FFF2-40B4-BE49-F238E27FC236}">
                <a16:creationId xmlns:a16="http://schemas.microsoft.com/office/drawing/2014/main" id="{97B60F2A-F2ED-70AD-4768-5B8EF9B56420}"/>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lvl="0">
              <a:buNone/>
            </a:pPr>
            <a:r>
              <a:t>Click to add logo</a:t>
            </a:r>
          </a:p>
        </p:txBody>
      </p:sp>
      <p:sp>
        <p:nvSpPr>
          <p:cNvPr id="7" name="Accent mark">
            <a:extLst xmlns:a="http://schemas.openxmlformats.org/drawingml/2006/main">
              <a:ext uri="{FF2B5EF4-FFF2-40B4-BE49-F238E27FC236}">
                <a16:creationId xmlns:a16="http://schemas.microsoft.com/office/drawing/2014/main" id="{2F96B613-1543-0150-F389-FFE2D5FA5019}"/>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6" name="Graphic 5">
            <a:extLst xmlns:a="http://schemas.openxmlformats.org/drawingml/2006/main">
              <a:ext uri="{FF2B5EF4-FFF2-40B4-BE49-F238E27FC236}">
                <a16:creationId xmlns:a16="http://schemas.microsoft.com/office/drawing/2014/main" id="{D5762247-CD2A-4FCE-ACAD-EDF5E84C6331}"/>
              </a:ext>
            </a:extLst>
          </p:cNvPr>
          <p:cNvPicPr>
            <a:picLocks xmlns:a="http://schemas.openxmlformats.org/drawingml/2006/main" noChangeAspect="1"/>
          </p:cNvPicPr>
          <p:nvPr/>
        </p:nvPicPr>
        <p:blipFill>
          <a:blip xmlns:r="http://schemas.openxmlformats.org/officeDocument/2006/relationships" xmlns:a="http://schemas.openxmlformats.org/drawingml/2006/main" r:embed="Rbaa318fe25034d0f">
            <a:extLst>
              <a:ext uri="{96DAC541-7B7A-43D3-8B79-37D633B846F1}">
                <asvg:svgBlip xmlns:asvg="http://schemas.microsoft.com/office/drawing/2016/SVG/main" r:embed="Rcab90137b3cf4d96"/>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Tree>
  </p:cSld>
</p:sldLayout>
</file>

<file path=ppt/slideLayouts/slideLayout32.xml><?xml version="1.0" encoding="utf-8"?>
<p:sldLayout xmlns:p="http://schemas.openxmlformats.org/presentationml/2006/main" preserve="1" userDrawn="1">
  <p:cSld name="Light - Quote, Picture, and logo">
    <p:bg>
      <p:bgPr>
        <a:solidFill xmlns:a="http://schemas.openxmlformats.org/drawingml/2006/main">
          <a:schemeClr val="bg2"/>
        </a:solidFill>
      </p:bgPr>
    </p:bg>
    <p:spTree>
      <p:nvGrpSpPr>
        <p:cNvPr id="1" name=""/>
        <p:cNvGrpSpPr/>
        <p:nvPr/>
      </p:nvGrpSpPr>
      <p:grpSpPr>
        <a:xfrm xmlns:a="http://schemas.openxmlformats.org/drawingml/2006/main"/>
      </p:grpSpPr>
      <p:pic>
        <p:nvPicPr>
          <p:cNvPr id="6" name="Graphic 5">
            <a:extLst xmlns:a="http://schemas.openxmlformats.org/drawingml/2006/main">
              <a:ext uri="{FF2B5EF4-FFF2-40B4-BE49-F238E27FC236}">
                <a16:creationId xmlns:a16="http://schemas.microsoft.com/office/drawing/2014/main" id="{0A412111-B1BF-4A27-9208-3A9962C48A7A}"/>
              </a:ext>
            </a:extLst>
          </p:cNvPr>
          <p:cNvPicPr>
            <a:picLocks xmlns:a="http://schemas.openxmlformats.org/drawingml/2006/main" noChangeAspect="1"/>
          </p:cNvPicPr>
          <p:nvPr/>
        </p:nvPicPr>
        <p:blipFill>
          <a:blip xmlns:r="http://schemas.openxmlformats.org/officeDocument/2006/relationships" xmlns:a="http://schemas.openxmlformats.org/drawingml/2006/main" r:embed="R4989e6e447be442f">
            <a:extLst>
              <a:ext uri="{96DAC541-7B7A-43D3-8B79-37D633B846F1}">
                <asvg:svgBlip xmlns:asvg="http://schemas.microsoft.com/office/drawing/2016/SVG/main" r:embed="R708d42ae687a40b4"/>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2" name="Quote">
            <a:extLst xmlns:a="http://schemas.openxmlformats.org/drawingml/2006/main">
              <a:ext uri="{FF2B5EF4-FFF2-40B4-BE49-F238E27FC236}">
                <a16:creationId xmlns:a16="http://schemas.microsoft.com/office/drawing/2014/main" id="{B3A79ECA-28E8-A857-97F4-082EF2B1CAB8}"/>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lvl="0">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28788" y="4911127"/>
            <a:ext cx="58644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28788" y="5248720"/>
            <a:ext cx="5864400"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B89773B8-8237-C7B1-9DF8-93B5D5BF7DEE}"/>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lvl="0">
              <a:buNone/>
            </a:pPr>
            <a:r>
              <a:t>Click to add logo</a:t>
            </a:r>
          </a:p>
        </p:txBody>
      </p:sp>
      <p:sp>
        <p:nvSpPr>
          <p:cNvPr id="5" name="Picture Placeholder 5">
            <a:extLst xmlns:a="http://schemas.openxmlformats.org/drawingml/2006/main">
              <a:ext uri="{FF2B5EF4-FFF2-40B4-BE49-F238E27FC236}">
                <a16:creationId xmlns:a16="http://schemas.microsoft.com/office/drawing/2014/main" id="{1F10E851-3567-F699-4B5F-02ABBB3355AC}"/>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gdLst>
              <a:gd name="connsiteX0" fmla="*/ 0 w 5087890"/>
              <a:gd name="connsiteY0" fmla="*/ 0 h 6372666"/>
              <a:gd name="connsiteX1" fmla="*/ 3962495 w 5087890"/>
              <a:gd name="connsiteY1" fmla="*/ 0 h 6372666"/>
              <a:gd name="connsiteX2" fmla="*/ 3996914 w 5087890"/>
              <a:gd name="connsiteY2" fmla="*/ 31198 h 6372666"/>
              <a:gd name="connsiteX3" fmla="*/ 5087890 w 5087890"/>
              <a:gd name="connsiteY3" fmla="*/ 2657920 h 6372666"/>
              <a:gd name="connsiteX4" fmla="*/ 1363066 w 5087890"/>
              <a:gd name="connsiteY4" fmla="*/ 6372666 h 6372666"/>
              <a:gd name="connsiteX5" fmla="*/ 82347 w 5087890"/>
              <a:gd name="connsiteY5" fmla="*/ 6147256 h 6372666"/>
              <a:gd name="connsiteX6" fmla="*/ 0 w 5087890"/>
              <a:gd name="connsiteY6" fmla="*/ 6114876 h 6372666"/>
              <a:gd name="connsiteX0" fmla="*/ 0 w 5249971"/>
              <a:gd name="connsiteY0" fmla="*/ 0 h 6372666"/>
              <a:gd name="connsiteX1" fmla="*/ 3962495 w 5249971"/>
              <a:gd name="connsiteY1" fmla="*/ 0 h 6372666"/>
              <a:gd name="connsiteX2" fmla="*/ 4226946 w 5249971"/>
              <a:gd name="connsiteY2" fmla="*/ 231614 h 6372666"/>
              <a:gd name="connsiteX3" fmla="*/ 5087890 w 5249971"/>
              <a:gd name="connsiteY3" fmla="*/ 2657920 h 6372666"/>
              <a:gd name="connsiteX4" fmla="*/ 1363066 w 5249971"/>
              <a:gd name="connsiteY4" fmla="*/ 6372666 h 6372666"/>
              <a:gd name="connsiteX5" fmla="*/ 82347 w 5249971"/>
              <a:gd name="connsiteY5" fmla="*/ 6147256 h 6372666"/>
              <a:gd name="connsiteX6" fmla="*/ 0 w 5249971"/>
              <a:gd name="connsiteY6" fmla="*/ 6114876 h 6372666"/>
              <a:gd name="connsiteX7" fmla="*/ 0 w 5249971"/>
              <a:gd name="connsiteY7" fmla="*/ 0 h 6372666"/>
              <a:gd name="connsiteX0" fmla="*/ 0 w 5247320"/>
              <a:gd name="connsiteY0" fmla="*/ 0 h 6372666"/>
              <a:gd name="connsiteX1" fmla="*/ 3962495 w 5247320"/>
              <a:gd name="connsiteY1" fmla="*/ 0 h 6372666"/>
              <a:gd name="connsiteX2" fmla="*/ 4226946 w 5247320"/>
              <a:gd name="connsiteY2" fmla="*/ 231614 h 6372666"/>
              <a:gd name="connsiteX3" fmla="*/ 5087890 w 5247320"/>
              <a:gd name="connsiteY3" fmla="*/ 2657920 h 6372666"/>
              <a:gd name="connsiteX4" fmla="*/ 1363066 w 5247320"/>
              <a:gd name="connsiteY4" fmla="*/ 6372666 h 6372666"/>
              <a:gd name="connsiteX5" fmla="*/ 82347 w 5247320"/>
              <a:gd name="connsiteY5" fmla="*/ 6147256 h 6372666"/>
              <a:gd name="connsiteX6" fmla="*/ 0 w 5247320"/>
              <a:gd name="connsiteY6" fmla="*/ 6114876 h 6372666"/>
              <a:gd name="connsiteX7" fmla="*/ 0 w 5247320"/>
              <a:gd name="connsiteY7" fmla="*/ 0 h 6372666"/>
              <a:gd name="connsiteX0" fmla="*/ 0 w 5247320"/>
              <a:gd name="connsiteY0" fmla="*/ 0 h 6372666"/>
              <a:gd name="connsiteX1" fmla="*/ 4516662 w 5247320"/>
              <a:gd name="connsiteY1" fmla="*/ 10548 h 6372666"/>
              <a:gd name="connsiteX2" fmla="*/ 4226946 w 5247320"/>
              <a:gd name="connsiteY2" fmla="*/ 231614 h 6372666"/>
              <a:gd name="connsiteX3" fmla="*/ 5087890 w 5247320"/>
              <a:gd name="connsiteY3" fmla="*/ 2657920 h 6372666"/>
              <a:gd name="connsiteX4" fmla="*/ 1363066 w 5247320"/>
              <a:gd name="connsiteY4" fmla="*/ 6372666 h 6372666"/>
              <a:gd name="connsiteX5" fmla="*/ 82347 w 5247320"/>
              <a:gd name="connsiteY5" fmla="*/ 6147256 h 6372666"/>
              <a:gd name="connsiteX6" fmla="*/ 0 w 5247320"/>
              <a:gd name="connsiteY6" fmla="*/ 6114876 h 6372666"/>
              <a:gd name="connsiteX7" fmla="*/ 0 w 5247320"/>
              <a:gd name="connsiteY7" fmla="*/ 0 h 6372666"/>
              <a:gd name="connsiteX0" fmla="*/ 0 w 5365577"/>
              <a:gd name="connsiteY0" fmla="*/ 0 h 6372666"/>
              <a:gd name="connsiteX1" fmla="*/ 4516662 w 5365577"/>
              <a:gd name="connsiteY1" fmla="*/ 10548 h 6372666"/>
              <a:gd name="connsiteX2" fmla="*/ 4655641 w 5365577"/>
              <a:gd name="connsiteY2" fmla="*/ 526964 h 6372666"/>
              <a:gd name="connsiteX3" fmla="*/ 5087890 w 5365577"/>
              <a:gd name="connsiteY3" fmla="*/ 2657920 h 6372666"/>
              <a:gd name="connsiteX4" fmla="*/ 1363066 w 5365577"/>
              <a:gd name="connsiteY4" fmla="*/ 6372666 h 6372666"/>
              <a:gd name="connsiteX5" fmla="*/ 82347 w 5365577"/>
              <a:gd name="connsiteY5" fmla="*/ 6147256 h 6372666"/>
              <a:gd name="connsiteX6" fmla="*/ 0 w 5365577"/>
              <a:gd name="connsiteY6" fmla="*/ 6114876 h 6372666"/>
              <a:gd name="connsiteX7" fmla="*/ 0 w 5365577"/>
              <a:gd name="connsiteY7" fmla="*/ 0 h 6372666"/>
              <a:gd name="connsiteX0" fmla="*/ 0 w 5288223"/>
              <a:gd name="connsiteY0" fmla="*/ 0 h 6372666"/>
              <a:gd name="connsiteX1" fmla="*/ 4516662 w 5288223"/>
              <a:gd name="connsiteY1" fmla="*/ 10548 h 6372666"/>
              <a:gd name="connsiteX2" fmla="*/ 4655641 w 5288223"/>
              <a:gd name="connsiteY2" fmla="*/ 526964 h 6372666"/>
              <a:gd name="connsiteX3" fmla="*/ 5087890 w 5288223"/>
              <a:gd name="connsiteY3" fmla="*/ 2657920 h 6372666"/>
              <a:gd name="connsiteX4" fmla="*/ 1363066 w 5288223"/>
              <a:gd name="connsiteY4" fmla="*/ 6372666 h 6372666"/>
              <a:gd name="connsiteX5" fmla="*/ 82347 w 5288223"/>
              <a:gd name="connsiteY5" fmla="*/ 6147256 h 6372666"/>
              <a:gd name="connsiteX6" fmla="*/ 0 w 5288223"/>
              <a:gd name="connsiteY6" fmla="*/ 6114876 h 6372666"/>
              <a:gd name="connsiteX7" fmla="*/ 0 w 5288223"/>
              <a:gd name="connsiteY7" fmla="*/ 0 h 6372666"/>
              <a:gd name="connsiteX0" fmla="*/ 0 w 5288223"/>
              <a:gd name="connsiteY0" fmla="*/ 0 h 6372666"/>
              <a:gd name="connsiteX1" fmla="*/ 4725781 w 5288223"/>
              <a:gd name="connsiteY1" fmla="*/ 21096 h 6372666"/>
              <a:gd name="connsiteX2" fmla="*/ 4655641 w 5288223"/>
              <a:gd name="connsiteY2" fmla="*/ 526964 h 6372666"/>
              <a:gd name="connsiteX3" fmla="*/ 5087890 w 5288223"/>
              <a:gd name="connsiteY3" fmla="*/ 2657920 h 6372666"/>
              <a:gd name="connsiteX4" fmla="*/ 1363066 w 5288223"/>
              <a:gd name="connsiteY4" fmla="*/ 6372666 h 6372666"/>
              <a:gd name="connsiteX5" fmla="*/ 82347 w 5288223"/>
              <a:gd name="connsiteY5" fmla="*/ 6147256 h 6372666"/>
              <a:gd name="connsiteX6" fmla="*/ 0 w 5288223"/>
              <a:gd name="connsiteY6" fmla="*/ 6114876 h 6372666"/>
              <a:gd name="connsiteX7" fmla="*/ 0 w 5288223"/>
              <a:gd name="connsiteY7" fmla="*/ 0 h 6372666"/>
              <a:gd name="connsiteX0" fmla="*/ 0 w 5382393"/>
              <a:gd name="connsiteY0" fmla="*/ 0 h 6372666"/>
              <a:gd name="connsiteX1" fmla="*/ 4725781 w 5382393"/>
              <a:gd name="connsiteY1" fmla="*/ 21096 h 6372666"/>
              <a:gd name="connsiteX2" fmla="*/ 4969320 w 5382393"/>
              <a:gd name="connsiteY2" fmla="*/ 1170404 h 6372666"/>
              <a:gd name="connsiteX3" fmla="*/ 5087890 w 5382393"/>
              <a:gd name="connsiteY3" fmla="*/ 2657920 h 6372666"/>
              <a:gd name="connsiteX4" fmla="*/ 1363066 w 5382393"/>
              <a:gd name="connsiteY4" fmla="*/ 6372666 h 6372666"/>
              <a:gd name="connsiteX5" fmla="*/ 82347 w 5382393"/>
              <a:gd name="connsiteY5" fmla="*/ 6147256 h 6372666"/>
              <a:gd name="connsiteX6" fmla="*/ 0 w 5382393"/>
              <a:gd name="connsiteY6" fmla="*/ 6114876 h 6372666"/>
              <a:gd name="connsiteX7" fmla="*/ 0 w 5382393"/>
              <a:gd name="connsiteY7" fmla="*/ 0 h 6372666"/>
              <a:gd name="connsiteX0" fmla="*/ 0 w 5095613"/>
              <a:gd name="connsiteY0" fmla="*/ 0 h 6372666"/>
              <a:gd name="connsiteX1" fmla="*/ 4725781 w 5095613"/>
              <a:gd name="connsiteY1" fmla="*/ 21096 h 6372666"/>
              <a:gd name="connsiteX2" fmla="*/ 4969320 w 5095613"/>
              <a:gd name="connsiteY2" fmla="*/ 1170404 h 6372666"/>
              <a:gd name="connsiteX3" fmla="*/ 4502357 w 5095613"/>
              <a:gd name="connsiteY3" fmla="*/ 4598790 h 6372666"/>
              <a:gd name="connsiteX4" fmla="*/ 1363066 w 5095613"/>
              <a:gd name="connsiteY4" fmla="*/ 6372666 h 6372666"/>
              <a:gd name="connsiteX5" fmla="*/ 82347 w 5095613"/>
              <a:gd name="connsiteY5" fmla="*/ 6147256 h 6372666"/>
              <a:gd name="connsiteX6" fmla="*/ 0 w 5095613"/>
              <a:gd name="connsiteY6" fmla="*/ 6114876 h 6372666"/>
              <a:gd name="connsiteX7" fmla="*/ 0 w 5095613"/>
              <a:gd name="connsiteY7" fmla="*/ 0 h 6372666"/>
              <a:gd name="connsiteX0" fmla="*/ 0 w 5016403"/>
              <a:gd name="connsiteY0" fmla="*/ 0 h 6372666"/>
              <a:gd name="connsiteX1" fmla="*/ 4725781 w 5016403"/>
              <a:gd name="connsiteY1" fmla="*/ 21096 h 6372666"/>
              <a:gd name="connsiteX2" fmla="*/ 4864760 w 5016403"/>
              <a:gd name="connsiteY2" fmla="*/ 474223 h 6372666"/>
              <a:gd name="connsiteX3" fmla="*/ 4502357 w 5016403"/>
              <a:gd name="connsiteY3" fmla="*/ 4598790 h 6372666"/>
              <a:gd name="connsiteX4" fmla="*/ 1363066 w 5016403"/>
              <a:gd name="connsiteY4" fmla="*/ 6372666 h 6372666"/>
              <a:gd name="connsiteX5" fmla="*/ 82347 w 5016403"/>
              <a:gd name="connsiteY5" fmla="*/ 6147256 h 6372666"/>
              <a:gd name="connsiteX6" fmla="*/ 0 w 5016403"/>
              <a:gd name="connsiteY6" fmla="*/ 6114876 h 6372666"/>
              <a:gd name="connsiteX7" fmla="*/ 0 w 5016403"/>
              <a:gd name="connsiteY7" fmla="*/ 0 h 6372666"/>
              <a:gd name="connsiteX0" fmla="*/ 0 w 5122449"/>
              <a:gd name="connsiteY0" fmla="*/ 0 h 6372666"/>
              <a:gd name="connsiteX1" fmla="*/ 4725781 w 5122449"/>
              <a:gd name="connsiteY1" fmla="*/ 21096 h 6372666"/>
              <a:gd name="connsiteX2" fmla="*/ 4864760 w 5122449"/>
              <a:gd name="connsiteY2" fmla="*/ 474223 h 6372666"/>
              <a:gd name="connsiteX3" fmla="*/ 4502357 w 5122449"/>
              <a:gd name="connsiteY3" fmla="*/ 4598790 h 6372666"/>
              <a:gd name="connsiteX4" fmla="*/ 1363066 w 5122449"/>
              <a:gd name="connsiteY4" fmla="*/ 6372666 h 6372666"/>
              <a:gd name="connsiteX5" fmla="*/ 82347 w 5122449"/>
              <a:gd name="connsiteY5" fmla="*/ 6147256 h 6372666"/>
              <a:gd name="connsiteX6" fmla="*/ 0 w 5122449"/>
              <a:gd name="connsiteY6" fmla="*/ 6114876 h 6372666"/>
              <a:gd name="connsiteX7" fmla="*/ 0 w 5122449"/>
              <a:gd name="connsiteY7" fmla="*/ 0 h 6372666"/>
              <a:gd name="connsiteX0" fmla="*/ 0 w 5110499"/>
              <a:gd name="connsiteY0" fmla="*/ 0 h 6372666"/>
              <a:gd name="connsiteX1" fmla="*/ 4725781 w 5110499"/>
              <a:gd name="connsiteY1" fmla="*/ 21096 h 6372666"/>
              <a:gd name="connsiteX2" fmla="*/ 4864760 w 5110499"/>
              <a:gd name="connsiteY2" fmla="*/ 474223 h 6372666"/>
              <a:gd name="connsiteX3" fmla="*/ 4460534 w 5110499"/>
              <a:gd name="connsiteY3" fmla="*/ 4704273 h 6372666"/>
              <a:gd name="connsiteX4" fmla="*/ 1363066 w 5110499"/>
              <a:gd name="connsiteY4" fmla="*/ 6372666 h 6372666"/>
              <a:gd name="connsiteX5" fmla="*/ 82347 w 5110499"/>
              <a:gd name="connsiteY5" fmla="*/ 6147256 h 6372666"/>
              <a:gd name="connsiteX6" fmla="*/ 0 w 5110499"/>
              <a:gd name="connsiteY6" fmla="*/ 6114876 h 6372666"/>
              <a:gd name="connsiteX7" fmla="*/ 0 w 5110499"/>
              <a:gd name="connsiteY7" fmla="*/ 0 h 6372666"/>
              <a:gd name="connsiteX0" fmla="*/ 0 w 5110499"/>
              <a:gd name="connsiteY0" fmla="*/ 0 h 6372666"/>
              <a:gd name="connsiteX1" fmla="*/ 4725781 w 5110499"/>
              <a:gd name="connsiteY1" fmla="*/ 21096 h 6372666"/>
              <a:gd name="connsiteX2" fmla="*/ 4864760 w 5110499"/>
              <a:gd name="connsiteY2" fmla="*/ 474223 h 6372666"/>
              <a:gd name="connsiteX3" fmla="*/ 4460534 w 5110499"/>
              <a:gd name="connsiteY3" fmla="*/ 4704273 h 6372666"/>
              <a:gd name="connsiteX4" fmla="*/ 1363066 w 5110499"/>
              <a:gd name="connsiteY4" fmla="*/ 6372666 h 6372666"/>
              <a:gd name="connsiteX5" fmla="*/ 82347 w 5110499"/>
              <a:gd name="connsiteY5" fmla="*/ 6147256 h 6372666"/>
              <a:gd name="connsiteX6" fmla="*/ 0 w 5110499"/>
              <a:gd name="connsiteY6" fmla="*/ 6114876 h 6372666"/>
              <a:gd name="connsiteX7" fmla="*/ 0 w 5110499"/>
              <a:gd name="connsiteY7" fmla="*/ 0 h 6372666"/>
              <a:gd name="connsiteX0" fmla="*/ 0 w 5118394"/>
              <a:gd name="connsiteY0" fmla="*/ 0 h 6509793"/>
              <a:gd name="connsiteX1" fmla="*/ 4725781 w 5118394"/>
              <a:gd name="connsiteY1" fmla="*/ 21096 h 6509793"/>
              <a:gd name="connsiteX2" fmla="*/ 4864760 w 5118394"/>
              <a:gd name="connsiteY2" fmla="*/ 474223 h 6509793"/>
              <a:gd name="connsiteX3" fmla="*/ 4460534 w 5118394"/>
              <a:gd name="connsiteY3" fmla="*/ 4704273 h 6509793"/>
              <a:gd name="connsiteX4" fmla="*/ 1164403 w 5118394"/>
              <a:gd name="connsiteY4" fmla="*/ 6509793 h 6509793"/>
              <a:gd name="connsiteX5" fmla="*/ 82347 w 5118394"/>
              <a:gd name="connsiteY5" fmla="*/ 6147256 h 6509793"/>
              <a:gd name="connsiteX6" fmla="*/ 0 w 5118394"/>
              <a:gd name="connsiteY6" fmla="*/ 6114876 h 6509793"/>
              <a:gd name="connsiteX7" fmla="*/ 0 w 5118394"/>
              <a:gd name="connsiteY7" fmla="*/ 0 h 6509793"/>
              <a:gd name="connsiteX0" fmla="*/ 0 w 5162448"/>
              <a:gd name="connsiteY0" fmla="*/ 0 h 6509793"/>
              <a:gd name="connsiteX1" fmla="*/ 4725781 w 5162448"/>
              <a:gd name="connsiteY1" fmla="*/ 21096 h 6509793"/>
              <a:gd name="connsiteX2" fmla="*/ 4864760 w 5162448"/>
              <a:gd name="connsiteY2" fmla="*/ 474223 h 6509793"/>
              <a:gd name="connsiteX3" fmla="*/ 4596462 w 5162448"/>
              <a:gd name="connsiteY3" fmla="*/ 4535502 h 6509793"/>
              <a:gd name="connsiteX4" fmla="*/ 1164403 w 5162448"/>
              <a:gd name="connsiteY4" fmla="*/ 6509793 h 6509793"/>
              <a:gd name="connsiteX5" fmla="*/ 82347 w 5162448"/>
              <a:gd name="connsiteY5" fmla="*/ 6147256 h 6509793"/>
              <a:gd name="connsiteX6" fmla="*/ 0 w 5162448"/>
              <a:gd name="connsiteY6" fmla="*/ 6114876 h 6509793"/>
              <a:gd name="connsiteX7" fmla="*/ 0 w 5162448"/>
              <a:gd name="connsiteY7" fmla="*/ 0 h 6509793"/>
              <a:gd name="connsiteX0" fmla="*/ 0 w 5162448"/>
              <a:gd name="connsiteY0" fmla="*/ 0 h 6509793"/>
              <a:gd name="connsiteX1" fmla="*/ 4725781 w 5162448"/>
              <a:gd name="connsiteY1" fmla="*/ 21096 h 6509793"/>
              <a:gd name="connsiteX2" fmla="*/ 4864760 w 5162448"/>
              <a:gd name="connsiteY2" fmla="*/ 474223 h 6509793"/>
              <a:gd name="connsiteX3" fmla="*/ 4596462 w 5162448"/>
              <a:gd name="connsiteY3" fmla="*/ 4535502 h 6509793"/>
              <a:gd name="connsiteX4" fmla="*/ 1164403 w 5162448"/>
              <a:gd name="connsiteY4" fmla="*/ 6509793 h 6509793"/>
              <a:gd name="connsiteX5" fmla="*/ 385570 w 5162448"/>
              <a:gd name="connsiteY5" fmla="*/ 6305480 h 6509793"/>
              <a:gd name="connsiteX6" fmla="*/ 0 w 5162448"/>
              <a:gd name="connsiteY6" fmla="*/ 6114876 h 6509793"/>
              <a:gd name="connsiteX7" fmla="*/ 0 w 5162448"/>
              <a:gd name="connsiteY7" fmla="*/ 0 h 6509793"/>
              <a:gd name="connsiteX0" fmla="*/ 0 w 5162448"/>
              <a:gd name="connsiteY0" fmla="*/ 0 h 6509793"/>
              <a:gd name="connsiteX1" fmla="*/ 4725781 w 5162448"/>
              <a:gd name="connsiteY1" fmla="*/ 21096 h 6509793"/>
              <a:gd name="connsiteX2" fmla="*/ 4864760 w 5162448"/>
              <a:gd name="connsiteY2" fmla="*/ 474223 h 6509793"/>
              <a:gd name="connsiteX3" fmla="*/ 4596462 w 5162448"/>
              <a:gd name="connsiteY3" fmla="*/ 4535502 h 6509793"/>
              <a:gd name="connsiteX4" fmla="*/ 1164403 w 5162448"/>
              <a:gd name="connsiteY4" fmla="*/ 6509793 h 6509793"/>
              <a:gd name="connsiteX5" fmla="*/ 385570 w 5162448"/>
              <a:gd name="connsiteY5" fmla="*/ 6305480 h 6509793"/>
              <a:gd name="connsiteX6" fmla="*/ 0 w 5162448"/>
              <a:gd name="connsiteY6" fmla="*/ 6114876 h 6509793"/>
              <a:gd name="connsiteX7" fmla="*/ 0 w 5162448"/>
              <a:gd name="connsiteY7" fmla="*/ 0 h 6509793"/>
              <a:gd name="connsiteX0" fmla="*/ 0 w 5127267"/>
              <a:gd name="connsiteY0" fmla="*/ 0 h 6509793"/>
              <a:gd name="connsiteX1" fmla="*/ 4725781 w 5127267"/>
              <a:gd name="connsiteY1" fmla="*/ 21096 h 6509793"/>
              <a:gd name="connsiteX2" fmla="*/ 4812481 w 5127267"/>
              <a:gd name="connsiteY2" fmla="*/ 526964 h 6509793"/>
              <a:gd name="connsiteX3" fmla="*/ 4596462 w 5127267"/>
              <a:gd name="connsiteY3" fmla="*/ 4535502 h 6509793"/>
              <a:gd name="connsiteX4" fmla="*/ 1164403 w 5127267"/>
              <a:gd name="connsiteY4" fmla="*/ 6509793 h 6509793"/>
              <a:gd name="connsiteX5" fmla="*/ 385570 w 5127267"/>
              <a:gd name="connsiteY5" fmla="*/ 6305480 h 6509793"/>
              <a:gd name="connsiteX6" fmla="*/ 0 w 5127267"/>
              <a:gd name="connsiteY6" fmla="*/ 6114876 h 6509793"/>
              <a:gd name="connsiteX7" fmla="*/ 0 w 5127267"/>
              <a:gd name="connsiteY7" fmla="*/ 0 h 6509793"/>
              <a:gd name="connsiteX0" fmla="*/ 0 w 5041484"/>
              <a:gd name="connsiteY0" fmla="*/ 0 h 6509793"/>
              <a:gd name="connsiteX1" fmla="*/ 4725781 w 5041484"/>
              <a:gd name="connsiteY1" fmla="*/ 21096 h 6509793"/>
              <a:gd name="connsiteX2" fmla="*/ 4812481 w 5041484"/>
              <a:gd name="connsiteY2" fmla="*/ 526964 h 6509793"/>
              <a:gd name="connsiteX3" fmla="*/ 4596462 w 5041484"/>
              <a:gd name="connsiteY3" fmla="*/ 4535502 h 6509793"/>
              <a:gd name="connsiteX4" fmla="*/ 1164403 w 5041484"/>
              <a:gd name="connsiteY4" fmla="*/ 6509793 h 6509793"/>
              <a:gd name="connsiteX5" fmla="*/ 385570 w 5041484"/>
              <a:gd name="connsiteY5" fmla="*/ 6305480 h 6509793"/>
              <a:gd name="connsiteX6" fmla="*/ 0 w 5041484"/>
              <a:gd name="connsiteY6" fmla="*/ 6114876 h 6509793"/>
              <a:gd name="connsiteX7" fmla="*/ 0 w 5041484"/>
              <a:gd name="connsiteY7" fmla="*/ 0 h 6509793"/>
              <a:gd name="connsiteX0" fmla="*/ 0 w 5140479"/>
              <a:gd name="connsiteY0" fmla="*/ 0 h 6509793"/>
              <a:gd name="connsiteX1" fmla="*/ 4725781 w 5140479"/>
              <a:gd name="connsiteY1" fmla="*/ 21096 h 6509793"/>
              <a:gd name="connsiteX2" fmla="*/ 4812481 w 5140479"/>
              <a:gd name="connsiteY2" fmla="*/ 526964 h 6509793"/>
              <a:gd name="connsiteX3" fmla="*/ 4596462 w 5140479"/>
              <a:gd name="connsiteY3" fmla="*/ 4535502 h 6509793"/>
              <a:gd name="connsiteX4" fmla="*/ 1164403 w 5140479"/>
              <a:gd name="connsiteY4" fmla="*/ 6509793 h 6509793"/>
              <a:gd name="connsiteX5" fmla="*/ 385570 w 5140479"/>
              <a:gd name="connsiteY5" fmla="*/ 6305480 h 6509793"/>
              <a:gd name="connsiteX6" fmla="*/ 0 w 5140479"/>
              <a:gd name="connsiteY6" fmla="*/ 6114876 h 6509793"/>
              <a:gd name="connsiteX7" fmla="*/ 0 w 5140479"/>
              <a:gd name="connsiteY7" fmla="*/ 0 h 6509793"/>
              <a:gd name="connsiteX0" fmla="*/ 0 w 5190465"/>
              <a:gd name="connsiteY0" fmla="*/ 0 h 6509793"/>
              <a:gd name="connsiteX1" fmla="*/ 4725781 w 5190465"/>
              <a:gd name="connsiteY1" fmla="*/ 21096 h 6509793"/>
              <a:gd name="connsiteX2" fmla="*/ 4885673 w 5190465"/>
              <a:gd name="connsiteY2" fmla="*/ 358192 h 6509793"/>
              <a:gd name="connsiteX3" fmla="*/ 4596462 w 5190465"/>
              <a:gd name="connsiteY3" fmla="*/ 4535502 h 6509793"/>
              <a:gd name="connsiteX4" fmla="*/ 1164403 w 5190465"/>
              <a:gd name="connsiteY4" fmla="*/ 6509793 h 6509793"/>
              <a:gd name="connsiteX5" fmla="*/ 385570 w 5190465"/>
              <a:gd name="connsiteY5" fmla="*/ 6305480 h 6509793"/>
              <a:gd name="connsiteX6" fmla="*/ 0 w 5190465"/>
              <a:gd name="connsiteY6" fmla="*/ 6114876 h 6509793"/>
              <a:gd name="connsiteX7" fmla="*/ 0 w 5190465"/>
              <a:gd name="connsiteY7" fmla="*/ 0 h 6509793"/>
              <a:gd name="connsiteX0" fmla="*/ 0 w 5158865"/>
              <a:gd name="connsiteY0" fmla="*/ 0 h 6509793"/>
              <a:gd name="connsiteX1" fmla="*/ 4725781 w 5158865"/>
              <a:gd name="connsiteY1" fmla="*/ 21096 h 6509793"/>
              <a:gd name="connsiteX2" fmla="*/ 4885673 w 5158865"/>
              <a:gd name="connsiteY2" fmla="*/ 358192 h 6509793"/>
              <a:gd name="connsiteX3" fmla="*/ 4596462 w 5158865"/>
              <a:gd name="connsiteY3" fmla="*/ 4535502 h 6509793"/>
              <a:gd name="connsiteX4" fmla="*/ 1164403 w 5158865"/>
              <a:gd name="connsiteY4" fmla="*/ 6509793 h 6509793"/>
              <a:gd name="connsiteX5" fmla="*/ 385570 w 5158865"/>
              <a:gd name="connsiteY5" fmla="*/ 6305480 h 6509793"/>
              <a:gd name="connsiteX6" fmla="*/ 0 w 5158865"/>
              <a:gd name="connsiteY6" fmla="*/ 6114876 h 6509793"/>
              <a:gd name="connsiteX7" fmla="*/ 0 w 5158865"/>
              <a:gd name="connsiteY7" fmla="*/ 0 h 6509793"/>
              <a:gd name="connsiteX0" fmla="*/ 0 w 5272866"/>
              <a:gd name="connsiteY0" fmla="*/ 0 h 6509793"/>
              <a:gd name="connsiteX1" fmla="*/ 4725781 w 5272866"/>
              <a:gd name="connsiteY1" fmla="*/ 21096 h 6509793"/>
              <a:gd name="connsiteX2" fmla="*/ 5042512 w 5272866"/>
              <a:gd name="connsiteY2" fmla="*/ 1476302 h 6509793"/>
              <a:gd name="connsiteX3" fmla="*/ 4596462 w 5272866"/>
              <a:gd name="connsiteY3" fmla="*/ 4535502 h 6509793"/>
              <a:gd name="connsiteX4" fmla="*/ 1164403 w 5272866"/>
              <a:gd name="connsiteY4" fmla="*/ 6509793 h 6509793"/>
              <a:gd name="connsiteX5" fmla="*/ 385570 w 5272866"/>
              <a:gd name="connsiteY5" fmla="*/ 6305480 h 6509793"/>
              <a:gd name="connsiteX6" fmla="*/ 0 w 5272866"/>
              <a:gd name="connsiteY6" fmla="*/ 6114876 h 6509793"/>
              <a:gd name="connsiteX7" fmla="*/ 0 w 5272866"/>
              <a:gd name="connsiteY7" fmla="*/ 0 h 6509793"/>
              <a:gd name="connsiteX0" fmla="*/ 0 w 5183390"/>
              <a:gd name="connsiteY0" fmla="*/ 0 h 6509793"/>
              <a:gd name="connsiteX1" fmla="*/ 4725781 w 5183390"/>
              <a:gd name="connsiteY1" fmla="*/ 21096 h 6509793"/>
              <a:gd name="connsiteX2" fmla="*/ 5042512 w 5183390"/>
              <a:gd name="connsiteY2" fmla="*/ 1476302 h 6509793"/>
              <a:gd name="connsiteX3" fmla="*/ 4115488 w 5183390"/>
              <a:gd name="connsiteY3" fmla="*/ 5210588 h 6509793"/>
              <a:gd name="connsiteX4" fmla="*/ 1164403 w 5183390"/>
              <a:gd name="connsiteY4" fmla="*/ 6509793 h 6509793"/>
              <a:gd name="connsiteX5" fmla="*/ 385570 w 5183390"/>
              <a:gd name="connsiteY5" fmla="*/ 6305480 h 6509793"/>
              <a:gd name="connsiteX6" fmla="*/ 0 w 5183390"/>
              <a:gd name="connsiteY6" fmla="*/ 6114876 h 6509793"/>
              <a:gd name="connsiteX7" fmla="*/ 0 w 5183390"/>
              <a:gd name="connsiteY7" fmla="*/ 0 h 6509793"/>
              <a:gd name="connsiteX0" fmla="*/ 0 w 5172636"/>
              <a:gd name="connsiteY0" fmla="*/ 0 h 6509793"/>
              <a:gd name="connsiteX1" fmla="*/ 4725781 w 5172636"/>
              <a:gd name="connsiteY1" fmla="*/ 21096 h 6509793"/>
              <a:gd name="connsiteX2" fmla="*/ 5042512 w 5172636"/>
              <a:gd name="connsiteY2" fmla="*/ 1476302 h 6509793"/>
              <a:gd name="connsiteX3" fmla="*/ 4115488 w 5172636"/>
              <a:gd name="connsiteY3" fmla="*/ 5210588 h 6509793"/>
              <a:gd name="connsiteX4" fmla="*/ 1164403 w 5172636"/>
              <a:gd name="connsiteY4" fmla="*/ 6509793 h 6509793"/>
              <a:gd name="connsiteX5" fmla="*/ 385570 w 5172636"/>
              <a:gd name="connsiteY5" fmla="*/ 6305480 h 6509793"/>
              <a:gd name="connsiteX6" fmla="*/ 0 w 5172636"/>
              <a:gd name="connsiteY6" fmla="*/ 6114876 h 6509793"/>
              <a:gd name="connsiteX7" fmla="*/ 0 w 5172636"/>
              <a:gd name="connsiteY7" fmla="*/ 0 h 6509793"/>
              <a:gd name="connsiteX0" fmla="*/ 0 w 5097074"/>
              <a:gd name="connsiteY0" fmla="*/ 0 h 6509793"/>
              <a:gd name="connsiteX1" fmla="*/ 4725781 w 5097074"/>
              <a:gd name="connsiteY1" fmla="*/ 21096 h 6509793"/>
              <a:gd name="connsiteX2" fmla="*/ 5042512 w 5097074"/>
              <a:gd name="connsiteY2" fmla="*/ 1476302 h 6509793"/>
              <a:gd name="connsiteX3" fmla="*/ 4115488 w 5097074"/>
              <a:gd name="connsiteY3" fmla="*/ 5210588 h 6509793"/>
              <a:gd name="connsiteX4" fmla="*/ 1164403 w 5097074"/>
              <a:gd name="connsiteY4" fmla="*/ 6509793 h 6509793"/>
              <a:gd name="connsiteX5" fmla="*/ 385570 w 5097074"/>
              <a:gd name="connsiteY5" fmla="*/ 6305480 h 6509793"/>
              <a:gd name="connsiteX6" fmla="*/ 0 w 5097074"/>
              <a:gd name="connsiteY6" fmla="*/ 6114876 h 6509793"/>
              <a:gd name="connsiteX7" fmla="*/ 0 w 5097074"/>
              <a:gd name="connsiteY7" fmla="*/ 0 h 6509793"/>
              <a:gd name="connsiteX0" fmla="*/ 0 w 5106559"/>
              <a:gd name="connsiteY0" fmla="*/ 0 h 6509793"/>
              <a:gd name="connsiteX1" fmla="*/ 4725781 w 5106559"/>
              <a:gd name="connsiteY1" fmla="*/ 21096 h 6509793"/>
              <a:gd name="connsiteX2" fmla="*/ 5042512 w 5106559"/>
              <a:gd name="connsiteY2" fmla="*/ 1476302 h 6509793"/>
              <a:gd name="connsiteX3" fmla="*/ 4115488 w 5106559"/>
              <a:gd name="connsiteY3" fmla="*/ 5210588 h 6509793"/>
              <a:gd name="connsiteX4" fmla="*/ 1164403 w 5106559"/>
              <a:gd name="connsiteY4" fmla="*/ 6509793 h 6509793"/>
              <a:gd name="connsiteX5" fmla="*/ 385570 w 5106559"/>
              <a:gd name="connsiteY5" fmla="*/ 6305480 h 6509793"/>
              <a:gd name="connsiteX6" fmla="*/ 0 w 5106559"/>
              <a:gd name="connsiteY6" fmla="*/ 6114876 h 6509793"/>
              <a:gd name="connsiteX7" fmla="*/ 0 w 5106559"/>
              <a:gd name="connsiteY7" fmla="*/ 0 h 6509793"/>
              <a:gd name="connsiteX0" fmla="*/ 0 w 5108361"/>
              <a:gd name="connsiteY0" fmla="*/ 0 h 6509793"/>
              <a:gd name="connsiteX1" fmla="*/ 4725781 w 5108361"/>
              <a:gd name="connsiteY1" fmla="*/ 21096 h 6509793"/>
              <a:gd name="connsiteX2" fmla="*/ 5042512 w 5108361"/>
              <a:gd name="connsiteY2" fmla="*/ 1476302 h 6509793"/>
              <a:gd name="connsiteX3" fmla="*/ 4136401 w 5108361"/>
              <a:gd name="connsiteY3" fmla="*/ 5337167 h 6509793"/>
              <a:gd name="connsiteX4" fmla="*/ 1164403 w 5108361"/>
              <a:gd name="connsiteY4" fmla="*/ 6509793 h 6509793"/>
              <a:gd name="connsiteX5" fmla="*/ 385570 w 5108361"/>
              <a:gd name="connsiteY5" fmla="*/ 6305480 h 6509793"/>
              <a:gd name="connsiteX6" fmla="*/ 0 w 5108361"/>
              <a:gd name="connsiteY6" fmla="*/ 6114876 h 6509793"/>
              <a:gd name="connsiteX7" fmla="*/ 0 w 5108361"/>
              <a:gd name="connsiteY7" fmla="*/ 0 h 6509793"/>
              <a:gd name="connsiteX0" fmla="*/ 0 w 5108361"/>
              <a:gd name="connsiteY0" fmla="*/ 0 h 6523289"/>
              <a:gd name="connsiteX1" fmla="*/ 4725781 w 5108361"/>
              <a:gd name="connsiteY1" fmla="*/ 21096 h 6523289"/>
              <a:gd name="connsiteX2" fmla="*/ 5042512 w 5108361"/>
              <a:gd name="connsiteY2" fmla="*/ 1476302 h 6523289"/>
              <a:gd name="connsiteX3" fmla="*/ 4136401 w 5108361"/>
              <a:gd name="connsiteY3" fmla="*/ 5337167 h 6523289"/>
              <a:gd name="connsiteX4" fmla="*/ 1164403 w 5108361"/>
              <a:gd name="connsiteY4" fmla="*/ 6509793 h 6523289"/>
              <a:gd name="connsiteX5" fmla="*/ 385570 w 5108361"/>
              <a:gd name="connsiteY5" fmla="*/ 6305480 h 6523289"/>
              <a:gd name="connsiteX6" fmla="*/ 0 w 5108361"/>
              <a:gd name="connsiteY6" fmla="*/ 6114876 h 6523289"/>
              <a:gd name="connsiteX7" fmla="*/ 0 w 5108361"/>
              <a:gd name="connsiteY7" fmla="*/ 0 h 6523289"/>
              <a:gd name="connsiteX0" fmla="*/ 0 w 5085677"/>
              <a:gd name="connsiteY0" fmla="*/ 0 h 6522930"/>
              <a:gd name="connsiteX1" fmla="*/ 4725781 w 5085677"/>
              <a:gd name="connsiteY1" fmla="*/ 21096 h 6522930"/>
              <a:gd name="connsiteX2" fmla="*/ 5042512 w 5085677"/>
              <a:gd name="connsiteY2" fmla="*/ 1476302 h 6522930"/>
              <a:gd name="connsiteX3" fmla="*/ 4136401 w 5085677"/>
              <a:gd name="connsiteY3" fmla="*/ 5337167 h 6522930"/>
              <a:gd name="connsiteX4" fmla="*/ 1164403 w 5085677"/>
              <a:gd name="connsiteY4" fmla="*/ 6509793 h 6522930"/>
              <a:gd name="connsiteX5" fmla="*/ 385570 w 5085677"/>
              <a:gd name="connsiteY5" fmla="*/ 6305480 h 6522930"/>
              <a:gd name="connsiteX6" fmla="*/ 0 w 5085677"/>
              <a:gd name="connsiteY6" fmla="*/ 6114876 h 6522930"/>
              <a:gd name="connsiteX7" fmla="*/ 0 w 5085677"/>
              <a:gd name="connsiteY7" fmla="*/ 0 h 6522930"/>
              <a:gd name="connsiteX0" fmla="*/ 0 w 5018753"/>
              <a:gd name="connsiteY0" fmla="*/ 0 h 6531040"/>
              <a:gd name="connsiteX1" fmla="*/ 4725781 w 5018753"/>
              <a:gd name="connsiteY1" fmla="*/ 21096 h 6531040"/>
              <a:gd name="connsiteX2" fmla="*/ 4948408 w 5018753"/>
              <a:gd name="connsiteY2" fmla="*/ 906699 h 6531040"/>
              <a:gd name="connsiteX3" fmla="*/ 4136401 w 5018753"/>
              <a:gd name="connsiteY3" fmla="*/ 5337167 h 6531040"/>
              <a:gd name="connsiteX4" fmla="*/ 1164403 w 5018753"/>
              <a:gd name="connsiteY4" fmla="*/ 6509793 h 6531040"/>
              <a:gd name="connsiteX5" fmla="*/ 385570 w 5018753"/>
              <a:gd name="connsiteY5" fmla="*/ 6305480 h 6531040"/>
              <a:gd name="connsiteX6" fmla="*/ 0 w 5018753"/>
              <a:gd name="connsiteY6" fmla="*/ 6114876 h 6531040"/>
              <a:gd name="connsiteX7" fmla="*/ 0 w 5018753"/>
              <a:gd name="connsiteY7" fmla="*/ 0 h 6531040"/>
              <a:gd name="connsiteX0" fmla="*/ 0 w 5080914"/>
              <a:gd name="connsiteY0" fmla="*/ 0 h 6531040"/>
              <a:gd name="connsiteX1" fmla="*/ 4725781 w 5080914"/>
              <a:gd name="connsiteY1" fmla="*/ 21096 h 6531040"/>
              <a:gd name="connsiteX2" fmla="*/ 4948408 w 5080914"/>
              <a:gd name="connsiteY2" fmla="*/ 906699 h 6531040"/>
              <a:gd name="connsiteX3" fmla="*/ 4136401 w 5080914"/>
              <a:gd name="connsiteY3" fmla="*/ 5337167 h 6531040"/>
              <a:gd name="connsiteX4" fmla="*/ 1164403 w 5080914"/>
              <a:gd name="connsiteY4" fmla="*/ 6509793 h 6531040"/>
              <a:gd name="connsiteX5" fmla="*/ 385570 w 5080914"/>
              <a:gd name="connsiteY5" fmla="*/ 6305480 h 6531040"/>
              <a:gd name="connsiteX6" fmla="*/ 0 w 5080914"/>
              <a:gd name="connsiteY6" fmla="*/ 6114876 h 6531040"/>
              <a:gd name="connsiteX7" fmla="*/ 0 w 5080914"/>
              <a:gd name="connsiteY7" fmla="*/ 0 h 6531040"/>
              <a:gd name="connsiteX0" fmla="*/ 0 w 5080914"/>
              <a:gd name="connsiteY0" fmla="*/ 0 h 6531040"/>
              <a:gd name="connsiteX1" fmla="*/ 4699929 w 5080914"/>
              <a:gd name="connsiteY1" fmla="*/ 5447 h 6531040"/>
              <a:gd name="connsiteX2" fmla="*/ 4948408 w 5080914"/>
              <a:gd name="connsiteY2" fmla="*/ 906699 h 6531040"/>
              <a:gd name="connsiteX3" fmla="*/ 4136401 w 5080914"/>
              <a:gd name="connsiteY3" fmla="*/ 5337167 h 6531040"/>
              <a:gd name="connsiteX4" fmla="*/ 1164403 w 5080914"/>
              <a:gd name="connsiteY4" fmla="*/ 6509793 h 6531040"/>
              <a:gd name="connsiteX5" fmla="*/ 385570 w 5080914"/>
              <a:gd name="connsiteY5" fmla="*/ 6305480 h 6531040"/>
              <a:gd name="connsiteX6" fmla="*/ 0 w 5080914"/>
              <a:gd name="connsiteY6" fmla="*/ 6114876 h 6531040"/>
              <a:gd name="connsiteX7" fmla="*/ 0 w 5080914"/>
              <a:gd name="connsiteY7" fmla="*/ 0 h 6531040"/>
              <a:gd name="connsiteX0" fmla="*/ 0 w 5080914"/>
              <a:gd name="connsiteY0" fmla="*/ 1407 h 6532447"/>
              <a:gd name="connsiteX1" fmla="*/ 4696533 w 5080914"/>
              <a:gd name="connsiteY1" fmla="*/ 0 h 6532447"/>
              <a:gd name="connsiteX2" fmla="*/ 4948408 w 5080914"/>
              <a:gd name="connsiteY2" fmla="*/ 908106 h 6532447"/>
              <a:gd name="connsiteX3" fmla="*/ 4136401 w 5080914"/>
              <a:gd name="connsiteY3" fmla="*/ 5338574 h 6532447"/>
              <a:gd name="connsiteX4" fmla="*/ 1164403 w 5080914"/>
              <a:gd name="connsiteY4" fmla="*/ 6511200 h 6532447"/>
              <a:gd name="connsiteX5" fmla="*/ 385570 w 5080914"/>
              <a:gd name="connsiteY5" fmla="*/ 6306887 h 6532447"/>
              <a:gd name="connsiteX6" fmla="*/ 0 w 5080914"/>
              <a:gd name="connsiteY6" fmla="*/ 6116283 h 6532447"/>
              <a:gd name="connsiteX7" fmla="*/ 0 w 5080914"/>
              <a:gd name="connsiteY7" fmla="*/ 1407 h 6532447"/>
            </a:gdLst>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endParaRPr/>
          </a:p>
        </p:txBody>
      </p:sp>
      <p:sp>
        <p:nvSpPr>
          <p:cNvPr id="8" name="Slide Number Placeholder 7">
            <a:extLst xmlns:a="http://schemas.openxmlformats.org/drawingml/2006/main">
              <a:ext uri="{FF2B5EF4-FFF2-40B4-BE49-F238E27FC236}">
                <a16:creationId xmlns:a16="http://schemas.microsoft.com/office/drawing/2014/main" id="{21257FF2-E055-B5F9-4582-79A01E21822B}"/>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9" name="Footer Placeholder 6">
            <a:extLst xmlns:a="http://schemas.openxmlformats.org/drawingml/2006/main">
              <a:ext uri="{FF2B5EF4-FFF2-40B4-BE49-F238E27FC236}">
                <a16:creationId xmlns:a16="http://schemas.microsoft.com/office/drawing/2014/main" id="{3432B7A5-BCFF-0B37-3621-48E5B163BE99}"/>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10" name="Date Placeholder 4">
            <a:extLst xmlns:a="http://schemas.openxmlformats.org/drawingml/2006/main">
              <a:ext uri="{FF2B5EF4-FFF2-40B4-BE49-F238E27FC236}">
                <a16:creationId xmlns:a16="http://schemas.microsoft.com/office/drawing/2014/main" id="{54EBA6F0-8007-BA20-B49E-4F5863B4E1E3}"/>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3" name="Accent mark">
            <a:extLst xmlns:a="http://schemas.openxmlformats.org/drawingml/2006/main">
              <a:ext uri="{FF2B5EF4-FFF2-40B4-BE49-F238E27FC236}">
                <a16:creationId xmlns:a16="http://schemas.microsoft.com/office/drawing/2014/main" id="{F6E69B24-94C1-6ACB-ADE4-5BD87AD69DCA}"/>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3.xml><?xml version="1.0" encoding="utf-8"?>
<p:sldLayout xmlns:p="http://schemas.openxmlformats.org/presentationml/2006/main" preserve="1" userDrawn="1">
  <p:cSld name="Dark - Single metric">
    <p:bg>
      <p:bgPr>
        <a:solidFill xmlns:a="http://schemas.openxmlformats.org/drawingml/2006/main">
          <a:schemeClr val="bg2"/>
        </a:solidFill>
      </p:bgPr>
    </p:bg>
    <p:spTree>
      <p:nvGrpSpPr>
        <p:cNvPr id="1" name=""/>
        <p:cNvGrpSpPr/>
        <p:nvPr/>
      </p:nvGrpSpPr>
      <p:grpSpPr>
        <a:xfrm xmlns:a="http://schemas.openxmlformats.org/drawingml/2006/main"/>
      </p:grpSpPr>
      <p:pic>
        <p:nvPicPr>
          <p:cNvPr id="2" name="Graphic 1">
            <a:extLst xmlns:a="http://schemas.openxmlformats.org/drawingml/2006/main">
              <a:ext uri="{FF2B5EF4-FFF2-40B4-BE49-F238E27FC236}">
                <a16:creationId xmlns:a16="http://schemas.microsoft.com/office/drawing/2014/main" id="{58614272-8C33-4641-8EDD-C4636658A56F}"/>
              </a:ext>
            </a:extLst>
          </p:cNvPr>
          <p:cNvPicPr>
            <a:picLocks xmlns:a="http://schemas.openxmlformats.org/drawingml/2006/main" noChangeAspect="1"/>
          </p:cNvPicPr>
          <p:nvPr/>
        </p:nvPicPr>
        <p:blipFill>
          <a:blip xmlns:r="http://schemas.openxmlformats.org/officeDocument/2006/relationships" xmlns:a="http://schemas.openxmlformats.org/drawingml/2006/main" r:embed="Rd72c272102914108">
            <a:extLst>
              <a:ext uri="{96DAC541-7B7A-43D3-8B79-37D633B846F1}">
                <asvg:svgBlip xmlns:asvg="http://schemas.microsoft.com/office/drawing/2016/SVG/main" r:embed="Re0b429ee797d4dd1"/>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B099EEEE-62A5-DE0D-FD45-A3C465FD76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9" name="Text Placeholder 4">
            <a:extLst xmlns:a="http://schemas.openxmlformats.org/drawingml/2006/main">
              <a:ext uri="{FF2B5EF4-FFF2-40B4-BE49-F238E27FC236}">
                <a16:creationId xmlns:a16="http://schemas.microsoft.com/office/drawing/2014/main" id="{52A6D6F1-EBC4-4335-819B-433720EB173D}"/>
              </a:ext>
            </a:extLst>
          </p:cNvPr>
          <p:cNvSpPr>
            <a:spLocks xmlns:a="http://schemas.openxmlformats.org/drawingml/2006/main" noGrp="1"/>
          </p:cNvSpPr>
          <p:nvPr>
            <p:ph type="body" idx="15" hasCustomPrompt="1"/>
          </p:nvPr>
        </p:nvSpPr>
        <p:spPr>
          <a:xfrm xmlns:a="http://schemas.openxmlformats.org/drawingml/2006/main">
            <a:off x="789734" y="1600200"/>
            <a:ext cx="5085287" cy="2415700"/>
          </a:xfrm>
        </p:spPr>
        <p:txBody>
          <a:bodyPr xmlns:a="http://schemas.openxmlformats.org/drawingml/2006/main" anchor="b"/>
          <a:lstStyle xmlns:a="http://schemas.openxmlformats.org/drawingml/2006/main">
            <a:lvl1pPr>
              <a:buNone/>
              <a:defRPr sz="8000" b="1">
                <a:solidFill>
                  <a:schemeClr val="tx1"/>
                </a:solidFill>
              </a:defRPr>
            </a:lvl1pPr>
          </a:lstStyle>
          <a:p xmlns:a="http://schemas.openxmlformats.org/drawingml/2006/main">
            <a:pPr lvl="0">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841059"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pic>
        <p:nvPicPr>
          <p:cNvPr id="8" name="OTag">
            <a:extLst xmlns:a="http://schemas.openxmlformats.org/drawingml/2006/main">
              <a:ext uri="{FF2B5EF4-FFF2-40B4-BE49-F238E27FC236}">
                <a16:creationId xmlns:a16="http://schemas.microsoft.com/office/drawing/2014/main" id="{D15C4E1C-B6E4-4606-9A35-77398F0C9DF5}"/>
              </a:ext>
            </a:extLst>
          </p:cNvPr>
          <p:cNvPicPr>
            <a:picLocks xmlns:a="http://schemas.openxmlformats.org/drawingml/2006/main" noChangeAspect="1"/>
          </p:cNvPicPr>
          <p:nvPr/>
        </p:nvPicPr>
        <p:blipFill>
          <a:blip xmlns:r="http://schemas.openxmlformats.org/officeDocument/2006/relationships" xmlns:a="http://schemas.openxmlformats.org/drawingml/2006/main" r:embed="R3c232e1cc86b4586"/>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Slide Number Placeholder 7">
            <a:extLst xmlns:a="http://schemas.openxmlformats.org/drawingml/2006/main">
              <a:ext uri="{FF2B5EF4-FFF2-40B4-BE49-F238E27FC236}">
                <a16:creationId xmlns:a16="http://schemas.microsoft.com/office/drawing/2014/main" id="{CB737692-EBCE-3DB2-EEE6-98690BCF9269}"/>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10" name="Footer Placeholder 6">
            <a:extLst xmlns:a="http://schemas.openxmlformats.org/drawingml/2006/main">
              <a:ext uri="{FF2B5EF4-FFF2-40B4-BE49-F238E27FC236}">
                <a16:creationId xmlns:a16="http://schemas.microsoft.com/office/drawing/2014/main" id="{4F04817E-BD68-D98E-68D4-B156602982EB}"/>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1" name="Date Placeholder 4">
            <a:extLst xmlns:a="http://schemas.openxmlformats.org/drawingml/2006/main">
              <a:ext uri="{FF2B5EF4-FFF2-40B4-BE49-F238E27FC236}">
                <a16:creationId xmlns:a16="http://schemas.microsoft.com/office/drawing/2014/main" id="{D8490AA6-ABB7-8870-D034-F44F2026B242}"/>
              </a:ext>
            </a:extLst>
          </p:cNvPr>
          <p:cNvSpPr>
            <a:spLocks xmlns:a="http://schemas.openxmlformats.org/drawingml/2006/main" noGrp="1"/>
          </p:cNvSpPr>
          <p:nvPr>
            <p:ph type="dt" idx="1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7" name="Accent mark">
            <a:extLst xmlns:a="http://schemas.openxmlformats.org/drawingml/2006/main">
              <a:ext uri="{FF2B5EF4-FFF2-40B4-BE49-F238E27FC236}">
                <a16:creationId xmlns:a16="http://schemas.microsoft.com/office/drawing/2014/main" id="{F914C2C0-AA33-B6B2-67CF-DCC0E7C6D76B}"/>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4.xml><?xml version="1.0" encoding="utf-8"?>
<p:sldLayout xmlns:p="http://schemas.openxmlformats.org/presentationml/2006/main" preserve="1" userDrawn="1">
  <p:cSld name="Light - Single metric">
    <p:bg>
      <p:bgRef idx="1001">
        <a:schemeClr xmlns:a="http://schemas.openxmlformats.org/drawingml/2006/main" val="bg2"/>
      </p:bgRef>
    </p:bg>
    <p:spTree>
      <p:nvGrpSpPr>
        <p:cNvPr id="1" name=""/>
        <p:cNvGrpSpPr/>
        <p:nvPr/>
      </p:nvGrpSpPr>
      <p:grpSpPr>
        <a:xfrm xmlns:a="http://schemas.openxmlformats.org/drawingml/2006/main"/>
      </p:grpSpPr>
      <p:sp>
        <p:nvSpPr>
          <p:cNvPr id="9" name="Title 8">
            <a:extLst xmlns:a="http://schemas.openxmlformats.org/drawingml/2006/main">
              <a:ext uri="{FF2B5EF4-FFF2-40B4-BE49-F238E27FC236}">
                <a16:creationId xmlns:a16="http://schemas.microsoft.com/office/drawing/2014/main" id="{3C834F4C-E96D-655B-5790-3D3144B54C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5" name="Text Placeholder 4">
            <a:extLst xmlns:a="http://schemas.openxmlformats.org/drawingml/2006/main">
              <a:ext uri="{FF2B5EF4-FFF2-40B4-BE49-F238E27FC236}">
                <a16:creationId xmlns:a16="http://schemas.microsoft.com/office/drawing/2014/main" id="{9A83AB0E-EC5F-476F-B6A9-E6F9CE84E95A}"/>
              </a:ext>
            </a:extLst>
          </p:cNvPr>
          <p:cNvSpPr>
            <a:spLocks xmlns:a="http://schemas.openxmlformats.org/drawingml/2006/main" noGrp="1"/>
          </p:cNvSpPr>
          <p:nvPr>
            <p:ph type="body" idx="15" hasCustomPrompt="1"/>
          </p:nvPr>
        </p:nvSpPr>
        <p:spPr>
          <a:xfrm xmlns:a="http://schemas.openxmlformats.org/drawingml/2006/main">
            <a:off x="792538" y="1600200"/>
            <a:ext cx="5072063" cy="2415700"/>
          </a:xfrm>
        </p:spPr>
        <p:txBody>
          <a:bodyPr xmlns:a="http://schemas.openxmlformats.org/drawingml/2006/main" anchor="b"/>
          <a:lstStyle xmlns:a="http://schemas.openxmlformats.org/drawingml/2006/main">
            <a:lvl1pPr>
              <a:lnSpc>
                <a:spcPct val="100000"/>
              </a:lnSpc>
              <a:buNone/>
              <a:defRPr sz="8000" b="1">
                <a:solidFill>
                  <a:schemeClr val="tx1"/>
                </a:solidFill>
              </a:defRPr>
            </a:lvl1pPr>
          </a:lstStyle>
          <a:p xmlns:a="http://schemas.openxmlformats.org/drawingml/2006/main">
            <a:pPr lvl="0">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792538"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Slide Number Placeholder 7">
            <a:extLst xmlns:a="http://schemas.openxmlformats.org/drawingml/2006/main">
              <a:ext uri="{FF2B5EF4-FFF2-40B4-BE49-F238E27FC236}">
                <a16:creationId xmlns:a16="http://schemas.microsoft.com/office/drawing/2014/main" id="{CBADD7B5-9676-40DE-A88A-5EC3D33A6577}"/>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89C4B030-1E0B-4CB0-87B4-DF607257368B}"/>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3" name="Date Placeholder 2">
            <a:extLst xmlns:a="http://schemas.openxmlformats.org/drawingml/2006/main">
              <a:ext uri="{FF2B5EF4-FFF2-40B4-BE49-F238E27FC236}">
                <a16:creationId xmlns:a16="http://schemas.microsoft.com/office/drawing/2014/main" id="{14EF74DF-FD68-4CDF-B4CE-342E7A165BCB}"/>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pic>
        <p:nvPicPr>
          <p:cNvPr id="6" name="Graphic 5">
            <a:extLst xmlns:a="http://schemas.openxmlformats.org/drawingml/2006/main">
              <a:ext uri="{FF2B5EF4-FFF2-40B4-BE49-F238E27FC236}">
                <a16:creationId xmlns:a16="http://schemas.microsoft.com/office/drawing/2014/main" id="{54937835-9166-4094-BB3A-54C77568CB54}"/>
              </a:ext>
            </a:extLst>
          </p:cNvPr>
          <p:cNvPicPr>
            <a:picLocks xmlns:a="http://schemas.openxmlformats.org/drawingml/2006/main" noChangeAspect="1"/>
          </p:cNvPicPr>
          <p:nvPr/>
        </p:nvPicPr>
        <p:blipFill>
          <a:blip xmlns:r="http://schemas.openxmlformats.org/officeDocument/2006/relationships" xmlns:a="http://schemas.openxmlformats.org/drawingml/2006/main" r:embed="Rc41e429258d545e8">
            <a:extLst>
              <a:ext uri="{96DAC541-7B7A-43D3-8B79-37D633B846F1}">
                <asvg:svgBlip xmlns:asvg="http://schemas.microsoft.com/office/drawing/2016/SVG/main" r:embed="Rf611f7e9d8824ec2"/>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10" name="Accent mark">
            <a:extLst xmlns:a="http://schemas.openxmlformats.org/drawingml/2006/main">
              <a:ext uri="{FF2B5EF4-FFF2-40B4-BE49-F238E27FC236}">
                <a16:creationId xmlns:a16="http://schemas.microsoft.com/office/drawing/2014/main" id="{92B14C41-985E-E73E-2DEF-63120221F3B5}"/>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5.xml><?xml version="1.0" encoding="utf-8"?>
<p:sldLayout xmlns:p="http://schemas.openxmlformats.org/presentationml/2006/main" preserve="1" userDrawn="1">
  <p:cSld name="Dark - Thank You">
    <p:bg>
      <p:bgPr>
        <a:solidFill xmlns:a="http://schemas.openxmlformats.org/drawingml/2006/main">
          <a:schemeClr val="bg2"/>
        </a:solidFill>
      </p:bgPr>
    </p:bg>
    <p:spTree>
      <p:nvGrpSpPr>
        <p:cNvPr id="1" name=""/>
        <p:cNvGrpSpPr/>
        <p:nvPr/>
      </p:nvGrpSpPr>
      <p:grpSpPr>
        <a:xfrm xmlns:a="http://schemas.openxmlformats.org/drawingml/2006/main"/>
      </p:grpSpPr>
      <p:pic>
        <p:nvPicPr>
          <p:cNvPr id="5" name="Graphic 4">
            <a:extLst xmlns:a="http://schemas.openxmlformats.org/drawingml/2006/main">
              <a:ext uri="{FF2B5EF4-FFF2-40B4-BE49-F238E27FC236}">
                <a16:creationId xmlns:a16="http://schemas.microsoft.com/office/drawing/2014/main" id="{CDEEA1B1-DEC0-4880-98BB-84F1F93AC889}"/>
              </a:ext>
            </a:extLst>
          </p:cNvPr>
          <p:cNvPicPr>
            <a:picLocks xmlns:a="http://schemas.openxmlformats.org/drawingml/2006/main" noChangeAspect="1"/>
          </p:cNvPicPr>
          <p:nvPr/>
        </p:nvPicPr>
        <p:blipFill>
          <a:blip xmlns:r="http://schemas.openxmlformats.org/officeDocument/2006/relationships" xmlns:a="http://schemas.openxmlformats.org/drawingml/2006/main" r:embed="R1ad00782ffa34489">
            <a:extLst>
              <a:ext uri="{96DAC541-7B7A-43D3-8B79-37D633B846F1}">
                <asvg:svgBlip xmlns:asvg="http://schemas.microsoft.com/office/drawing/2016/SVG/main" r:embed="R732424e42a9f4104"/>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3" name="Thank you">
            <a:extLst xmlns:a="http://schemas.openxmlformats.org/drawingml/2006/main">
              <a:ext uri="{FF2B5EF4-FFF2-40B4-BE49-F238E27FC236}">
                <a16:creationId xmlns:a16="http://schemas.microsoft.com/office/drawing/2014/main" id="{1F390879-C7C7-4224-97BB-1C165BFB5AA3}"/>
              </a:ext>
            </a:extLst>
          </p:cNvPr>
          <p:cNvSpPr>
            <a:spLocks xmlns:a="http://schemas.openxmlformats.org/drawingml/2006/main" noGrp="1"/>
          </p:cNvSpPr>
          <p:nvPr>
            <p:ph type="title" idx="0" hasCustomPrompt="1"/>
          </p:nvPr>
        </p:nvSpPr>
        <p:spPr>
          <a:xfrm xmlns:a="http://schemas.openxmlformats.org/drawingml/2006/main">
            <a:off x="768875" y="3483973"/>
            <a:ext cx="5029200"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marR="0" lvl="0" indent="0">
              <a:lnSpc>
                <a:spcPct val="100000"/>
              </a:lnSpc>
              <a:spcBef>
                <a:spcPts val="0"/>
              </a:spcBef>
              <a:spcAft>
                <a:spcPts val="0"/>
              </a:spcAft>
              <a:buClrTx/>
              <a:buSzTx/>
              <a:buFont typeface="System Font Regular"/>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Click to edit Master text styles</a:t>
            </a:r>
          </a:p>
        </p:txBody>
      </p:sp>
      <p:pic>
        <p:nvPicPr>
          <p:cNvPr id="6" name="OTag">
            <a:extLst xmlns:a="http://schemas.openxmlformats.org/drawingml/2006/main">
              <a:ext uri="{FF2B5EF4-FFF2-40B4-BE49-F238E27FC236}">
                <a16:creationId xmlns:a16="http://schemas.microsoft.com/office/drawing/2014/main" id="{2D9DC4E0-313A-4706-828F-F8908C900418}"/>
              </a:ext>
            </a:extLst>
          </p:cNvPr>
          <p:cNvPicPr>
            <a:picLocks xmlns:a="http://schemas.openxmlformats.org/drawingml/2006/main" noChangeAspect="1"/>
          </p:cNvPicPr>
          <p:nvPr/>
        </p:nvPicPr>
        <p:blipFill>
          <a:blip xmlns:r="http://schemas.openxmlformats.org/officeDocument/2006/relationships" xmlns:a="http://schemas.openxmlformats.org/drawingml/2006/main" r:embed="Rb839a25194d043e6"/>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13" name="Date Placeholder 12">
            <a:extLst xmlns:a="http://schemas.openxmlformats.org/drawingml/2006/main">
              <a:ext uri="{FF2B5EF4-FFF2-40B4-BE49-F238E27FC236}">
                <a16:creationId xmlns:a16="http://schemas.microsoft.com/office/drawing/2014/main" id="{3476C750-59D6-EB09-06A9-634F34474538}"/>
              </a:ext>
            </a:extLst>
          </p:cNvPr>
          <p:cNvSpPr>
            <a:spLocks xmlns:a="http://schemas.openxmlformats.org/drawingml/2006/main" noGrp="1"/>
          </p:cNvSpPr>
          <p:nvPr>
            <p:ph type="dt" idx="3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14" name="Footer Placeholder 13">
            <a:extLst xmlns:a="http://schemas.openxmlformats.org/drawingml/2006/main">
              <a:ext uri="{FF2B5EF4-FFF2-40B4-BE49-F238E27FC236}">
                <a16:creationId xmlns:a16="http://schemas.microsoft.com/office/drawing/2014/main" id="{C0D2E1ED-2B0F-7B22-726D-4623578504D2}"/>
              </a:ext>
            </a:extLst>
          </p:cNvPr>
          <p:cNvSpPr>
            <a:spLocks xmlns:a="http://schemas.openxmlformats.org/drawingml/2006/main" noGrp="1"/>
          </p:cNvSpPr>
          <p:nvPr>
            <p:ph type="ftr" idx="3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5" name="Slide Number Placeholder 14">
            <a:extLst xmlns:a="http://schemas.openxmlformats.org/drawingml/2006/main">
              <a:ext uri="{FF2B5EF4-FFF2-40B4-BE49-F238E27FC236}">
                <a16:creationId xmlns:a16="http://schemas.microsoft.com/office/drawing/2014/main" id="{83E4861B-95EB-30B4-4A73-1871E7B14738}"/>
              </a:ext>
            </a:extLst>
          </p:cNvPr>
          <p:cNvSpPr>
            <a:spLocks xmlns:a="http://schemas.openxmlformats.org/drawingml/2006/main" noGrp="1"/>
          </p:cNvSpPr>
          <p:nvPr>
            <p:ph type="sldNum" idx="4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2" name="Accent mark">
            <a:extLst xmlns:a="http://schemas.openxmlformats.org/drawingml/2006/main">
              <a:ext uri="{FF2B5EF4-FFF2-40B4-BE49-F238E27FC236}">
                <a16:creationId xmlns:a16="http://schemas.microsoft.com/office/drawing/2014/main" id="{AED05725-671E-C225-6DF9-7BB572CF6458}"/>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6.xml><?xml version="1.0" encoding="utf-8"?>
<p:sldLayout xmlns:p="http://schemas.openxmlformats.org/presentationml/2006/main" preserve="1" userDrawn="1">
  <p:cSld name="Light - Thank You">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hank You">
            <a:extLst xmlns:a="http://schemas.openxmlformats.org/drawingml/2006/main">
              <a:ext uri="{FF2B5EF4-FFF2-40B4-BE49-F238E27FC236}">
                <a16:creationId xmlns:a16="http://schemas.microsoft.com/office/drawing/2014/main" id="{701BFB4F-AD1A-4B21-826E-A2F61F5D8AAB}"/>
              </a:ext>
            </a:extLst>
          </p:cNvPr>
          <p:cNvSpPr>
            <a:spLocks xmlns:a="http://schemas.openxmlformats.org/drawingml/2006/main" noGrp="1"/>
          </p:cNvSpPr>
          <p:nvPr>
            <p:ph type="title" idx="0" hasCustomPrompt="1"/>
          </p:nvPr>
        </p:nvSpPr>
        <p:spPr>
          <a:xfrm xmlns:a="http://schemas.openxmlformats.org/drawingml/2006/main">
            <a:off x="768875" y="3482230"/>
            <a:ext cx="5022325"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marR="0" lvl="0" indent="0">
              <a:lnSpc>
                <a:spcPct val="100000"/>
              </a:lnSpc>
              <a:spcBef>
                <a:spcPts val="0"/>
              </a:spcBef>
              <a:spcAft>
                <a:spcPts val="0"/>
              </a:spcAft>
              <a:buClrTx/>
              <a:buSzTx/>
              <a:buFont typeface="System Font Regular"/>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lvl="0">
              <a:buNone/>
            </a:pPr>
            <a:r>
              <a:t>Click to edit Master text styles</a:t>
            </a:r>
          </a:p>
        </p:txBody>
      </p:sp>
      <p:pic>
        <p:nvPicPr>
          <p:cNvPr id="12" name="OTag">
            <a:extLst xmlns:a="http://schemas.openxmlformats.org/drawingml/2006/main">
              <a:ext uri="{FF2B5EF4-FFF2-40B4-BE49-F238E27FC236}">
                <a16:creationId xmlns:a16="http://schemas.microsoft.com/office/drawing/2014/main" id="{C8115D37-2FD2-4149-A655-83C6B6368AB0}"/>
              </a:ext>
            </a:extLst>
          </p:cNvPr>
          <p:cNvPicPr>
            <a:picLocks xmlns:a="http://schemas.openxmlformats.org/drawingml/2006/main" noChangeAspect="1"/>
          </p:cNvPicPr>
          <p:nvPr/>
        </p:nvPicPr>
        <p:blipFill>
          <a:blip xmlns:r="http://schemas.openxmlformats.org/officeDocument/2006/relationships" xmlns:a="http://schemas.openxmlformats.org/drawingml/2006/main" r:embed="R6c4c05e1c8f542a4"/>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3" name="Date Placeholder 32">
            <a:extLst xmlns:a="http://schemas.openxmlformats.org/drawingml/2006/main">
              <a:ext uri="{FF2B5EF4-FFF2-40B4-BE49-F238E27FC236}">
                <a16:creationId xmlns:a16="http://schemas.microsoft.com/office/drawing/2014/main" id="{C757BBF7-1C67-AA09-584F-7A752DCB4BC9}"/>
              </a:ext>
            </a:extLst>
          </p:cNvPr>
          <p:cNvSpPr>
            <a:spLocks xmlns:a="http://schemas.openxmlformats.org/drawingml/2006/main" noGrp="1"/>
          </p:cNvSpPr>
          <p:nvPr>
            <p:ph type="dt" idx="3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34" name="Footer Placeholder 33">
            <a:extLst xmlns:a="http://schemas.openxmlformats.org/drawingml/2006/main">
              <a:ext uri="{FF2B5EF4-FFF2-40B4-BE49-F238E27FC236}">
                <a16:creationId xmlns:a16="http://schemas.microsoft.com/office/drawing/2014/main" id="{2B12D776-70C0-CC40-00F8-F8AB6108C9AA}"/>
              </a:ext>
            </a:extLst>
          </p:cNvPr>
          <p:cNvSpPr>
            <a:spLocks xmlns:a="http://schemas.openxmlformats.org/drawingml/2006/main" noGrp="1"/>
          </p:cNvSpPr>
          <p:nvPr>
            <p:ph type="ftr" idx="3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35" name="Slide Number Placeholder 34">
            <a:extLst xmlns:a="http://schemas.openxmlformats.org/drawingml/2006/main">
              <a:ext uri="{FF2B5EF4-FFF2-40B4-BE49-F238E27FC236}">
                <a16:creationId xmlns:a16="http://schemas.microsoft.com/office/drawing/2014/main" id="{2021DDA7-EEBD-CE8D-1221-C07F76A0D39F}"/>
              </a:ext>
            </a:extLst>
          </p:cNvPr>
          <p:cNvSpPr>
            <a:spLocks xmlns:a="http://schemas.openxmlformats.org/drawingml/2006/main" noGrp="1"/>
          </p:cNvSpPr>
          <p:nvPr>
            <p:ph type="sldNum" idx="4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pic>
        <p:nvPicPr>
          <p:cNvPr id="8" name="OTag">
            <a:extLst xmlns:a="http://schemas.openxmlformats.org/drawingml/2006/main">
              <a:ext uri="{FF2B5EF4-FFF2-40B4-BE49-F238E27FC236}">
                <a16:creationId xmlns:a16="http://schemas.microsoft.com/office/drawing/2014/main" id="{13600FE7-8535-4DE6-8125-50EA9A9D1CD2}"/>
              </a:ext>
            </a:extLst>
          </p:cNvPr>
          <p:cNvPicPr>
            <a:picLocks xmlns:a="http://schemas.openxmlformats.org/drawingml/2006/main" noChangeAspect="1"/>
          </p:cNvPicPr>
          <p:nvPr/>
        </p:nvPicPr>
        <p:blipFill>
          <a:blip xmlns:r="http://schemas.openxmlformats.org/officeDocument/2006/relationships" xmlns:a="http://schemas.openxmlformats.org/drawingml/2006/main" r:embed="R6c4c05e1c8f542a4"/>
          <a:stretch xmlns:a="http://schemas.openxmlformats.org/drawingml/2006/main">
            <a:fillRect l="0" t="0" r="0" b="0"/>
          </a:stretch>
        </p:blipFill>
        <p:spPr>
          <a:xfrm xmlns:a="http://schemas.openxmlformats.org/drawingml/2006/main">
            <a:off x="11402373" y="6464808"/>
            <a:ext cx="393192" cy="393192"/>
          </a:xfrm>
          <a:prstGeom xmlns:a="http://schemas.openxmlformats.org/drawingml/2006/main" prst="rect">
            <a:avLst/>
          </a:prstGeom>
        </p:spPr>
      </p:pic>
      <p:pic>
        <p:nvPicPr>
          <p:cNvPr id="4" name="Graphic 3">
            <a:extLst xmlns:a="http://schemas.openxmlformats.org/drawingml/2006/main">
              <a:ext uri="{FF2B5EF4-FFF2-40B4-BE49-F238E27FC236}">
                <a16:creationId xmlns:a16="http://schemas.microsoft.com/office/drawing/2014/main" id="{B6EE7322-7819-44DE-8A5F-FFA486C1C877}"/>
              </a:ext>
            </a:extLst>
          </p:cNvPr>
          <p:cNvPicPr>
            <a:picLocks xmlns:a="http://schemas.openxmlformats.org/drawingml/2006/main" noChangeAspect="1"/>
          </p:cNvPicPr>
          <p:nvPr/>
        </p:nvPicPr>
        <p:blipFill>
          <a:blip xmlns:r="http://schemas.openxmlformats.org/officeDocument/2006/relationships" xmlns:a="http://schemas.openxmlformats.org/drawingml/2006/main" r:embed="R141b9fa4facc4411">
            <a:extLst>
              <a:ext uri="{96DAC541-7B7A-43D3-8B79-37D633B846F1}">
                <asvg:svgBlip xmlns:asvg="http://schemas.microsoft.com/office/drawing/2016/SVG/main" r:embed="R5030892a8feb4d17"/>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B0EC2F66-9907-2F15-B317-36B39B8BBE6F}"/>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7.xml><?xml version="1.0" encoding="utf-8"?>
<p:sldLayout xmlns:p="http://schemas.openxmlformats.org/presentationml/2006/main" preserve="1" userDrawn="1">
  <p:cSld name="Dark - Safe harbor_Pillar">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5" name="Slide Number Placeholder 7">
            <a:extLst xmlns:a="http://schemas.openxmlformats.org/drawingml/2006/main">
              <a:ext uri="{FF2B5EF4-FFF2-40B4-BE49-F238E27FC236}">
                <a16:creationId xmlns:a16="http://schemas.microsoft.com/office/drawing/2014/main" id="{BAE1FE92-0B5A-C3C7-4D80-295A1C03DE54}"/>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6" name="Footer Placeholder 6">
            <a:extLst xmlns:a="http://schemas.openxmlformats.org/drawingml/2006/main">
              <a:ext uri="{FF2B5EF4-FFF2-40B4-BE49-F238E27FC236}">
                <a16:creationId xmlns:a16="http://schemas.microsoft.com/office/drawing/2014/main" id="{F12714ED-3627-881E-09BA-8AF5C2283036}"/>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7" name="Date Placeholder 4">
            <a:extLst xmlns:a="http://schemas.openxmlformats.org/drawingml/2006/main">
              <a:ext uri="{FF2B5EF4-FFF2-40B4-BE49-F238E27FC236}">
                <a16:creationId xmlns:a16="http://schemas.microsoft.com/office/drawing/2014/main" id="{1E845CA1-2B55-2D69-3680-9CE99F31519C}"/>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8" name="TextBox 7">
            <a:extLst xmlns:a="http://schemas.openxmlformats.org/drawingml/2006/main">
              <a:ext uri="{FF2B5EF4-FFF2-40B4-BE49-F238E27FC236}">
                <a16:creationId xmlns:a16="http://schemas.microsoft.com/office/drawing/2014/main" id="{F2087D21-F78B-45C7-2C05-43C5D2F54367}"/>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Tree>
  </p:cSld>
</p:sldLayout>
</file>

<file path=ppt/slideLayouts/slideLayout38.xml><?xml version="1.0" encoding="utf-8"?>
<p:sldLayout xmlns:p="http://schemas.openxmlformats.org/presentationml/2006/main" preserve="1" userDrawn="1">
  <p:cSld name="Light - Safe harbor_Pillar">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4" name="Slide Number Placeholder 5">
            <a:extLst xmlns:a="http://schemas.openxmlformats.org/drawingml/2006/main">
              <a:ext uri="{FF2B5EF4-FFF2-40B4-BE49-F238E27FC236}">
                <a16:creationId xmlns:a16="http://schemas.microsoft.com/office/drawing/2014/main" id="{BC646B5F-9A04-2345-9C7A-6782C7E49933}"/>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6" name="Footer Placeholder 4">
            <a:extLst xmlns:a="http://schemas.openxmlformats.org/drawingml/2006/main">
              <a:ext uri="{FF2B5EF4-FFF2-40B4-BE49-F238E27FC236}">
                <a16:creationId xmlns:a16="http://schemas.microsoft.com/office/drawing/2014/main" id="{FFEE0BDB-5EA2-52EC-445D-A4A5ED94A7B0}"/>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7" name="Date Placeholder 3">
            <a:extLst xmlns:a="http://schemas.openxmlformats.org/drawingml/2006/main">
              <a:ext uri="{FF2B5EF4-FFF2-40B4-BE49-F238E27FC236}">
                <a16:creationId xmlns:a16="http://schemas.microsoft.com/office/drawing/2014/main" id="{462F21D1-B67F-E9FA-456D-B3EE99FD6629}"/>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5" name="TextBox 4">
            <a:extLst xmlns:a="http://schemas.openxmlformats.org/drawingml/2006/main">
              <a:ext uri="{FF2B5EF4-FFF2-40B4-BE49-F238E27FC236}">
                <a16:creationId xmlns:a16="http://schemas.microsoft.com/office/drawing/2014/main" id="{CA4392FF-7C2C-D37B-DD7D-60C8C946E8C6}"/>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Tree>
  </p:cSld>
</p:sldLayout>
</file>

<file path=ppt/slideLayouts/slideLayout39.xml><?xml version="1.0" encoding="utf-8"?>
<p:sldLayout xmlns:p="http://schemas.openxmlformats.org/presentationml/2006/main" preserve="1" userDrawn="1">
  <p:cSld name="Note on safe harbor/forward looking">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harbor/forward looking</a:t>
            </a:r>
          </a:p>
        </p:txBody>
      </p:sp>
      <p:sp>
        <p:nvSpPr>
          <p:cNvPr id="4" name="Slide Number Placeholder 5">
            <a:extLst xmlns:a="http://schemas.openxmlformats.org/drawingml/2006/main">
              <a:ext uri="{FF2B5EF4-FFF2-40B4-BE49-F238E27FC236}">
                <a16:creationId xmlns:a16="http://schemas.microsoft.com/office/drawing/2014/main" id="{BC646B5F-9A04-2345-9C7A-6782C7E49933}"/>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6" name="Footer Placeholder 4">
            <a:extLst xmlns:a="http://schemas.openxmlformats.org/drawingml/2006/main">
              <a:ext uri="{FF2B5EF4-FFF2-40B4-BE49-F238E27FC236}">
                <a16:creationId xmlns:a16="http://schemas.microsoft.com/office/drawing/2014/main" id="{FFEE0BDB-5EA2-52EC-445D-A4A5ED94A7B0}"/>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7" name="Date Placeholder 3">
            <a:extLst xmlns:a="http://schemas.openxmlformats.org/drawingml/2006/main">
              <a:ext uri="{FF2B5EF4-FFF2-40B4-BE49-F238E27FC236}">
                <a16:creationId xmlns:a16="http://schemas.microsoft.com/office/drawing/2014/main" id="{462F21D1-B67F-E9FA-456D-B3EE99FD6629}"/>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17" name="TextBox 16">
            <a:extLst xmlns:a="http://schemas.openxmlformats.org/drawingml/2006/main">
              <a:ext uri="{FF2B5EF4-FFF2-40B4-BE49-F238E27FC236}">
                <a16:creationId xmlns:a16="http://schemas.microsoft.com/office/drawing/2014/main" id="{E5EA32E2-5AE7-3199-6814-98A3082209E7}"/>
              </a:ext>
            </a:extLst>
          </p:cNvPr>
          <p:cNvSpPr>
            <a:spLocks xmlns:a="http://schemas.openxmlformats.org/drawingml/2006/main" noGrp="1"/>
          </p:cNvSpPr>
          <p:nvPr/>
        </p:nvSpPr>
        <p:spPr>
          <a:xfrm xmlns:a="http://schemas.openxmlformats.org/drawingml/2006/main">
            <a:off x="762000" y="1608575"/>
            <a:ext cx="5084064" cy="327839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marR="0" lvl="0" indent="0" algn="l" defTabSz="171443">
              <a:lnSpc>
                <a:spcPct val="120000"/>
              </a:lnSpc>
              <a:spcBef>
                <a:spcPts val="0"/>
              </a:spcBef>
              <a:spcAft>
                <a:spcPts val="900"/>
              </a:spcAft>
              <a:buClrTx/>
              <a:buSzTx/>
              <a:buFontTx/>
              <a:buNone/>
            </a:pPr>
            <a:r>
              <a:rPr sz="1400" b="0" i="0">
                <a:solidFill>
                  <a:schemeClr val="tx1"/>
                </a:solidFill>
                <a:latin typeface="Oracle Sans"/>
                <a:ea typeface="Oracle Sans"/>
                <a:cs typeface="Oracle Sans"/>
              </a:rPr>
              <a:t>The Legal Entity footer is required on every slide.</a:t>
            </a:r>
          </a:p>
          <a:p xmlns:a="http://schemas.openxmlformats.org/drawingml/2006/main">
            <a:pPr marL="0" marR="0" lvl="0" indent="0" algn="l" defTabSz="171443">
              <a:lnSpc>
                <a:spcPct val="120000"/>
              </a:lnSpc>
              <a:spcBef>
                <a:spcPts val="0"/>
              </a:spcBef>
              <a:spcAft>
                <a:spcPts val="900"/>
              </a:spcAft>
              <a:buClrTx/>
              <a:buSzTx/>
              <a:buFontTx/>
              <a:buNone/>
            </a:pPr>
            <a:r>
              <a:rPr sz="1400" b="0" i="0">
                <a:solidFill>
                  <a:schemeClr val="tx1"/>
                </a:solidFill>
                <a:latin typeface="Oracle Sans"/>
                <a:ea typeface="Oracle Sans"/>
                <a:cs typeface="Oracle Sans"/>
              </a:rPr>
              <a:t>The Regulatory Statement is required on the title slide, and Forward-Looking statement slide (if the Forward-Looking statement slide is needed).</a:t>
            </a:r>
          </a:p>
          <a:p xmlns:a="http://schemas.openxmlformats.org/drawingml/2006/main">
            <a:pPr marL="0" marR="0" lvl="0" indent="0" algn="l" defTabSz="171443">
              <a:lnSpc>
                <a:spcPct val="120000"/>
              </a:lnSpc>
              <a:spcBef>
                <a:spcPts val="0"/>
              </a:spcBef>
              <a:spcAft>
                <a:spcPts val="900"/>
              </a:spcAft>
              <a:buClrTx/>
              <a:buSzTx/>
              <a:buFontTx/>
              <a:buNone/>
            </a:pPr>
            <a:r>
              <a:rPr sz="1400" b="0" i="0">
                <a:solidFill>
                  <a:schemeClr val="tx1"/>
                </a:solidFill>
                <a:latin typeface="Oracle Sans"/>
                <a:ea typeface="Oracle Sans"/>
                <a:cs typeface="Oracle Sans"/>
              </a:rPr>
              <a:t>The Forward-Looking statement and Safe Harbor slides are required only for external presentations that pertain to:</a:t>
            </a:r>
          </a:p>
          <a:p xmlns:a="http://schemas.openxmlformats.org/drawingml/2006/main">
            <a:pPr marL="171441" marR="0" lvl="0" indent="-171441" algn="l" defTabSz="685766">
              <a:lnSpc>
                <a:spcPct val="110000"/>
              </a:lnSpc>
              <a:spcBef>
                <a:spcPts val="0"/>
              </a:spcBef>
              <a:spcAft>
                <a:spcPts val="900"/>
              </a:spcAft>
              <a:buClrTx/>
              <a:buSzTx/>
              <a:buFont typeface="Arial"/>
              <a:buChar char="•"/>
            </a:pPr>
            <a:r>
              <a:rPr sz="1400" b="0" i="0">
                <a:solidFill>
                  <a:schemeClr val="tx1"/>
                </a:solidFill>
                <a:latin typeface="Oracle Sans"/>
                <a:ea typeface="Oracle Sans"/>
                <a:cs typeface="Oracle Sans"/>
              </a:rPr>
              <a:t>Product launches</a:t>
            </a:r>
          </a:p>
          <a:p xmlns:a="http://schemas.openxmlformats.org/drawingml/2006/main">
            <a:pPr marL="171441" marR="0" lvl="0" indent="-171441" algn="l" defTabSz="685766">
              <a:lnSpc>
                <a:spcPct val="110000"/>
              </a:lnSpc>
              <a:spcBef>
                <a:spcPts val="0"/>
              </a:spcBef>
              <a:spcAft>
                <a:spcPts val="900"/>
              </a:spcAft>
              <a:buClrTx/>
              <a:buSzTx/>
              <a:buFont typeface="Arial"/>
              <a:buChar char="•"/>
            </a:pPr>
            <a:r>
              <a:rPr sz="1400" b="0" i="0">
                <a:solidFill>
                  <a:schemeClr val="tx1"/>
                </a:solidFill>
                <a:latin typeface="Oracle Sans"/>
                <a:ea typeface="Oracle Sans"/>
                <a:cs typeface="Oracle Sans"/>
              </a:rPr>
              <a:t>Executive presentations</a:t>
            </a:r>
          </a:p>
          <a:p xmlns:a="http://schemas.openxmlformats.org/drawingml/2006/main">
            <a:pPr marL="171441" marR="0" lvl="0" indent="-171441" algn="l" defTabSz="685766">
              <a:lnSpc>
                <a:spcPct val="110000"/>
              </a:lnSpc>
              <a:spcBef>
                <a:spcPts val="0"/>
              </a:spcBef>
              <a:spcAft>
                <a:spcPts val="900"/>
              </a:spcAft>
              <a:buClrTx/>
              <a:buSzTx/>
              <a:buFont typeface="Arial"/>
              <a:buChar char="•"/>
            </a:pPr>
            <a:r>
              <a:rPr sz="1400" b="0" i="0">
                <a:solidFill>
                  <a:schemeClr val="tx1"/>
                </a:solidFill>
                <a:latin typeface="Oracle Sans"/>
                <a:ea typeface="Oracle Sans"/>
                <a:cs typeface="Oracle Sans"/>
              </a:rPr>
              <a:t>Keynotes at major events</a:t>
            </a:r>
          </a:p>
          <a:p xmlns:a="http://schemas.openxmlformats.org/drawingml/2006/main">
            <a:pPr marL="171441" marR="0" lvl="0" indent="-171441" algn="l" defTabSz="685766">
              <a:lnSpc>
                <a:spcPct val="110000"/>
              </a:lnSpc>
              <a:spcBef>
                <a:spcPts val="0"/>
              </a:spcBef>
              <a:spcAft>
                <a:spcPts val="900"/>
              </a:spcAft>
              <a:buClrTx/>
              <a:buSzTx/>
              <a:buFont typeface="Arial"/>
              <a:buChar char="•"/>
            </a:pPr>
            <a:r>
              <a:rPr sz="1400" b="0" i="0">
                <a:solidFill>
                  <a:schemeClr val="tx1"/>
                </a:solidFill>
                <a:latin typeface="Oracle Sans"/>
                <a:ea typeface="Oracle Sans"/>
                <a:cs typeface="Oracle Sans"/>
              </a:rPr>
              <a:t>Events attended by financial analysts</a:t>
            </a:r>
          </a:p>
        </p:txBody>
      </p:sp>
      <p:sp>
        <p:nvSpPr>
          <p:cNvPr id="19" name="TextBox 18">
            <a:extLst xmlns:a="http://schemas.openxmlformats.org/drawingml/2006/main">
              <a:ext uri="{FF2B5EF4-FFF2-40B4-BE49-F238E27FC236}">
                <a16:creationId xmlns:a16="http://schemas.microsoft.com/office/drawing/2014/main" id="{08E9360F-1286-D2C8-A87B-E68B6EAEB555}"/>
              </a:ext>
            </a:extLst>
          </p:cNvPr>
          <p:cNvSpPr>
            <a:spLocks xmlns:a="http://schemas.openxmlformats.org/drawingml/2006/main" noGrp="1"/>
          </p:cNvSpPr>
          <p:nvPr/>
        </p:nvSpPr>
        <p:spPr>
          <a:xfrm xmlns:a="http://schemas.openxmlformats.org/drawingml/2006/main">
            <a:off x="6345936" y="1608575"/>
            <a:ext cx="5084064" cy="341458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marR="0" lvl="0" indent="0" algn="l" defTabSz="171443">
              <a:lnSpc>
                <a:spcPct val="120000"/>
              </a:lnSpc>
              <a:spcBef>
                <a:spcPts val="0"/>
              </a:spcBef>
              <a:spcAft>
                <a:spcPts val="900"/>
              </a:spcAft>
              <a:buClrTx/>
              <a:buSzTx/>
              <a:buFontTx/>
              <a:buNone/>
            </a:pPr>
            <a:r>
              <a:rPr sz="1400" b="0" i="0">
                <a:solidFill>
                  <a:schemeClr val="tx1"/>
                </a:solidFill>
                <a:latin typeface="Oracle Sans"/>
                <a:ea typeface="Oracle Sans"/>
                <a:cs typeface="Oracle Sans"/>
              </a:rPr>
              <a:t>If it is required, it should appear twice: after the title slide and at the end of the slide deck.  When video recording, there should be a 3  second camera hold on the final slide. </a:t>
            </a:r>
          </a:p>
          <a:p xmlns:a="http://schemas.openxmlformats.org/drawingml/2006/main">
            <a:pPr marL="0" marR="0" lvl="0" indent="0" algn="l" defTabSz="171443">
              <a:lnSpc>
                <a:spcPct val="120000"/>
              </a:lnSpc>
              <a:spcBef>
                <a:spcPts val="0"/>
              </a:spcBef>
              <a:spcAft>
                <a:spcPts val="900"/>
              </a:spcAft>
              <a:buClrTx/>
              <a:buSzTx/>
              <a:buFontTx/>
              <a:buNone/>
            </a:pPr>
            <a:r>
              <a:rPr sz="1400" b="0" i="0">
                <a:solidFill>
                  <a:schemeClr val="tx1"/>
                </a:solidFill>
                <a:latin typeface="Oracle Sans"/>
                <a:ea typeface="Oracle Sans"/>
                <a:cs typeface="Oracle Sans"/>
              </a:rPr>
              <a:t>The Safe harbor slide should be placed immediately following the title slide. </a:t>
            </a:r>
          </a:p>
          <a:p xmlns:a="http://schemas.openxmlformats.org/drawingml/2006/main">
            <a:pPr marL="0" marR="0" lvl="0" indent="0" algn="l" defTabSz="171443">
              <a:lnSpc>
                <a:spcPct val="120000"/>
              </a:lnSpc>
              <a:spcBef>
                <a:spcPts val="0"/>
              </a:spcBef>
              <a:spcAft>
                <a:spcPts val="900"/>
              </a:spcAft>
              <a:buClrTx/>
              <a:buSzTx/>
              <a:buFontTx/>
              <a:buNone/>
            </a:pPr>
            <a:r>
              <a:rPr sz="1400" b="0" i="0">
                <a:solidFill>
                  <a:srgbClr val="C74634"/>
                </a:solidFill>
                <a:latin typeface="Oracle Sans"/>
                <a:ea typeface="Oracle Sans"/>
                <a:cs typeface="Oracle Sans"/>
              </a:rPr>
              <a:t>If the presentation does not pertain to any one of the above, the Forward-Looking statement and Safe harbor slides can be left out entirely and should be deleted</a:t>
            </a:r>
          </a:p>
        </p:txBody>
      </p:sp>
      <p:sp>
        <p:nvSpPr>
          <p:cNvPr id="21" name="Column Divider">
            <a:extLst xmlns:a="http://schemas.openxmlformats.org/drawingml/2006/main">
              <a:ext uri="{FF2B5EF4-FFF2-40B4-BE49-F238E27FC236}">
                <a16:creationId xmlns:a16="http://schemas.microsoft.com/office/drawing/2014/main" id="{F3378E4A-1015-4E7C-A2A0-940E5D34E238}"/>
              </a:ext>
            </a:extLst>
          </p:cNvPr>
          <p:cNvSpPr>
            <a:spLocks xmlns:a="http://schemas.openxmlformats.org/drawingml/2006/main" noGrp="1"/>
          </p:cNvSpPr>
          <p:nvPr/>
        </p:nvSpPr>
        <p:spPr>
          <a:xfrm xmlns:a="http://schemas.openxmlformats.org/drawingml/2006/main">
            <a:off x="6109577" y="1608575"/>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40.xml><?xml version="1.0" encoding="utf-8"?>
<p:sldLayout xmlns:p="http://schemas.openxmlformats.org/presentationml/2006/main" preserve="1" userDrawn="1">
  <p:cSld name="Speaker_1_Name">
    <p:bg>
      <p:bgRef idx="1001">
        <a:schemeClr xmlns:a="http://schemas.openxmlformats.org/drawingml/2006/main" val="bg2"/>
      </p:bgRef>
    </p:bg>
    <p:spTree>
      <p:nvGrpSpPr>
        <p:cNvPr id="1" name=""/>
        <p:cNvGrpSpPr/>
        <p:nvPr/>
      </p:nvGrpSpPr>
      <p:grpSpPr>
        <a:xfrm xmlns:a="http://schemas.openxmlformats.org/drawingml/2006/main"/>
      </p:grpSpPr>
      <p:pic>
        <p:nvPicPr>
          <p:cNvPr id="2" name="Graphic 1">
            <a:extLst xmlns:a="http://schemas.openxmlformats.org/drawingml/2006/main">
              <a:ext uri="{FF2B5EF4-FFF2-40B4-BE49-F238E27FC236}">
                <a16:creationId xmlns:a16="http://schemas.microsoft.com/office/drawing/2014/main" id="{1600DCB4-4F09-4025-9F53-FBAFFA8941F6}"/>
              </a:ext>
            </a:extLst>
          </p:cNvPr>
          <p:cNvPicPr>
            <a:picLocks xmlns:a="http://schemas.openxmlformats.org/drawingml/2006/main" noChangeAspect="1"/>
          </p:cNvPicPr>
          <p:nvPr/>
        </p:nvPicPr>
        <p:blipFill>
          <a:blip xmlns:r="http://schemas.openxmlformats.org/officeDocument/2006/relationships" xmlns:a="http://schemas.openxmlformats.org/drawingml/2006/main" r:embed="Rac701697af4b459d">
            <a:extLst>
              <a:ext uri="{96DAC541-7B7A-43D3-8B79-37D633B846F1}">
                <asvg:svgBlip xmlns:asvg="http://schemas.microsoft.com/office/drawing/2016/SVG/main" r:embed="Ra28569e1f0f04572"/>
              </a:ext>
            </a:extLst>
          </a:blip>
          <a:srcRect xmlns:a="http://schemas.openxmlformats.org/drawingml/2006/main" l="5687" t="0" r="0" b="27270"/>
          <a:stretch xmlns:a="http://schemas.openxmlformats.org/drawingml/2006/main"/>
        </p:blipFill>
        <p:spPr>
          <a:xfrm xmlns:a="http://schemas.openxmlformats.org/drawingml/2006/main" rot="10800000">
            <a:off x="0" y="3611878"/>
            <a:ext cx="6314112" cy="3246122"/>
          </a:xfrm>
          <a:prstGeom xmlns:a="http://schemas.openxmlformats.org/drawingml/2006/main" prst="rect">
            <a:avLst/>
          </a:prstGeom>
        </p:spPr>
      </p:pic>
      <p:pic>
        <p:nvPicPr>
          <p:cNvPr id="3" name="Graphic 2">
            <a:extLst xmlns:a="http://schemas.openxmlformats.org/drawingml/2006/main">
              <a:ext uri="{FF2B5EF4-FFF2-40B4-BE49-F238E27FC236}">
                <a16:creationId xmlns:a16="http://schemas.microsoft.com/office/drawing/2014/main" id="{D6CB1D37-DB96-4EFD-919B-C1263E8A8248}"/>
              </a:ext>
            </a:extLst>
          </p:cNvPr>
          <p:cNvPicPr>
            <a:picLocks xmlns:a="http://schemas.openxmlformats.org/drawingml/2006/main" noChangeAspect="1"/>
          </p:cNvPicPr>
          <p:nvPr/>
        </p:nvPicPr>
        <p:blipFill>
          <a:blip xmlns:r="http://schemas.openxmlformats.org/officeDocument/2006/relationships" xmlns:a="http://schemas.openxmlformats.org/drawingml/2006/main" r:embed="Rac701697af4b459d">
            <a:extLst>
              <a:ext uri="{96DAC541-7B7A-43D3-8B79-37D633B846F1}">
                <asvg:svgBlip xmlns:asvg="http://schemas.microsoft.com/office/drawing/2016/SVG/main" r:embed="Ra28569e1f0f04572"/>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One speaker on stage</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4" name="Text Placeholder 33">
            <a:extLst xmlns:a="http://schemas.openxmlformats.org/drawingml/2006/main">
              <a:ext uri="{FF2B5EF4-FFF2-40B4-BE49-F238E27FC236}">
                <a16:creationId xmlns:a16="http://schemas.microsoft.com/office/drawing/2014/main" id="{23FEB0B4-B182-7549-DC07-DDA74F8C8764}"/>
              </a:ext>
            </a:extLst>
          </p:cNvPr>
          <p:cNvSpPr>
            <a:spLocks xmlns:a="http://schemas.openxmlformats.org/drawingml/2006/main" noGrp="1"/>
          </p:cNvSpPr>
          <p:nvPr>
            <p:ph type="body" idx="13" hasCustomPrompt="1"/>
          </p:nvPr>
        </p:nvSpPr>
        <p:spPr>
          <a:xfrm xmlns:a="http://schemas.openxmlformats.org/drawingml/2006/main">
            <a:off x="3810000" y="2720621"/>
            <a:ext cx="4572000" cy="640073"/>
          </a:xfrm>
        </p:spPr>
        <p:txBody>
          <a:bodyPr xmlns:a="http://schemas.openxmlformats.org/drawingml/2006/main" vert="horz" lIns="0" tIns="0" rIns="0" bIns="0" anchor="b">
            <a:noAutofit/>
          </a:bodyPr>
          <a:lstStyle xmlns:a="http://schemas.openxmlformats.org/drawingml/2006/main">
            <a:lvl1pPr algn="ctr">
              <a:lnSpc>
                <a:spcPct val="100000"/>
              </a:lnSpc>
              <a:buNone/>
              <a:defRPr sz="28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5" name="Text Placeholder 33">
            <a:extLst xmlns:a="http://schemas.openxmlformats.org/drawingml/2006/main">
              <a:ext uri="{FF2B5EF4-FFF2-40B4-BE49-F238E27FC236}">
                <a16:creationId xmlns:a16="http://schemas.microsoft.com/office/drawing/2014/main" id="{580B83F2-896B-0C6B-B807-89AAAC67626C}"/>
              </a:ext>
            </a:extLst>
          </p:cNvPr>
          <p:cNvSpPr>
            <a:spLocks xmlns:a="http://schemas.openxmlformats.org/drawingml/2006/main" noGrp="1"/>
          </p:cNvSpPr>
          <p:nvPr>
            <p:ph type="body" idx="14" hasCustomPrompt="1"/>
          </p:nvPr>
        </p:nvSpPr>
        <p:spPr>
          <a:xfrm xmlns:a="http://schemas.openxmlformats.org/drawingml/2006/main">
            <a:off x="3810000" y="3359674"/>
            <a:ext cx="4572000" cy="640073"/>
          </a:xfrm>
        </p:spPr>
        <p:txBody>
          <a:bodyPr xmlns:a="http://schemas.openxmlformats.org/drawingml/2006/main" vert="horz" lIns="0" tIns="0" rIns="0" bIns="0" anchor="t">
            <a:noAutofit/>
          </a:bodyPr>
          <a:lstStyle xmlns:a="http://schemas.openxmlformats.org/drawingml/2006/main">
            <a:lvl1pPr algn="ctr">
              <a:lnSpc>
                <a:spcPct val="100000"/>
              </a:lnSpc>
              <a:buNone/>
              <a:defRPr sz="2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Tree>
  </p:cSld>
</p:sldLayout>
</file>

<file path=ppt/slideLayouts/slideLayout41.xml><?xml version="1.0" encoding="utf-8"?>
<p:sldLayout xmlns:p="http://schemas.openxmlformats.org/presentationml/2006/main" preserve="1" userDrawn="1">
  <p:cSld name="Speaker_2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Two speakers on stage</a:t>
            </a:r>
          </a:p>
        </p:txBody>
      </p:sp>
      <p:pic>
        <p:nvPicPr>
          <p:cNvPr id="3" name="Graphic 2">
            <a:extLst xmlns:a="http://schemas.openxmlformats.org/drawingml/2006/main">
              <a:ext uri="{FF2B5EF4-FFF2-40B4-BE49-F238E27FC236}">
                <a16:creationId xmlns:a16="http://schemas.microsoft.com/office/drawing/2014/main" id="{CCAD4A3D-13D1-4366-A78E-CF742CE4C870}"/>
              </a:ext>
            </a:extLst>
          </p:cNvPr>
          <p:cNvPicPr>
            <a:picLocks xmlns:a="http://schemas.openxmlformats.org/drawingml/2006/main" noChangeAspect="1"/>
          </p:cNvPicPr>
          <p:nvPr/>
        </p:nvPicPr>
        <p:blipFill>
          <a:blip xmlns:r="http://schemas.openxmlformats.org/officeDocument/2006/relationships" xmlns:a="http://schemas.openxmlformats.org/drawingml/2006/main" r:embed="R1af90562a40a4efe">
            <a:extLst>
              <a:ext uri="{96DAC541-7B7A-43D3-8B79-37D633B846F1}">
                <asvg:svgBlip xmlns:asvg="http://schemas.microsoft.com/office/drawing/2016/SVG/main" r:embed="R229a0e3766424949"/>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6" name="Text Placeholder 33">
            <a:extLst xmlns:a="http://schemas.openxmlformats.org/drawingml/2006/main">
              <a:ext uri="{FF2B5EF4-FFF2-40B4-BE49-F238E27FC236}">
                <a16:creationId xmlns:a16="http://schemas.microsoft.com/office/drawing/2014/main" id="{B08936F9-0286-6F6F-D932-A07929F397D4}"/>
              </a:ext>
            </a:extLst>
          </p:cNvPr>
          <p:cNvSpPr>
            <a:spLocks xmlns:a="http://schemas.openxmlformats.org/drawingml/2006/main" noGrp="1"/>
          </p:cNvSpPr>
          <p:nvPr>
            <p:ph type="body" idx="13" hasCustomPrompt="1"/>
          </p:nvPr>
        </p:nvSpPr>
        <p:spPr>
          <a:xfrm xmlns:a="http://schemas.openxmlformats.org/drawingml/2006/main">
            <a:off x="807676" y="1937607"/>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0715FEE8-35E5-A66D-91EB-17A751EFD8E6}"/>
              </a:ext>
            </a:extLst>
          </p:cNvPr>
          <p:cNvSpPr>
            <a:spLocks xmlns:a="http://schemas.openxmlformats.org/drawingml/2006/main" noGrp="1"/>
          </p:cNvSpPr>
          <p:nvPr>
            <p:ph type="body" idx="14" hasCustomPrompt="1"/>
          </p:nvPr>
        </p:nvSpPr>
        <p:spPr>
          <a:xfrm xmlns:a="http://schemas.openxmlformats.org/drawingml/2006/main">
            <a:off x="807676" y="2576660"/>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2" name="Text Placeholder 33">
            <a:extLst xmlns:a="http://schemas.openxmlformats.org/drawingml/2006/main">
              <a:ext uri="{FF2B5EF4-FFF2-40B4-BE49-F238E27FC236}">
                <a16:creationId xmlns:a16="http://schemas.microsoft.com/office/drawing/2014/main" id="{A476E992-5CB8-77CD-3D59-FC21C7FE9867}"/>
              </a:ext>
            </a:extLst>
          </p:cNvPr>
          <p:cNvSpPr>
            <a:spLocks xmlns:a="http://schemas.openxmlformats.org/drawingml/2006/main" noGrp="1"/>
          </p:cNvSpPr>
          <p:nvPr>
            <p:ph type="body" idx="19" hasCustomPrompt="1"/>
          </p:nvPr>
        </p:nvSpPr>
        <p:spPr>
          <a:xfrm xmlns:a="http://schemas.openxmlformats.org/drawingml/2006/main">
            <a:off x="792538" y="3429000"/>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A493C7D7-4F9B-DA7C-D7EB-59661A8EBDF7}"/>
              </a:ext>
            </a:extLst>
          </p:cNvPr>
          <p:cNvSpPr>
            <a:spLocks xmlns:a="http://schemas.openxmlformats.org/drawingml/2006/main" noGrp="1"/>
          </p:cNvSpPr>
          <p:nvPr>
            <p:ph type="body" idx="20" hasCustomPrompt="1"/>
          </p:nvPr>
        </p:nvSpPr>
        <p:spPr>
          <a:xfrm xmlns:a="http://schemas.openxmlformats.org/drawingml/2006/main">
            <a:off x="792538" y="4068053"/>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42.xml><?xml version="1.0" encoding="utf-8"?>
<p:sldLayout xmlns:p="http://schemas.openxmlformats.org/presentationml/2006/main" preserve="1" userDrawn="1">
  <p:cSld name="Speaker_3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Three speakers on stage</a:t>
            </a:r>
          </a:p>
        </p:txBody>
      </p:sp>
      <p:pic>
        <p:nvPicPr>
          <p:cNvPr id="3" name="Graphic 2">
            <a:extLst xmlns:a="http://schemas.openxmlformats.org/drawingml/2006/main">
              <a:ext uri="{FF2B5EF4-FFF2-40B4-BE49-F238E27FC236}">
                <a16:creationId xmlns:a16="http://schemas.microsoft.com/office/drawing/2014/main" id="{6DF02B99-DE6B-42D2-A1C4-403B61771CAB}"/>
              </a:ext>
            </a:extLst>
          </p:cNvPr>
          <p:cNvPicPr>
            <a:picLocks xmlns:a="http://schemas.openxmlformats.org/drawingml/2006/main" noChangeAspect="1"/>
          </p:cNvPicPr>
          <p:nvPr/>
        </p:nvPicPr>
        <p:blipFill>
          <a:blip xmlns:r="http://schemas.openxmlformats.org/officeDocument/2006/relationships" xmlns:a="http://schemas.openxmlformats.org/drawingml/2006/main" r:embed="R25223bf5673a406a">
            <a:extLst>
              <a:ext uri="{96DAC541-7B7A-43D3-8B79-37D633B846F1}">
                <asvg:svgBlip xmlns:asvg="http://schemas.microsoft.com/office/drawing/2016/SVG/main" r:embed="R10e0f7b48f5f43b7"/>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2" name="Text Placeholder 33">
            <a:extLst xmlns:a="http://schemas.openxmlformats.org/drawingml/2006/main">
              <a:ext uri="{FF2B5EF4-FFF2-40B4-BE49-F238E27FC236}">
                <a16:creationId xmlns:a16="http://schemas.microsoft.com/office/drawing/2014/main" id="{B9B847CE-1494-EB76-B9F7-38F201281C5C}"/>
              </a:ext>
            </a:extLst>
          </p:cNvPr>
          <p:cNvSpPr>
            <a:spLocks xmlns:a="http://schemas.openxmlformats.org/drawingml/2006/main" noGrp="1"/>
          </p:cNvSpPr>
          <p:nvPr>
            <p:ph type="body" idx="13" hasCustomPrompt="1"/>
          </p:nvPr>
        </p:nvSpPr>
        <p:spPr>
          <a:xfrm xmlns:a="http://schemas.openxmlformats.org/drawingml/2006/main">
            <a:off x="797773" y="132590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4" name="Text Placeholder 33">
            <a:extLst xmlns:a="http://schemas.openxmlformats.org/drawingml/2006/main">
              <a:ext uri="{FF2B5EF4-FFF2-40B4-BE49-F238E27FC236}">
                <a16:creationId xmlns:a16="http://schemas.microsoft.com/office/drawing/2014/main" id="{2CBD8601-0EE0-1C22-9AF2-15631BDB0B16}"/>
              </a:ext>
            </a:extLst>
          </p:cNvPr>
          <p:cNvSpPr>
            <a:spLocks xmlns:a="http://schemas.openxmlformats.org/drawingml/2006/main" noGrp="1"/>
          </p:cNvSpPr>
          <p:nvPr>
            <p:ph type="body" idx="14" hasCustomPrompt="1"/>
          </p:nvPr>
        </p:nvSpPr>
        <p:spPr>
          <a:xfrm xmlns:a="http://schemas.openxmlformats.org/drawingml/2006/main">
            <a:off x="797774" y="196495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5" name="Text Placeholder 33">
            <a:extLst xmlns:a="http://schemas.openxmlformats.org/drawingml/2006/main">
              <a:ext uri="{FF2B5EF4-FFF2-40B4-BE49-F238E27FC236}">
                <a16:creationId xmlns:a16="http://schemas.microsoft.com/office/drawing/2014/main" id="{0A0EB793-5D1B-7CAC-A983-72F74B5C0FB6}"/>
              </a:ext>
            </a:extLst>
          </p:cNvPr>
          <p:cNvSpPr>
            <a:spLocks xmlns:a="http://schemas.openxmlformats.org/drawingml/2006/main" noGrp="1"/>
          </p:cNvSpPr>
          <p:nvPr>
            <p:ph type="body" idx="28" hasCustomPrompt="1"/>
          </p:nvPr>
        </p:nvSpPr>
        <p:spPr>
          <a:xfrm xmlns:a="http://schemas.openxmlformats.org/drawingml/2006/main">
            <a:off x="792538" y="2792454"/>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4" name="Text Placeholder 33">
            <a:extLst xmlns:a="http://schemas.openxmlformats.org/drawingml/2006/main">
              <a:ext uri="{FF2B5EF4-FFF2-40B4-BE49-F238E27FC236}">
                <a16:creationId xmlns:a16="http://schemas.microsoft.com/office/drawing/2014/main" id="{C8830B92-077C-42C2-7CF4-32E57CCAA196}"/>
              </a:ext>
            </a:extLst>
          </p:cNvPr>
          <p:cNvSpPr>
            <a:spLocks xmlns:a="http://schemas.openxmlformats.org/drawingml/2006/main" noGrp="1"/>
          </p:cNvSpPr>
          <p:nvPr>
            <p:ph type="body" idx="29" hasCustomPrompt="1"/>
          </p:nvPr>
        </p:nvSpPr>
        <p:spPr>
          <a:xfrm xmlns:a="http://schemas.openxmlformats.org/drawingml/2006/main">
            <a:off x="792539" y="3431508"/>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5" name="Text Placeholder 33">
            <a:extLst xmlns:a="http://schemas.openxmlformats.org/drawingml/2006/main">
              <a:ext uri="{FF2B5EF4-FFF2-40B4-BE49-F238E27FC236}">
                <a16:creationId xmlns:a16="http://schemas.microsoft.com/office/drawing/2014/main" id="{283801B3-C270-4242-E8A4-95C95B9D6FBD}"/>
              </a:ext>
            </a:extLst>
          </p:cNvPr>
          <p:cNvSpPr>
            <a:spLocks xmlns:a="http://schemas.openxmlformats.org/drawingml/2006/main" noGrp="1"/>
          </p:cNvSpPr>
          <p:nvPr>
            <p:ph type="body" idx="30" hasCustomPrompt="1"/>
          </p:nvPr>
        </p:nvSpPr>
        <p:spPr>
          <a:xfrm xmlns:a="http://schemas.openxmlformats.org/drawingml/2006/main">
            <a:off x="795484" y="431229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6" name="Text Placeholder 33">
            <a:extLst xmlns:a="http://schemas.openxmlformats.org/drawingml/2006/main">
              <a:ext uri="{FF2B5EF4-FFF2-40B4-BE49-F238E27FC236}">
                <a16:creationId xmlns:a16="http://schemas.microsoft.com/office/drawing/2014/main" id="{BF454C50-6F7C-4662-4836-A1158EEF6D4C}"/>
              </a:ext>
            </a:extLst>
          </p:cNvPr>
          <p:cNvSpPr>
            <a:spLocks xmlns:a="http://schemas.openxmlformats.org/drawingml/2006/main" noGrp="1"/>
          </p:cNvSpPr>
          <p:nvPr>
            <p:ph type="body" idx="31" hasCustomPrompt="1"/>
          </p:nvPr>
        </p:nvSpPr>
        <p:spPr>
          <a:xfrm xmlns:a="http://schemas.openxmlformats.org/drawingml/2006/main">
            <a:off x="795485" y="495134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Tree>
  </p:cSld>
</p:sldLayout>
</file>

<file path=ppt/slideLayouts/slideLayout43.xml><?xml version="1.0" encoding="utf-8"?>
<p:sldLayout xmlns:p="http://schemas.openxmlformats.org/presentationml/2006/main" preserve="1" userDrawn="1">
  <p:cSld name="Speaker_4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Four speakers on stage</a:t>
            </a:r>
          </a:p>
        </p:txBody>
      </p:sp>
      <p:pic>
        <p:nvPicPr>
          <p:cNvPr id="3" name="Graphic 2">
            <a:extLst xmlns:a="http://schemas.openxmlformats.org/drawingml/2006/main">
              <a:ext uri="{FF2B5EF4-FFF2-40B4-BE49-F238E27FC236}">
                <a16:creationId xmlns:a16="http://schemas.microsoft.com/office/drawing/2014/main" id="{6CF69523-F7C3-4D57-B645-22372398356E}"/>
              </a:ext>
            </a:extLst>
          </p:cNvPr>
          <p:cNvPicPr>
            <a:picLocks xmlns:a="http://schemas.openxmlformats.org/drawingml/2006/main" noChangeAspect="1"/>
          </p:cNvPicPr>
          <p:nvPr/>
        </p:nvPicPr>
        <p:blipFill>
          <a:blip xmlns:r="http://schemas.openxmlformats.org/officeDocument/2006/relationships" xmlns:a="http://schemas.openxmlformats.org/drawingml/2006/main" r:embed="Rec943637bce34535">
            <a:extLst>
              <a:ext uri="{96DAC541-7B7A-43D3-8B79-37D633B846F1}">
                <asvg:svgBlip xmlns:asvg="http://schemas.microsoft.com/office/drawing/2016/SVG/main" r:embed="R9fc01658424b4f58"/>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6" name="Text Placeholder 33">
            <a:extLst xmlns:a="http://schemas.openxmlformats.org/drawingml/2006/main">
              <a:ext uri="{FF2B5EF4-FFF2-40B4-BE49-F238E27FC236}">
                <a16:creationId xmlns:a16="http://schemas.microsoft.com/office/drawing/2014/main" id="{F9F38D12-CAEB-FD20-511D-40562DCAA1EA}"/>
              </a:ext>
            </a:extLst>
          </p:cNvPr>
          <p:cNvSpPr>
            <a:spLocks xmlns:a="http://schemas.openxmlformats.org/drawingml/2006/main" noGrp="1"/>
          </p:cNvSpPr>
          <p:nvPr>
            <p:ph type="body" idx="13" hasCustomPrompt="1"/>
          </p:nvPr>
        </p:nvSpPr>
        <p:spPr>
          <a:xfrm xmlns:a="http://schemas.openxmlformats.org/drawingml/2006/main">
            <a:off x="784794" y="2108629"/>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A141B714-1A78-6D82-F378-939B470D8736}"/>
              </a:ext>
            </a:extLst>
          </p:cNvPr>
          <p:cNvSpPr>
            <a:spLocks xmlns:a="http://schemas.openxmlformats.org/drawingml/2006/main" noGrp="1"/>
          </p:cNvSpPr>
          <p:nvPr>
            <p:ph type="body" idx="14" hasCustomPrompt="1"/>
          </p:nvPr>
        </p:nvSpPr>
        <p:spPr>
          <a:xfrm xmlns:a="http://schemas.openxmlformats.org/drawingml/2006/main">
            <a:off x="784795" y="2747683"/>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br/>
            <a:r>
              <a:t>Title</a:t>
            </a:r>
          </a:p>
        </p:txBody>
      </p:sp>
      <p:sp>
        <p:nvSpPr>
          <p:cNvPr id="12" name="Text Placeholder 33">
            <a:extLst xmlns:a="http://schemas.openxmlformats.org/drawingml/2006/main">
              <a:ext uri="{FF2B5EF4-FFF2-40B4-BE49-F238E27FC236}">
                <a16:creationId xmlns:a16="http://schemas.microsoft.com/office/drawing/2014/main" id="{B1EDA4C5-F281-1193-82E6-0BFE5AE994AE}"/>
              </a:ext>
            </a:extLst>
          </p:cNvPr>
          <p:cNvSpPr>
            <a:spLocks xmlns:a="http://schemas.openxmlformats.org/drawingml/2006/main" noGrp="1"/>
          </p:cNvSpPr>
          <p:nvPr>
            <p:ph type="body" idx="35" hasCustomPrompt="1"/>
          </p:nvPr>
        </p:nvSpPr>
        <p:spPr>
          <a:xfrm xmlns:a="http://schemas.openxmlformats.org/drawingml/2006/main">
            <a:off x="784795" y="3484327"/>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F247EF2C-2986-0D95-AC50-EE6C68BB5CE4}"/>
              </a:ext>
            </a:extLst>
          </p:cNvPr>
          <p:cNvSpPr>
            <a:spLocks xmlns:a="http://schemas.openxmlformats.org/drawingml/2006/main" noGrp="1"/>
          </p:cNvSpPr>
          <p:nvPr>
            <p:ph type="body" idx="36" hasCustomPrompt="1"/>
          </p:nvPr>
        </p:nvSpPr>
        <p:spPr>
          <a:xfrm xmlns:a="http://schemas.openxmlformats.org/drawingml/2006/main">
            <a:off x="784796" y="4123381"/>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br/>
            <a:r>
              <a:t>Title</a:t>
            </a:r>
          </a:p>
        </p:txBody>
      </p:sp>
      <p:sp>
        <p:nvSpPr>
          <p:cNvPr id="17" name="Text Placeholder 33">
            <a:extLst xmlns:a="http://schemas.openxmlformats.org/drawingml/2006/main">
              <a:ext uri="{FF2B5EF4-FFF2-40B4-BE49-F238E27FC236}">
                <a16:creationId xmlns:a16="http://schemas.microsoft.com/office/drawing/2014/main" id="{0B404AA4-79A5-18F0-CE9F-3921A0925B1E}"/>
              </a:ext>
            </a:extLst>
          </p:cNvPr>
          <p:cNvSpPr>
            <a:spLocks xmlns:a="http://schemas.openxmlformats.org/drawingml/2006/main" noGrp="1"/>
          </p:cNvSpPr>
          <p:nvPr>
            <p:ph type="body" idx="37" hasCustomPrompt="1"/>
          </p:nvPr>
        </p:nvSpPr>
        <p:spPr>
          <a:xfrm xmlns:a="http://schemas.openxmlformats.org/drawingml/2006/main">
            <a:off x="5806438" y="2130723"/>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8" name="Text Placeholder 33">
            <a:extLst xmlns:a="http://schemas.openxmlformats.org/drawingml/2006/main">
              <a:ext uri="{FF2B5EF4-FFF2-40B4-BE49-F238E27FC236}">
                <a16:creationId xmlns:a16="http://schemas.microsoft.com/office/drawing/2014/main" id="{097CCA77-6454-4A36-DDFB-A9DE63B5C7E2}"/>
              </a:ext>
            </a:extLst>
          </p:cNvPr>
          <p:cNvSpPr>
            <a:spLocks xmlns:a="http://schemas.openxmlformats.org/drawingml/2006/main" noGrp="1"/>
          </p:cNvSpPr>
          <p:nvPr>
            <p:ph type="body" idx="38" hasCustomPrompt="1"/>
          </p:nvPr>
        </p:nvSpPr>
        <p:spPr>
          <a:xfrm xmlns:a="http://schemas.openxmlformats.org/drawingml/2006/main">
            <a:off x="5806439" y="2769777"/>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br/>
            <a:r>
              <a:t>Title</a:t>
            </a:r>
          </a:p>
        </p:txBody>
      </p:sp>
      <p:sp>
        <p:nvSpPr>
          <p:cNvPr id="19" name="Text Placeholder 33">
            <a:extLst xmlns:a="http://schemas.openxmlformats.org/drawingml/2006/main">
              <a:ext uri="{FF2B5EF4-FFF2-40B4-BE49-F238E27FC236}">
                <a16:creationId xmlns:a16="http://schemas.microsoft.com/office/drawing/2014/main" id="{644A9E89-1875-451D-C69D-99660290007D}"/>
              </a:ext>
            </a:extLst>
          </p:cNvPr>
          <p:cNvSpPr>
            <a:spLocks xmlns:a="http://schemas.openxmlformats.org/drawingml/2006/main" noGrp="1"/>
          </p:cNvSpPr>
          <p:nvPr>
            <p:ph type="body" idx="39" hasCustomPrompt="1"/>
          </p:nvPr>
        </p:nvSpPr>
        <p:spPr>
          <a:xfrm xmlns:a="http://schemas.openxmlformats.org/drawingml/2006/main">
            <a:off x="5806439" y="3506421"/>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20" name="Text Placeholder 33">
            <a:extLst xmlns:a="http://schemas.openxmlformats.org/drawingml/2006/main">
              <a:ext uri="{FF2B5EF4-FFF2-40B4-BE49-F238E27FC236}">
                <a16:creationId xmlns:a16="http://schemas.microsoft.com/office/drawing/2014/main" id="{EC89510A-FA47-936C-E9A3-AD214B164A82}"/>
              </a:ext>
            </a:extLst>
          </p:cNvPr>
          <p:cNvSpPr>
            <a:spLocks xmlns:a="http://schemas.openxmlformats.org/drawingml/2006/main" noGrp="1"/>
          </p:cNvSpPr>
          <p:nvPr>
            <p:ph type="body" idx="40" hasCustomPrompt="1"/>
          </p:nvPr>
        </p:nvSpPr>
        <p:spPr>
          <a:xfrm xmlns:a="http://schemas.openxmlformats.org/drawingml/2006/main">
            <a:off x="5806440" y="4145475"/>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br/>
            <a:r>
              <a:t>Title</a:t>
            </a:r>
          </a:p>
        </p:txBody>
      </p:sp>
    </p:spTree>
  </p:cSld>
</p:sldLayout>
</file>

<file path=ppt/slideLayouts/slideLayout44.xml><?xml version="1.0" encoding="utf-8"?>
<p:sldLayout xmlns:p="http://schemas.openxmlformats.org/presentationml/2006/main" preserve="1" userDrawn="1">
  <p:cSld name="Dark - Agenda">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sp>
        <p:nvSpPr>
          <p:cNvPr id="2" name="Slide Number Placeholder 7">
            <a:extLst xmlns:a="http://schemas.openxmlformats.org/drawingml/2006/main">
              <a:ext uri="{FF2B5EF4-FFF2-40B4-BE49-F238E27FC236}">
                <a16:creationId xmlns:a16="http://schemas.microsoft.com/office/drawing/2014/main" id="{28D9ACAF-6547-62AC-0612-33ACEEA4384B}"/>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9C717BFB-739A-8ECB-A222-BA193D79F699}"/>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8" name="Date Placeholder 4">
            <a:extLst xmlns:a="http://schemas.openxmlformats.org/drawingml/2006/main">
              <a:ext uri="{FF2B5EF4-FFF2-40B4-BE49-F238E27FC236}">
                <a16:creationId xmlns:a16="http://schemas.microsoft.com/office/drawing/2014/main" id="{D6AB9331-6119-874E-6BF2-D968C0DB95A7}"/>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pic>
        <p:nvPicPr>
          <p:cNvPr id="6" name="Graphic 5">
            <a:extLst xmlns:a="http://schemas.openxmlformats.org/drawingml/2006/main">
              <a:ext uri="{FF2B5EF4-FFF2-40B4-BE49-F238E27FC236}">
                <a16:creationId xmlns:a16="http://schemas.microsoft.com/office/drawing/2014/main" id="{5FB8DEDA-E9FF-45C8-B558-BBA1D1C6DAEA}"/>
              </a:ext>
            </a:extLst>
          </p:cNvPr>
          <p:cNvPicPr>
            <a:picLocks xmlns:a="http://schemas.openxmlformats.org/drawingml/2006/main" noChangeAspect="1"/>
          </p:cNvPicPr>
          <p:nvPr/>
        </p:nvPicPr>
        <p:blipFill>
          <a:blip xmlns:r="http://schemas.openxmlformats.org/officeDocument/2006/relationships" xmlns:a="http://schemas.openxmlformats.org/drawingml/2006/main" r:embed="Re41fd01195c046bb">
            <a:extLst>
              <a:ext uri="{96DAC541-7B7A-43D3-8B79-37D633B846F1}">
                <asvg:svgBlip xmlns:asvg="http://schemas.microsoft.com/office/drawing/2016/SVG/main" r:embed="Rbc32b6f66869444b"/>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Tree>
  </p:cSld>
</p:sldLayout>
</file>

<file path=ppt/slideLayouts/slideLayout45.xml><?xml version="1.0" encoding="utf-8"?>
<p:sldLayout xmlns:p="http://schemas.openxmlformats.org/presentationml/2006/main" preserve="1" userDrawn="1">
  <p:cSld name="Light - Agenda">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sp>
        <p:nvSpPr>
          <p:cNvPr id="2" name="Slide Number Placeholder 7">
            <a:extLst xmlns:a="http://schemas.openxmlformats.org/drawingml/2006/main">
              <a:ext uri="{FF2B5EF4-FFF2-40B4-BE49-F238E27FC236}">
                <a16:creationId xmlns:a16="http://schemas.microsoft.com/office/drawing/2014/main" id="{28D9ACAF-6547-62AC-0612-33ACEEA4384B}"/>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9C717BFB-739A-8ECB-A222-BA193D79F699}"/>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8" name="Date Placeholder 4">
            <a:extLst xmlns:a="http://schemas.openxmlformats.org/drawingml/2006/main">
              <a:ext uri="{FF2B5EF4-FFF2-40B4-BE49-F238E27FC236}">
                <a16:creationId xmlns:a16="http://schemas.microsoft.com/office/drawing/2014/main" id="{D6AB9331-6119-874E-6BF2-D968C0DB95A7}"/>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pic>
        <p:nvPicPr>
          <p:cNvPr id="6" name="Graphic 5">
            <a:extLst xmlns:a="http://schemas.openxmlformats.org/drawingml/2006/main">
              <a:ext uri="{FF2B5EF4-FFF2-40B4-BE49-F238E27FC236}">
                <a16:creationId xmlns:a16="http://schemas.microsoft.com/office/drawing/2014/main" id="{DEC76A36-EF59-4724-9887-E224EF2AA571}"/>
              </a:ext>
            </a:extLst>
          </p:cNvPr>
          <p:cNvPicPr>
            <a:picLocks xmlns:a="http://schemas.openxmlformats.org/drawingml/2006/main" noChangeAspect="1"/>
          </p:cNvPicPr>
          <p:nvPr/>
        </p:nvPicPr>
        <p:blipFill>
          <a:blip xmlns:r="http://schemas.openxmlformats.org/officeDocument/2006/relationships" xmlns:a="http://schemas.openxmlformats.org/drawingml/2006/main" r:embed="R835e1ca9b2ae4cfb">
            <a:extLst>
              <a:ext uri="{96DAC541-7B7A-43D3-8B79-37D633B846F1}">
                <asvg:svgBlip xmlns:asvg="http://schemas.microsoft.com/office/drawing/2016/SVG/main" r:embed="R815cde13642a46f1"/>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Tree>
  </p:cSld>
</p:sldLayout>
</file>

<file path=ppt/slideLayouts/slideLayout46.xml><?xml version="1.0" encoding="utf-8"?>
<p:sldLayout xmlns:p="http://schemas.openxmlformats.org/presentationml/2006/main" preserve="1" userDrawn="1">
  <p:cSld name="Dark - Agenda Table">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sp>
        <p:nvSpPr>
          <p:cNvPr id="2" name="Slide Number Placeholder 7">
            <a:extLst xmlns:a="http://schemas.openxmlformats.org/drawingml/2006/main">
              <a:ext uri="{FF2B5EF4-FFF2-40B4-BE49-F238E27FC236}">
                <a16:creationId xmlns:a16="http://schemas.microsoft.com/office/drawing/2014/main" id="{28D9ACAF-6547-62AC-0612-33ACEEA4384B}"/>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9C717BFB-739A-8ECB-A222-BA193D79F699}"/>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8" name="Date Placeholder 4">
            <a:extLst xmlns:a="http://schemas.openxmlformats.org/drawingml/2006/main">
              <a:ext uri="{FF2B5EF4-FFF2-40B4-BE49-F238E27FC236}">
                <a16:creationId xmlns:a16="http://schemas.microsoft.com/office/drawing/2014/main" id="{D6AB9331-6119-874E-6BF2-D968C0DB95A7}"/>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pic>
        <p:nvPicPr>
          <p:cNvPr id="6" name="Graphic 5">
            <a:extLst xmlns:a="http://schemas.openxmlformats.org/drawingml/2006/main">
              <a:ext uri="{FF2B5EF4-FFF2-40B4-BE49-F238E27FC236}">
                <a16:creationId xmlns:a16="http://schemas.microsoft.com/office/drawing/2014/main" id="{A931B3EA-5620-46DE-9BAF-D24DBBC58226}"/>
              </a:ext>
            </a:extLst>
          </p:cNvPr>
          <p:cNvPicPr>
            <a:picLocks xmlns:a="http://schemas.openxmlformats.org/drawingml/2006/main" noChangeAspect="1"/>
          </p:cNvPicPr>
          <p:nvPr/>
        </p:nvPicPr>
        <p:blipFill>
          <a:blip xmlns:r="http://schemas.openxmlformats.org/officeDocument/2006/relationships" xmlns:a="http://schemas.openxmlformats.org/drawingml/2006/main" r:embed="R14f7bc2f2b6d4445">
            <a:extLst>
              <a:ext uri="{96DAC541-7B7A-43D3-8B79-37D633B846F1}">
                <asvg:svgBlip xmlns:asvg="http://schemas.microsoft.com/office/drawing/2016/SVG/main" r:embed="R9fd7ac8a8aa74b9b"/>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lvl="0">
              <a:buNone/>
            </a:pPr>
            <a:r>
              <a:t>1</a:t>
            </a:r>
          </a:p>
          <a:p xmlns:a="http://schemas.openxmlformats.org/drawingml/2006/main">
            <a:pPr lvl="0">
              <a:buNone/>
            </a:pPr>
            <a:r>
              <a:t>2</a:t>
            </a:r>
          </a:p>
          <a:p xmlns:a="http://schemas.openxmlformats.org/drawingml/2006/main">
            <a:pPr lvl="0">
              <a:buNone/>
            </a:pPr>
            <a:r>
              <a:t>3</a:t>
            </a:r>
          </a:p>
          <a:p xmlns:a="http://schemas.openxmlformats.org/drawingml/2006/main">
            <a:pPr lvl="0">
              <a:buNone/>
            </a:pPr>
            <a:r>
              <a:t>4</a:t>
            </a:r>
          </a:p>
          <a:p xmlns:a="http://schemas.openxmlformats.org/drawingml/2006/main">
            <a:pPr lvl="0">
              <a:buNone/>
            </a:pPr>
            <a:r>
              <a:t>5</a:t>
            </a:r>
          </a:p>
          <a:p xmlns:a="http://schemas.openxmlformats.org/drawingml/2006/main">
            <a:pPr lvl="0">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47.xml><?xml version="1.0" encoding="utf-8"?>
<p:sldLayout xmlns:p="http://schemas.openxmlformats.org/presentationml/2006/main" preserve="1" userDrawn="1">
  <p:cSld name="Light - Agenda Tab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sp>
        <p:nvSpPr>
          <p:cNvPr id="2" name="Slide Number Placeholder 7">
            <a:extLst xmlns:a="http://schemas.openxmlformats.org/drawingml/2006/main">
              <a:ext uri="{FF2B5EF4-FFF2-40B4-BE49-F238E27FC236}">
                <a16:creationId xmlns:a16="http://schemas.microsoft.com/office/drawing/2014/main" id="{28D9ACAF-6547-62AC-0612-33ACEEA4384B}"/>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9C717BFB-739A-8ECB-A222-BA193D79F699}"/>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8" name="Date Placeholder 4">
            <a:extLst xmlns:a="http://schemas.openxmlformats.org/drawingml/2006/main">
              <a:ext uri="{FF2B5EF4-FFF2-40B4-BE49-F238E27FC236}">
                <a16:creationId xmlns:a16="http://schemas.microsoft.com/office/drawing/2014/main" id="{D6AB9331-6119-874E-6BF2-D968C0DB95A7}"/>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pic>
        <p:nvPicPr>
          <p:cNvPr id="6" name="Graphic 5">
            <a:extLst xmlns:a="http://schemas.openxmlformats.org/drawingml/2006/main">
              <a:ext uri="{FF2B5EF4-FFF2-40B4-BE49-F238E27FC236}">
                <a16:creationId xmlns:a16="http://schemas.microsoft.com/office/drawing/2014/main" id="{F03271DB-B163-4E58-8DD1-00D60CAC05F9}"/>
              </a:ext>
            </a:extLst>
          </p:cNvPr>
          <p:cNvPicPr>
            <a:picLocks xmlns:a="http://schemas.openxmlformats.org/drawingml/2006/main" noChangeAspect="1"/>
          </p:cNvPicPr>
          <p:nvPr/>
        </p:nvPicPr>
        <p:blipFill>
          <a:blip xmlns:r="http://schemas.openxmlformats.org/officeDocument/2006/relationships" xmlns:a="http://schemas.openxmlformats.org/drawingml/2006/main" r:embed="R262b6c8eb5964238">
            <a:extLst>
              <a:ext uri="{96DAC541-7B7A-43D3-8B79-37D633B846F1}">
                <asvg:svgBlip xmlns:asvg="http://schemas.microsoft.com/office/drawing/2016/SVG/main" r:embed="Rcbd2830bf321460b"/>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lvl="0">
              <a:buNone/>
            </a:pPr>
            <a:r>
              <a:t>1</a:t>
            </a:r>
          </a:p>
          <a:p xmlns:a="http://schemas.openxmlformats.org/drawingml/2006/main">
            <a:pPr lvl="0">
              <a:buNone/>
            </a:pPr>
            <a:r>
              <a:t>2</a:t>
            </a:r>
          </a:p>
          <a:p xmlns:a="http://schemas.openxmlformats.org/drawingml/2006/main">
            <a:pPr lvl="0">
              <a:buNone/>
            </a:pPr>
            <a:r>
              <a:t>3</a:t>
            </a:r>
          </a:p>
          <a:p xmlns:a="http://schemas.openxmlformats.org/drawingml/2006/main">
            <a:pPr lvl="0">
              <a:buNone/>
            </a:pPr>
            <a:r>
              <a:t>4</a:t>
            </a:r>
          </a:p>
          <a:p xmlns:a="http://schemas.openxmlformats.org/drawingml/2006/main">
            <a:pPr lvl="0">
              <a:buNone/>
            </a:pPr>
            <a:r>
              <a:t>5</a:t>
            </a:r>
          </a:p>
          <a:p xmlns:a="http://schemas.openxmlformats.org/drawingml/2006/main">
            <a:pPr lvl="0">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48.xml><?xml version="1.0" encoding="utf-8"?>
<p:sldLayout xmlns:p="http://schemas.openxmlformats.org/presentationml/2006/main" preserve="1" userDrawn="1">
  <p:cSld name="Multi Statement – Dark">
    <p:bg>
      <p:bgPr>
        <a:solidFill xmlns:a="http://schemas.openxmlformats.org/drawingml/2006/main">
          <a:schemeClr val="bg2"/>
        </a:solidFill>
      </p:bgPr>
    </p:bg>
    <p:spTree>
      <p:nvGrpSpPr>
        <p:cNvPr id="1" name=""/>
        <p:cNvGrpSpPr/>
        <p:nvPr/>
      </p:nvGrpSpPr>
      <p:grpSpPr>
        <a:xfrm xmlns:a="http://schemas.openxmlformats.org/drawingml/2006/main"/>
      </p:grpSpPr>
      <p:pic>
        <p:nvPicPr>
          <p:cNvPr id="3" name="Graphic 2">
            <a:extLst xmlns:a="http://schemas.openxmlformats.org/drawingml/2006/main">
              <a:ext uri="{FF2B5EF4-FFF2-40B4-BE49-F238E27FC236}">
                <a16:creationId xmlns:a16="http://schemas.microsoft.com/office/drawing/2014/main" id="{8A9745BF-5888-4102-B5E2-C1F155C2BA51}"/>
              </a:ext>
            </a:extLst>
          </p:cNvPr>
          <p:cNvPicPr>
            <a:picLocks xmlns:a="http://schemas.openxmlformats.org/drawingml/2006/main" noChangeAspect="1"/>
          </p:cNvPicPr>
          <p:nvPr/>
        </p:nvPicPr>
        <p:blipFill>
          <a:blip xmlns:r="http://schemas.openxmlformats.org/officeDocument/2006/relationships" xmlns:a="http://schemas.openxmlformats.org/drawingml/2006/main" r:embed="Rcf68a6bbefa1451a">
            <a:extLst>
              <a:ext uri="{96DAC541-7B7A-43D3-8B79-37D633B846F1}">
                <asvg:svgBlip xmlns:asvg="http://schemas.microsoft.com/office/drawing/2016/SVG/main" r:embed="R3cd2d1e931824394"/>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9" name="Date Placeholder 4">
            <a:extLst xmlns:a="http://schemas.openxmlformats.org/drawingml/2006/main">
              <a:ext uri="{FF2B5EF4-FFF2-40B4-BE49-F238E27FC236}">
                <a16:creationId xmlns:a16="http://schemas.microsoft.com/office/drawing/2014/main" id="{22E0D5EC-D2F7-32C7-0542-FE33CC5E7C63}"/>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6" name="Text Placeholder 2">
            <a:extLst xmlns:a="http://schemas.openxmlformats.org/drawingml/2006/main">
              <a:ext uri="{FF2B5EF4-FFF2-40B4-BE49-F238E27FC236}">
                <a16:creationId xmlns:a16="http://schemas.microsoft.com/office/drawing/2014/main" id="{E4DCF24B-59BC-04B0-B557-EEF59BF81E12}"/>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lvl="0">
              <a:buNone/>
            </a:pPr>
            <a:r>
              <a:t>Click to edit Headline</a:t>
            </a:r>
          </a:p>
        </p:txBody>
      </p:sp>
      <p:sp>
        <p:nvSpPr>
          <p:cNvPr id="10" name="Text Placeholder 4">
            <a:extLst xmlns:a="http://schemas.openxmlformats.org/drawingml/2006/main">
              <a:ext uri="{FF2B5EF4-FFF2-40B4-BE49-F238E27FC236}">
                <a16:creationId xmlns:a16="http://schemas.microsoft.com/office/drawing/2014/main" id="{44B2EADF-9C30-D624-9DFD-FDBFF41F8B1B}"/>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lvl="0">
              <a:buNone/>
            </a:pPr>
            <a:r>
              <a:t>Click to edit Headline</a:t>
            </a:r>
          </a:p>
        </p:txBody>
      </p:sp>
      <p:sp>
        <p:nvSpPr>
          <p:cNvPr id="11" name="Text Placeholder 7">
            <a:extLst xmlns:a="http://schemas.openxmlformats.org/drawingml/2006/main">
              <a:ext uri="{FF2B5EF4-FFF2-40B4-BE49-F238E27FC236}">
                <a16:creationId xmlns:a16="http://schemas.microsoft.com/office/drawing/2014/main" id="{E7E762A4-B873-A5F3-276F-B1A4DD5DC4A0}"/>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lvl="0">
              <a:buNone/>
            </a:pPr>
            <a:r>
              <a:t>Click to edit Headline</a:t>
            </a:r>
          </a:p>
        </p:txBody>
      </p:sp>
      <p:sp>
        <p:nvSpPr>
          <p:cNvPr id="2" name="Slide Number Placeholder 7">
            <a:extLst xmlns:a="http://schemas.openxmlformats.org/drawingml/2006/main">
              <a:ext uri="{FF2B5EF4-FFF2-40B4-BE49-F238E27FC236}">
                <a16:creationId xmlns:a16="http://schemas.microsoft.com/office/drawing/2014/main" id="{7987ACB5-95D6-365C-795A-D276B2B66E15}"/>
              </a:ext>
            </a:extLst>
          </p:cNvPr>
          <p:cNvSpPr>
            <a:spLocks xmlns:a="http://schemas.openxmlformats.org/drawingml/2006/main" noGrp="1"/>
          </p:cNvSpPr>
          <p:nvPr>
            <p:ph type="sldNum" idx="2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2CDB5C85-6ACF-BB32-518A-0AE8B7DD3CEC}"/>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pic>
        <p:nvPicPr>
          <p:cNvPr id="24" name="OTag" hidden="1">
            <a:extLst xmlns:a="http://schemas.openxmlformats.org/drawingml/2006/main">
              <a:ext uri="{FF2B5EF4-FFF2-40B4-BE49-F238E27FC236}">
                <a16:creationId xmlns:a16="http://schemas.microsoft.com/office/drawing/2014/main" id="{C6DEC672-92A6-45F1-B575-B972BFA226C7}"/>
              </a:ext>
            </a:extLst>
          </p:cNvPr>
          <p:cNvPicPr>
            <a:picLocks xmlns:a="http://schemas.openxmlformats.org/drawingml/2006/main" noChangeAspect="1"/>
          </p:cNvPicPr>
          <p:nvPr/>
        </p:nvPicPr>
        <p:blipFill>
          <a:blip xmlns:r="http://schemas.openxmlformats.org/officeDocument/2006/relationships" xmlns:a="http://schemas.openxmlformats.org/drawingml/2006/main" r:embed="Rf35f72babb80426d"/>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6" name="Freeform 25">
            <a:extLst xmlns:a="http://schemas.openxmlformats.org/drawingml/2006/main">
              <a:ext uri="{FF2B5EF4-FFF2-40B4-BE49-F238E27FC236}">
                <a16:creationId xmlns:a16="http://schemas.microsoft.com/office/drawing/2014/main" id="{2ECFE8BC-FBC3-206E-F574-E904CA38AAAE}"/>
              </a:ext>
            </a:extLst>
          </p:cNvPr>
          <p:cNvSpPr>
            <a:spLocks xmlns:a="http://schemas.openxmlformats.org/drawingml/2006/main" noGrp="1"/>
          </p:cNvSpPr>
          <p:nvPr/>
        </p:nvSpPr>
        <p:spPr>
          <a:xfrm xmlns:a="http://schemas.openxmlformats.org/drawingml/2006/main">
            <a:off x="11405616" y="6857748"/>
            <a:ext cx="393192" cy="253"/>
          </a:xfrm>
          <a:custGeom xmlns:a="http://schemas.openxmlformats.org/drawingml/2006/main">
            <a:gdLst>
              <a:gd name="connsiteX0" fmla="*/ 0 w 393192"/>
              <a:gd name="connsiteY0" fmla="*/ 0 h 253"/>
              <a:gd name="connsiteX1" fmla="*/ 393192 w 393192"/>
              <a:gd name="connsiteY1" fmla="*/ 0 h 253"/>
              <a:gd name="connsiteX2" fmla="*/ 393192 w 393192"/>
              <a:gd name="connsiteY2" fmla="*/ 253 h 253"/>
              <a:gd name="connsiteX3" fmla="*/ 0 w 393192"/>
              <a:gd name="connsiteY3" fmla="*/ 253 h 253"/>
              <a:gd name="connsiteX4" fmla="*/ 0 w 393192"/>
              <a:gd name="connsiteY4" fmla="*/ 0 h 253"/>
            </a:gdLst>
            <a:rect l="l" t="t" r="r" b="b"/>
            <a:pathLst>
              <a:path w="393192" h="253">
                <a:moveTo>
                  <a:pt x="0" y="0"/>
                </a:moveTo>
                <a:lnTo>
                  <a:pt x="393192" y="0"/>
                </a:lnTo>
                <a:lnTo>
                  <a:pt x="393192" y="253"/>
                </a:lnTo>
                <a:lnTo>
                  <a:pt x="0" y="253"/>
                </a:lnTo>
                <a:lnTo>
                  <a:pt x="0" y="0"/>
                </a:lnTo>
                <a:close/>
              </a:path>
            </a:pathLst>
          </a:cu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spTree>
  </p:cSld>
</p:sldLayout>
</file>

<file path=ppt/slideLayouts/slideLayout49.xml><?xml version="1.0" encoding="utf-8"?>
<p:sldLayout xmlns:p="http://schemas.openxmlformats.org/presentationml/2006/main" preserve="1" userDrawn="1">
  <p:cSld name="Multi Statement – Light">
    <p:bg>
      <p:bgPr>
        <a:solidFill xmlns:a="http://schemas.openxmlformats.org/drawingml/2006/main">
          <a:schemeClr val="bg2"/>
        </a:solidFill>
      </p:bgPr>
    </p:bg>
    <p:spTree>
      <p:nvGrpSpPr>
        <p:cNvPr id="1" name=""/>
        <p:cNvGrpSpPr/>
        <p:nvPr/>
      </p:nvGrpSpPr>
      <p:grpSpPr>
        <a:xfrm xmlns:a="http://schemas.openxmlformats.org/drawingml/2006/main"/>
      </p:grpSpPr>
      <p:pic>
        <p:nvPicPr>
          <p:cNvPr id="10" name="Graphic 9">
            <a:extLst xmlns:a="http://schemas.openxmlformats.org/drawingml/2006/main">
              <a:ext uri="{FF2B5EF4-FFF2-40B4-BE49-F238E27FC236}">
                <a16:creationId xmlns:a16="http://schemas.microsoft.com/office/drawing/2014/main" id="{E7B5CFDE-1F52-48EC-A6A4-F3AC126E3D9F}"/>
              </a:ext>
            </a:extLst>
          </p:cNvPr>
          <p:cNvPicPr>
            <a:picLocks xmlns:a="http://schemas.openxmlformats.org/drawingml/2006/main" noChangeAspect="1"/>
          </p:cNvPicPr>
          <p:nvPr/>
        </p:nvPicPr>
        <p:blipFill>
          <a:blip xmlns:r="http://schemas.openxmlformats.org/officeDocument/2006/relationships" xmlns:a="http://schemas.openxmlformats.org/drawingml/2006/main" r:embed="R376a68f153474aac">
            <a:extLst>
              <a:ext uri="{96DAC541-7B7A-43D3-8B79-37D633B846F1}">
                <asvg:svgBlip xmlns:asvg="http://schemas.microsoft.com/office/drawing/2016/SVG/main" r:embed="Re48544cedc3b4e84"/>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8" name="Date Placeholder 3">
            <a:extLst xmlns:a="http://schemas.openxmlformats.org/drawingml/2006/main">
              <a:ext uri="{FF2B5EF4-FFF2-40B4-BE49-F238E27FC236}">
                <a16:creationId xmlns:a16="http://schemas.microsoft.com/office/drawing/2014/main" id="{B215CC06-6A9B-37FA-76CA-2CC091DA6489}"/>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3" name="Slide Number Placeholder 5">
            <a:extLst xmlns:a="http://schemas.openxmlformats.org/drawingml/2006/main">
              <a:ext uri="{FF2B5EF4-FFF2-40B4-BE49-F238E27FC236}">
                <a16:creationId xmlns:a16="http://schemas.microsoft.com/office/drawing/2014/main" id="{4CB7A4E7-BA75-2474-D545-863B866F6A23}"/>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5C0E802C-9235-4781-9E8F-2C922A88134B}"/>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2" name="Text Placeholder 2">
            <a:extLst xmlns:a="http://schemas.openxmlformats.org/drawingml/2006/main">
              <a:ext uri="{FF2B5EF4-FFF2-40B4-BE49-F238E27FC236}">
                <a16:creationId xmlns:a16="http://schemas.microsoft.com/office/drawing/2014/main" id="{BC4944C4-BCA7-F523-CDDB-B2F7B43789BD}"/>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lvl="0">
              <a:buNone/>
            </a:pPr>
            <a:r>
              <a:t>Click to edit Headline</a:t>
            </a:r>
          </a:p>
        </p:txBody>
      </p:sp>
      <p:sp>
        <p:nvSpPr>
          <p:cNvPr id="7" name="Text Placeholder 4">
            <a:extLst xmlns:a="http://schemas.openxmlformats.org/drawingml/2006/main">
              <a:ext uri="{FF2B5EF4-FFF2-40B4-BE49-F238E27FC236}">
                <a16:creationId xmlns:a16="http://schemas.microsoft.com/office/drawing/2014/main" id="{D42F262B-FAC2-7DDF-70B7-0EBEADDA66A9}"/>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lvl="0">
              <a:buNone/>
            </a:pPr>
            <a:r>
              <a:t>Click to edit Headline</a:t>
            </a:r>
          </a:p>
        </p:txBody>
      </p:sp>
      <p:sp>
        <p:nvSpPr>
          <p:cNvPr id="9" name="Text Placeholder 7">
            <a:extLst xmlns:a="http://schemas.openxmlformats.org/drawingml/2006/main">
              <a:ext uri="{FF2B5EF4-FFF2-40B4-BE49-F238E27FC236}">
                <a16:creationId xmlns:a16="http://schemas.microsoft.com/office/drawing/2014/main" id="{90E686AD-7CAC-8695-D0AC-A474A9002ACB}"/>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lvl="0">
              <a:buNone/>
            </a:pPr>
            <a:r>
              <a:t>Click to edit Headline</a:t>
            </a:r>
          </a:p>
        </p:txBody>
      </p:sp>
    </p:spTree>
  </p:cSld>
</p:sldLayout>
</file>

<file path=ppt/slideLayouts/slideLayout50.xml><?xml version="1.0" encoding="utf-8"?>
<p:sldLayout xmlns:p="http://schemas.openxmlformats.org/presentationml/2006/main" preserve="1" userDrawn="1">
  <p:cSld name="Speaker_1">
    <p:bg>
      <p:bgRef idx="1001">
        <a:schemeClr xmlns:a="http://schemas.openxmlformats.org/drawingml/2006/main" val="bg2"/>
      </p:bgRef>
    </p:bg>
    <p:spTree>
      <p:nvGrpSpPr>
        <p:cNvPr id="1" name=""/>
        <p:cNvGrpSpPr/>
        <p:nvPr/>
      </p:nvGrpSpPr>
      <p:grpSpPr>
        <a:xfrm xmlns:a="http://schemas.openxmlformats.org/drawingml/2006/main"/>
      </p:grpSpPr>
      <p:pic>
        <p:nvPicPr>
          <p:cNvPr id="6" name="Graphic 5">
            <a:extLst xmlns:a="http://schemas.openxmlformats.org/drawingml/2006/main">
              <a:ext uri="{FF2B5EF4-FFF2-40B4-BE49-F238E27FC236}">
                <a16:creationId xmlns:a16="http://schemas.microsoft.com/office/drawing/2014/main" id="{C67FA069-7E92-45D1-8DB2-29BD01C4716A}"/>
              </a:ext>
            </a:extLst>
          </p:cNvPr>
          <p:cNvPicPr>
            <a:picLocks xmlns:a="http://schemas.openxmlformats.org/drawingml/2006/main" noChangeAspect="1"/>
          </p:cNvPicPr>
          <p:nvPr/>
        </p:nvPicPr>
        <p:blipFill>
          <a:blip xmlns:r="http://schemas.openxmlformats.org/officeDocument/2006/relationships" xmlns:a="http://schemas.openxmlformats.org/drawingml/2006/main" r:embed="R843d16005fc54e33">
            <a:extLst>
              <a:ext uri="{96DAC541-7B7A-43D3-8B79-37D633B846F1}">
                <asvg:svgBlip xmlns:asvg="http://schemas.microsoft.com/office/drawing/2016/SVG/main" r:embed="R9917f0d4bd524b72"/>
              </a:ext>
            </a:extLst>
          </a:blip>
          <a:srcRect xmlns:a="http://schemas.openxmlformats.org/drawingml/2006/main" l="42612" t="12210" r="14437" b="12837"/>
          <a:stretch xmlns:a="http://schemas.openxmlformats.org/drawingml/2006/main"/>
        </p:blipFill>
        <p:spPr>
          <a:xfrm xmlns:a="http://schemas.openxmlformats.org/drawingml/2006/main">
            <a:off x="6307189" y="868568"/>
            <a:ext cx="4093374" cy="410347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5F8DD237-1E40-4383-9C51-545B9C5DD604}"/>
              </a:ext>
            </a:extLst>
          </p:cNvPr>
          <p:cNvSpPr>
            <a:spLocks xmlns:a="http://schemas.openxmlformats.org/drawingml/2006/main" noGrp="1"/>
          </p:cNvSpPr>
          <p:nvPr>
            <p:ph type="title" idx="0" hasCustomPrompt="1"/>
          </p:nvPr>
        </p:nvSpPr>
        <p:spPr>
          <a:xfrm xmlns:a="http://schemas.openxmlformats.org/drawingml/2006/main">
            <a:off x="762000" y="1600200"/>
            <a:ext cx="3697357" cy="1320103"/>
          </a:xfrm>
        </p:spPr>
        <p:txBody>
          <a:bodyPr xmlns:a="http://schemas.openxmlformats.org/drawingml/2006/main" vert="horz" wrap="square" lIns="0" tIns="0" rIns="0" bIns="0" anchor="b">
            <a:normAutofit/>
          </a:bodyPr>
          <a:lstStyle xmlns:a="http://schemas.openxmlformats.org/drawingml/2006/main">
            <a:lvl1pPr>
              <a:buNone/>
              <a:defRPr sz="3200" b="1" i="0">
                <a:latin typeface="Oracle Sans Tab"/>
                <a:ea typeface="Oracle Sans Tab"/>
                <a:cs typeface="Oracle Sans Tab"/>
              </a:defRPr>
            </a:lvl1pPr>
          </a:lstStyle>
          <a:p xmlns:a="http://schemas.openxmlformats.org/drawingml/2006/main">
            <a:pPr marL="0" lvl="0">
              <a:lnSpc>
                <a:spcPct val="100000"/>
              </a:lnSpc>
              <a:buNone/>
            </a:pPr>
            <a:r>
              <a:t>Speaker</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730914" y="1325903"/>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730914" y="4847342"/>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730914" y="5211447"/>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3" name="Slide Number Placeholder 7">
            <a:extLst xmlns:a="http://schemas.openxmlformats.org/drawingml/2006/main">
              <a:ext uri="{FF2B5EF4-FFF2-40B4-BE49-F238E27FC236}">
                <a16:creationId xmlns:a16="http://schemas.microsoft.com/office/drawing/2014/main" id="{372A12C9-976F-C50B-EE5B-FC3F2A92A432}"/>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4" name="Footer Placeholder 6">
            <a:extLst xmlns:a="http://schemas.openxmlformats.org/drawingml/2006/main">
              <a:ext uri="{FF2B5EF4-FFF2-40B4-BE49-F238E27FC236}">
                <a16:creationId xmlns:a16="http://schemas.microsoft.com/office/drawing/2014/main" id="{6D5DD198-A04A-6BCB-84FC-559437A1F042}"/>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9D89F2E8-180E-4047-0986-0F230D404FF7}"/>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51.xml><?xml version="1.0" encoding="utf-8"?>
<p:sldLayout xmlns:p="http://schemas.openxmlformats.org/presentationml/2006/main" preserve="1" userDrawn="1">
  <p:cSld name="Speaker_1-Profile">
    <p:bg>
      <p:bgPr>
        <a:solidFill xmlns:a="http://schemas.openxmlformats.org/drawingml/2006/main">
          <a:schemeClr val="bg2"/>
        </a:solidFill>
      </p:bgPr>
    </p:bg>
    <p:spTree>
      <p:nvGrpSpPr>
        <p:cNvPr id="1" name=""/>
        <p:cNvGrpSpPr/>
        <p:nvPr/>
      </p:nvGrpSpPr>
      <p:grpSpPr>
        <a:xfrm xmlns:a="http://schemas.openxmlformats.org/drawingml/2006/main"/>
      </p:grpSpPr>
      <p:pic>
        <p:nvPicPr>
          <p:cNvPr id="7" name="Graphic 6">
            <a:extLst xmlns:a="http://schemas.openxmlformats.org/drawingml/2006/main">
              <a:ext uri="{FF2B5EF4-FFF2-40B4-BE49-F238E27FC236}">
                <a16:creationId xmlns:a16="http://schemas.microsoft.com/office/drawing/2014/main" id="{932C9F95-0B2D-496D-879E-477EE66DE7C7}"/>
              </a:ext>
            </a:extLst>
          </p:cNvPr>
          <p:cNvPicPr>
            <a:picLocks xmlns:a="http://schemas.openxmlformats.org/drawingml/2006/main" noChangeAspect="1"/>
          </p:cNvPicPr>
          <p:nvPr/>
        </p:nvPicPr>
        <p:blipFill>
          <a:blip xmlns:r="http://schemas.openxmlformats.org/officeDocument/2006/relationships" xmlns:a="http://schemas.openxmlformats.org/drawingml/2006/main" r:embed="Rfb58f07fedc3497c">
            <a:extLst>
              <a:ext uri="{96DAC541-7B7A-43D3-8B79-37D633B846F1}">
                <asvg:svgBlip xmlns:asvg="http://schemas.microsoft.com/office/drawing/2016/SVG/main" r:embed="R1ac9de6557e048d7"/>
              </a:ext>
            </a:extLst>
          </a:blip>
          <a:srcRect xmlns:a="http://schemas.openxmlformats.org/drawingml/2006/main" l="42612" t="12210" r="14437" b="12837"/>
          <a:stretch xmlns:a="http://schemas.openxmlformats.org/drawingml/2006/main"/>
        </p:blipFill>
        <p:spPr>
          <a:xfrm xmlns:a="http://schemas.openxmlformats.org/drawingml/2006/main">
            <a:off x="456701" y="1247933"/>
            <a:ext cx="3908153" cy="3917792"/>
          </a:xfrm>
          <a:prstGeom xmlns:a="http://schemas.openxmlformats.org/drawingml/2006/main" prst="rect">
            <a:avLst/>
          </a:prstGeom>
        </p:spPr>
      </p:pic>
      <p:sp>
        <p:nvSpPr>
          <p:cNvPr id="3" name="Title 3">
            <a:extLst xmlns:a="http://schemas.openxmlformats.org/drawingml/2006/main">
              <a:ext uri="{FF2B5EF4-FFF2-40B4-BE49-F238E27FC236}">
                <a16:creationId xmlns:a16="http://schemas.microsoft.com/office/drawing/2014/main" id="{7B692C7B-23D2-F815-AA7B-2A7E53056DF4}"/>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97039" y="1583270"/>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92538" y="5135879"/>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92538" y="5499984"/>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5" name="Content Placeholder 4">
            <a:extLst xmlns:a="http://schemas.openxmlformats.org/drawingml/2006/main">
              <a:ext uri="{FF2B5EF4-FFF2-40B4-BE49-F238E27FC236}">
                <a16:creationId xmlns:a16="http://schemas.microsoft.com/office/drawing/2014/main" id="{746E9417-F0B6-6477-88CA-D06650D0745B}"/>
              </a:ext>
            </a:extLst>
          </p:cNvPr>
          <p:cNvSpPr>
            <a:spLocks xmlns:a="http://schemas.openxmlformats.org/drawingml/2006/main" noGrp="1"/>
          </p:cNvSpPr>
          <p:nvPr>
            <p:ph idx="16"/>
          </p:nvPr>
        </p:nvSpPr>
        <p:spPr>
          <a:xfrm xmlns:a="http://schemas.openxmlformats.org/drawingml/2006/main">
            <a:off x="4541838" y="2514610"/>
            <a:ext cx="6907212" cy="2651115"/>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2" name="Slide Number Placeholder 7">
            <a:extLst xmlns:a="http://schemas.openxmlformats.org/drawingml/2006/main">
              <a:ext uri="{FF2B5EF4-FFF2-40B4-BE49-F238E27FC236}">
                <a16:creationId xmlns:a16="http://schemas.microsoft.com/office/drawing/2014/main" id="{726CED8E-3269-CBEE-AC17-550ECD6FB69A}"/>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4" name="Footer Placeholder 6">
            <a:extLst xmlns:a="http://schemas.openxmlformats.org/drawingml/2006/main">
              <a:ext uri="{FF2B5EF4-FFF2-40B4-BE49-F238E27FC236}">
                <a16:creationId xmlns:a16="http://schemas.microsoft.com/office/drawing/2014/main" id="{31110449-8712-D872-C8D5-93B229DFBFDE}"/>
              </a:ext>
            </a:extLst>
          </p:cNvPr>
          <p:cNvSpPr>
            <a:spLocks xmlns:a="http://schemas.openxmlformats.org/drawingml/2006/main" noGrp="1"/>
          </p:cNvSpPr>
          <p:nvPr>
            <p:ph type="ftr" idx="18"/>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6" name="Date Placeholder 4">
            <a:extLst xmlns:a="http://schemas.openxmlformats.org/drawingml/2006/main">
              <a:ext uri="{FF2B5EF4-FFF2-40B4-BE49-F238E27FC236}">
                <a16:creationId xmlns:a16="http://schemas.microsoft.com/office/drawing/2014/main" id="{EF4EF84C-2C31-7D08-88D6-853E01865AA5}"/>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52.xml><?xml version="1.0" encoding="utf-8"?>
<p:sldLayout xmlns:p="http://schemas.openxmlformats.org/presentationml/2006/main" preserve="1" userDrawn="1">
  <p:cSld name="Speaker_2">
    <p:bg>
      <p:bgPr>
        <a:solidFill xmlns:a="http://schemas.openxmlformats.org/drawingml/2006/main">
          <a:schemeClr val="bg2"/>
        </a:solidFill>
      </p:bgPr>
    </p:bg>
    <p:spTree>
      <p:nvGrpSpPr>
        <p:cNvPr id="1" name=""/>
        <p:cNvGrpSpPr/>
        <p:nvPr/>
      </p:nvGrpSpPr>
      <p:grpSpPr>
        <a:xfrm xmlns:a="http://schemas.openxmlformats.org/drawingml/2006/main"/>
      </p:grpSpPr>
      <p:pic>
        <p:nvPicPr>
          <p:cNvPr id="8" name="Graphic 7">
            <a:extLst xmlns:a="http://schemas.openxmlformats.org/drawingml/2006/main">
              <a:ext uri="{FF2B5EF4-FFF2-40B4-BE49-F238E27FC236}">
                <a16:creationId xmlns:a16="http://schemas.microsoft.com/office/drawing/2014/main" id="{F7892062-B67A-49B9-BE8E-DFF4A442A553}"/>
              </a:ext>
            </a:extLst>
          </p:cNvPr>
          <p:cNvPicPr>
            <a:picLocks xmlns:a="http://schemas.openxmlformats.org/drawingml/2006/main" noChangeAspect="1"/>
          </p:cNvPicPr>
          <p:nvPr/>
        </p:nvPicPr>
        <p:blipFill>
          <a:blip xmlns:r="http://schemas.openxmlformats.org/officeDocument/2006/relationships" xmlns:a="http://schemas.openxmlformats.org/drawingml/2006/main" r:embed="R00ba2f03a9cf4497">
            <a:extLst>
              <a:ext uri="{96DAC541-7B7A-43D3-8B79-37D633B846F1}">
                <asvg:svgBlip xmlns:asvg="http://schemas.microsoft.com/office/drawing/2016/SVG/main" r:embed="Raeea4a1f4208438a"/>
              </a:ext>
            </a:extLst>
          </a:blip>
          <a:srcRect xmlns:a="http://schemas.openxmlformats.org/drawingml/2006/main" l="42612" t="12210" r="14437" b="12837"/>
          <a:stretch xmlns:a="http://schemas.openxmlformats.org/drawingml/2006/main"/>
        </p:blipFill>
        <p:spPr>
          <a:xfrm xmlns:a="http://schemas.openxmlformats.org/drawingml/2006/main">
            <a:off x="7734150" y="1182539"/>
            <a:ext cx="3567993" cy="3576793"/>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1D55E47-4DBE-46C5-AA1D-6AC25D117460}"/>
              </a:ext>
            </a:extLst>
          </p:cNvPr>
          <p:cNvSpPr>
            <a:spLocks xmlns:a="http://schemas.openxmlformats.org/drawingml/2006/main" noGrp="1"/>
          </p:cNvSpPr>
          <p:nvPr>
            <p:ph type="title" idx="0" hasCustomPrompt="1"/>
          </p:nvPr>
        </p:nvSpPr>
        <p:spPr>
          <a:xfrm xmlns:a="http://schemas.openxmlformats.org/drawingml/2006/main">
            <a:off x="762000" y="1600200"/>
            <a:ext cx="2560320" cy="1320103"/>
          </a:xfrm>
        </p:spPr>
        <p:txBody>
          <a:bodyPr xmlns:a="http://schemas.openxmlformats.org/drawingml/2006/main" vert="horz" wrap="square" lIns="0" tIns="0" rIns="0" bIns="0" anchor="b">
            <a:normAutofit/>
          </a:bodyPr>
          <a:lstStyle xmlns:a="http://schemas.openxmlformats.org/drawingml/2006/main">
            <a:lvl1pPr marL="0" algn="l" defTabSz="914400">
              <a:lnSpc>
                <a:spcPct val="100000"/>
              </a:lnSpc>
              <a:spcBef>
                <a:spcPct val="0"/>
              </a:spcBef>
              <a:buNone/>
              <a:defRPr sz="3200" b="1" i="0" kern="1200" baseline="0">
                <a:solidFill>
                  <a:schemeClr val="tx1"/>
                </a:solidFill>
                <a:latin typeface="Oracle Sans Tab"/>
                <a:ea typeface="Oracle Sans Tab"/>
                <a:cs typeface="Oracle Sans Tab"/>
              </a:defRPr>
            </a:lvl1pPr>
          </a:lstStyle>
          <a:p xmlns:a="http://schemas.openxmlformats.org/drawingml/2006/main">
            <a:pPr marL="0" lv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4446925" y="1548702"/>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4166157"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4166157"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7" name="Picture Placeholder 4">
            <a:extLst xmlns:a="http://schemas.openxmlformats.org/drawingml/2006/main">
              <a:ext uri="{FF2B5EF4-FFF2-40B4-BE49-F238E27FC236}">
                <a16:creationId xmlns:a16="http://schemas.microsoft.com/office/drawing/2014/main" id="{AD80FD35-1640-4598-BFDA-3E05A9FCEBBE}"/>
              </a:ext>
            </a:extLst>
          </p:cNvPr>
          <p:cNvSpPr>
            <a:spLocks xmlns:a="http://schemas.openxmlformats.org/drawingml/2006/main" noGrp="1"/>
          </p:cNvSpPr>
          <p:nvPr>
            <p:ph type="pic" idx="19"/>
          </p:nvPr>
        </p:nvSpPr>
        <p:spPr>
          <a:xfrm xmlns:a="http://schemas.openxmlformats.org/drawingml/2006/main">
            <a:off x="8157472" y="1599336"/>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21" name="Text Placeholder 33">
            <a:extLst xmlns:a="http://schemas.openxmlformats.org/drawingml/2006/main">
              <a:ext uri="{FF2B5EF4-FFF2-40B4-BE49-F238E27FC236}">
                <a16:creationId xmlns:a16="http://schemas.microsoft.com/office/drawing/2014/main" id="{AF0CFD6E-C443-4D08-B5C0-973C8F72617B}"/>
              </a:ext>
            </a:extLst>
          </p:cNvPr>
          <p:cNvSpPr>
            <a:spLocks xmlns:a="http://schemas.openxmlformats.org/drawingml/2006/main" noGrp="1"/>
          </p:cNvSpPr>
          <p:nvPr>
            <p:ph type="body" idx="20" hasCustomPrompt="1"/>
          </p:nvPr>
        </p:nvSpPr>
        <p:spPr>
          <a:xfrm xmlns:a="http://schemas.openxmlformats.org/drawingml/2006/main">
            <a:off x="7915156"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25" name="Text Placeholder 33">
            <a:extLst xmlns:a="http://schemas.openxmlformats.org/drawingml/2006/main">
              <a:ext uri="{FF2B5EF4-FFF2-40B4-BE49-F238E27FC236}">
                <a16:creationId xmlns:a16="http://schemas.microsoft.com/office/drawing/2014/main" id="{F3C3D640-B9ED-4162-9C4F-0F9F774E639B}"/>
              </a:ext>
            </a:extLst>
          </p:cNvPr>
          <p:cNvSpPr>
            <a:spLocks xmlns:a="http://schemas.openxmlformats.org/drawingml/2006/main" noGrp="1"/>
          </p:cNvSpPr>
          <p:nvPr>
            <p:ph type="body" idx="21" hasCustomPrompt="1"/>
          </p:nvPr>
        </p:nvSpPr>
        <p:spPr>
          <a:xfrm xmlns:a="http://schemas.openxmlformats.org/drawingml/2006/main">
            <a:off x="7915156"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3" name="Slide Number Placeholder 7">
            <a:extLst xmlns:a="http://schemas.openxmlformats.org/drawingml/2006/main">
              <a:ext uri="{FF2B5EF4-FFF2-40B4-BE49-F238E27FC236}">
                <a16:creationId xmlns:a16="http://schemas.microsoft.com/office/drawing/2014/main" id="{90537780-8302-81C2-C045-4F2DEDF594EF}"/>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fld id="{345D60D9-5372-5F40-9443-0F9AE5BDC3C8}" type="slidenum">
              <a:t>‹#›</a:t>
            </a:fld>
            <a:endParaRPr/>
          </a:p>
        </p:txBody>
      </p:sp>
      <p:sp>
        <p:nvSpPr>
          <p:cNvPr id="4" name="Footer Placeholder 6">
            <a:extLst xmlns:a="http://schemas.openxmlformats.org/drawingml/2006/main">
              <a:ext uri="{FF2B5EF4-FFF2-40B4-BE49-F238E27FC236}">
                <a16:creationId xmlns:a16="http://schemas.microsoft.com/office/drawing/2014/main" id="{A92B0D41-4168-EC0C-ADF5-AC9E34B1653B}"/>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D753EE4A-4B0D-E70D-3900-1851E13A291D}"/>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[Date]</a:t>
            </a:r>
            <a:endParaRPr/>
          </a:p>
        </p:txBody>
      </p:sp>
      <p:pic>
        <p:nvPicPr>
          <p:cNvPr id="6" name="Graphic 5">
            <a:extLst xmlns:a="http://schemas.openxmlformats.org/drawingml/2006/main">
              <a:ext uri="{FF2B5EF4-FFF2-40B4-BE49-F238E27FC236}">
                <a16:creationId xmlns:a16="http://schemas.microsoft.com/office/drawing/2014/main" id="{8E191766-C439-4A28-86AE-3B13C5D8C48A}"/>
              </a:ext>
            </a:extLst>
          </p:cNvPr>
          <p:cNvPicPr>
            <a:picLocks xmlns:a="http://schemas.openxmlformats.org/drawingml/2006/main" noChangeAspect="1"/>
          </p:cNvPicPr>
          <p:nvPr/>
        </p:nvPicPr>
        <p:blipFill>
          <a:blip xmlns:r="http://schemas.openxmlformats.org/officeDocument/2006/relationships" xmlns:a="http://schemas.openxmlformats.org/drawingml/2006/main" r:embed="R00ba2f03a9cf4497">
            <a:extLst>
              <a:ext uri="{96DAC541-7B7A-43D3-8B79-37D633B846F1}">
                <asvg:svgBlip xmlns:asvg="http://schemas.microsoft.com/office/drawing/2016/SVG/main" r:embed="Raeea4a1f4208438a"/>
              </a:ext>
            </a:extLst>
          </a:blip>
          <a:srcRect xmlns:a="http://schemas.openxmlformats.org/drawingml/2006/main" l="42612" t="12210" r="14437" b="12837"/>
          <a:stretch xmlns:a="http://schemas.openxmlformats.org/drawingml/2006/main"/>
        </p:blipFill>
        <p:spPr>
          <a:xfrm xmlns:a="http://schemas.openxmlformats.org/drawingml/2006/main">
            <a:off x="4034529" y="1131906"/>
            <a:ext cx="3567993" cy="3576793"/>
          </a:xfrm>
          <a:prstGeom xmlns:a="http://schemas.openxmlformats.org/drawingml/2006/main" prst="rect">
            <a:avLst/>
          </a:prstGeom>
        </p:spPr>
      </p:pic>
    </p:spTree>
  </p:cSld>
</p:sldLayout>
</file>

<file path=ppt/slideLayouts/slideLayout53.xml><?xml version="1.0" encoding="utf-8"?>
<p:sldLayout xmlns:p="http://schemas.openxmlformats.org/presentationml/2006/main" preserve="1" userDrawn="1">
  <p:cSld name="Speaker_3">
    <p:bg>
      <p:bgPr>
        <a:solidFill xmlns:a="http://schemas.openxmlformats.org/drawingml/2006/main">
          <a:schemeClr val="bg2"/>
        </a:solidFill>
      </p:bgPr>
    </p:bg>
    <p:spTree>
      <p:nvGrpSpPr>
        <p:cNvPr id="1" name=""/>
        <p:cNvGrpSpPr/>
        <p:nvPr/>
      </p:nvGrpSpPr>
      <p:grpSpPr>
        <a:xfrm xmlns:a="http://schemas.openxmlformats.org/drawingml/2006/main"/>
      </p:grpSpPr>
      <p:sp>
        <p:nvSpPr>
          <p:cNvPr id="32" name="Title 1">
            <a:extLst xmlns:a="http://schemas.openxmlformats.org/drawingml/2006/main">
              <a:ext uri="{FF2B5EF4-FFF2-40B4-BE49-F238E27FC236}">
                <a16:creationId xmlns:a16="http://schemas.microsoft.com/office/drawing/2014/main" id="{F61107A6-7831-4EC7-8264-2809B94682DD}"/>
              </a:ext>
            </a:extLst>
          </p:cNvPr>
          <p:cNvSpPr>
            <a:spLocks xmlns:a="http://schemas.openxmlformats.org/drawingml/2006/main" noGrp="1"/>
          </p:cNvSpPr>
          <p:nvPr>
            <p:ph type="title" idx="0" hasCustomPrompt="1"/>
          </p:nvPr>
        </p:nvSpPr>
        <p:spPr>
          <a:xfrm xmlns:a="http://schemas.openxmlformats.org/drawingml/2006/main">
            <a:off x="762000" y="1600200"/>
            <a:ext cx="3200400" cy="1320103"/>
          </a:xfrm>
        </p:spPr>
        <p:txBody>
          <a:bodyPr xmlns:a="http://schemas.openxmlformats.org/drawingml/2006/main" vert="horz" wrap="square" lIns="0" tIns="0" rIns="0" bIns="0" anchor="b">
            <a:normAutofit/>
          </a:bodyPr>
          <a:lstStyle xmlns:a="http://schemas.openxmlformats.org/drawingml/2006/main">
            <a:lvl1pPr marL="0" algn="l" defTabSz="914400">
              <a:lnSpc>
                <a:spcPct val="100000"/>
              </a:lnSpc>
              <a:spcBef>
                <a:spcPct val="0"/>
              </a:spcBef>
              <a:buNone/>
              <a:defRPr sz="3200" b="1" i="0" kern="1200" baseline="0">
                <a:solidFill>
                  <a:schemeClr val="tx1"/>
                </a:solidFill>
                <a:latin typeface="Oracle Sans Tab"/>
                <a:ea typeface="Oracle Sans Tab"/>
                <a:cs typeface="Oracle Sans Tab"/>
              </a:defRPr>
            </a:lvl1pPr>
          </a:lstStyle>
          <a:p xmlns:a="http://schemas.openxmlformats.org/drawingml/2006/main">
            <a:pPr marL="0" lv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832060" y="502952"/>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653752" y="2682622"/>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653752" y="3011421"/>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FDC25F51-F732-4DED-B41F-218C4B09A992}"/>
              </a:ext>
            </a:extLst>
          </p:cNvPr>
          <p:cNvSpPr>
            <a:spLocks xmlns:a="http://schemas.openxmlformats.org/drawingml/2006/main" noGrp="1"/>
          </p:cNvSpPr>
          <p:nvPr>
            <p:ph type="pic" idx="28"/>
          </p:nvPr>
        </p:nvSpPr>
        <p:spPr>
          <a:xfrm xmlns:a="http://schemas.openxmlformats.org/drawingml/2006/main">
            <a:off x="4463764"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3" name="Text Placeholder 33">
            <a:extLst xmlns:a="http://schemas.openxmlformats.org/drawingml/2006/main">
              <a:ext uri="{FF2B5EF4-FFF2-40B4-BE49-F238E27FC236}">
                <a16:creationId xmlns:a16="http://schemas.microsoft.com/office/drawing/2014/main" id="{D1B52A4B-0972-4F91-92C6-8090BEF5CCCB}"/>
              </a:ext>
            </a:extLst>
          </p:cNvPr>
          <p:cNvSpPr>
            <a:spLocks xmlns:a="http://schemas.openxmlformats.org/drawingml/2006/main" noGrp="1"/>
          </p:cNvSpPr>
          <p:nvPr>
            <p:ph type="body" idx="29" hasCustomPrompt="1"/>
          </p:nvPr>
        </p:nvSpPr>
        <p:spPr>
          <a:xfrm xmlns:a="http://schemas.openxmlformats.org/drawingml/2006/main">
            <a:off x="4285456" y="502118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4" name="Text Placeholder 33">
            <a:extLst xmlns:a="http://schemas.openxmlformats.org/drawingml/2006/main">
              <a:ext uri="{FF2B5EF4-FFF2-40B4-BE49-F238E27FC236}">
                <a16:creationId xmlns:a16="http://schemas.microsoft.com/office/drawing/2014/main" id="{D6D713D8-07E2-4DC7-808A-1A9CD0EBCC6B}"/>
              </a:ext>
            </a:extLst>
          </p:cNvPr>
          <p:cNvSpPr>
            <a:spLocks xmlns:a="http://schemas.openxmlformats.org/drawingml/2006/main" noGrp="1"/>
          </p:cNvSpPr>
          <p:nvPr>
            <p:ph type="body" idx="30" hasCustomPrompt="1"/>
          </p:nvPr>
        </p:nvSpPr>
        <p:spPr>
          <a:xfrm xmlns:a="http://schemas.openxmlformats.org/drawingml/2006/main">
            <a:off x="4285456" y="534998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35" name="Picture Placeholder 4">
            <a:extLst xmlns:a="http://schemas.openxmlformats.org/drawingml/2006/main">
              <a:ext uri="{FF2B5EF4-FFF2-40B4-BE49-F238E27FC236}">
                <a16:creationId xmlns:a16="http://schemas.microsoft.com/office/drawing/2014/main" id="{D54CB0FE-E711-41BE-AE1E-539BC7B7761E}"/>
              </a:ext>
            </a:extLst>
          </p:cNvPr>
          <p:cNvSpPr>
            <a:spLocks xmlns:a="http://schemas.openxmlformats.org/drawingml/2006/main" noGrp="1"/>
          </p:cNvSpPr>
          <p:nvPr>
            <p:ph type="pic" idx="31"/>
          </p:nvPr>
        </p:nvSpPr>
        <p:spPr>
          <a:xfrm xmlns:a="http://schemas.openxmlformats.org/drawingml/2006/main">
            <a:off x="9593466"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6" name="Text Placeholder 33">
            <a:extLst xmlns:a="http://schemas.openxmlformats.org/drawingml/2006/main">
              <a:ext uri="{FF2B5EF4-FFF2-40B4-BE49-F238E27FC236}">
                <a16:creationId xmlns:a16="http://schemas.microsoft.com/office/drawing/2014/main" id="{C9D94F0F-A124-427C-8B51-4EA7A2DA41ED}"/>
              </a:ext>
            </a:extLst>
          </p:cNvPr>
          <p:cNvSpPr>
            <a:spLocks xmlns:a="http://schemas.openxmlformats.org/drawingml/2006/main" noGrp="1"/>
          </p:cNvSpPr>
          <p:nvPr>
            <p:ph type="body" idx="32" hasCustomPrompt="1"/>
          </p:nvPr>
        </p:nvSpPr>
        <p:spPr>
          <a:xfrm xmlns:a="http://schemas.openxmlformats.org/drawingml/2006/main">
            <a:off x="9415158" y="501840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9" name="Text Placeholder 33">
            <a:extLst xmlns:a="http://schemas.openxmlformats.org/drawingml/2006/main">
              <a:ext uri="{FF2B5EF4-FFF2-40B4-BE49-F238E27FC236}">
                <a16:creationId xmlns:a16="http://schemas.microsoft.com/office/drawing/2014/main" id="{D51FC9E3-DCC2-4D0A-80C8-4CB3924EC6CD}"/>
              </a:ext>
            </a:extLst>
          </p:cNvPr>
          <p:cNvSpPr>
            <a:spLocks xmlns:a="http://schemas.openxmlformats.org/drawingml/2006/main" noGrp="1"/>
          </p:cNvSpPr>
          <p:nvPr>
            <p:ph type="body" idx="33" hasCustomPrompt="1"/>
          </p:nvPr>
        </p:nvSpPr>
        <p:spPr>
          <a:xfrm xmlns:a="http://schemas.openxmlformats.org/drawingml/2006/main">
            <a:off x="9415158" y="534720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2" name="Slide Number Placeholder 7">
            <a:extLst xmlns:a="http://schemas.openxmlformats.org/drawingml/2006/main">
              <a:ext uri="{FF2B5EF4-FFF2-40B4-BE49-F238E27FC236}">
                <a16:creationId xmlns:a16="http://schemas.microsoft.com/office/drawing/2014/main" id="{9551C7D5-93CF-BA74-CCF0-4136B0743763}"/>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3" name="Footer Placeholder 6">
            <a:extLst xmlns:a="http://schemas.openxmlformats.org/drawingml/2006/main">
              <a:ext uri="{FF2B5EF4-FFF2-40B4-BE49-F238E27FC236}">
                <a16:creationId xmlns:a16="http://schemas.microsoft.com/office/drawing/2014/main" id="{5C84E735-4FBC-11F2-537D-944E6BCA9E45}"/>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4" name="Date Placeholder 4">
            <a:extLst xmlns:a="http://schemas.openxmlformats.org/drawingml/2006/main">
              <a:ext uri="{FF2B5EF4-FFF2-40B4-BE49-F238E27FC236}">
                <a16:creationId xmlns:a16="http://schemas.microsoft.com/office/drawing/2014/main" id="{C254BE3A-04D0-D60F-3E47-CF743F973705}"/>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54.xml><?xml version="1.0" encoding="utf-8"?>
<p:sldLayout xmlns:p="http://schemas.openxmlformats.org/presentationml/2006/main" preserve="1" userDrawn="1">
  <p:cSld name="Speaker_4">
    <p:bg>
      <p:bgPr>
        <a:solidFill xmlns:a="http://schemas.openxmlformats.org/drawingml/2006/main">
          <a:schemeClr val="bg2"/>
        </a:solidFill>
      </p:bgPr>
    </p:bg>
    <p:spTree>
      <p:nvGrpSpPr>
        <p:cNvPr id="1" name=""/>
        <p:cNvGrpSpPr/>
        <p:nvPr/>
      </p:nvGrpSpPr>
      <p:grpSpPr>
        <a:xfrm xmlns:a="http://schemas.openxmlformats.org/drawingml/2006/main"/>
      </p:grpSpPr>
      <p:sp>
        <p:nvSpPr>
          <p:cNvPr id="36" name="Title 1">
            <a:extLst xmlns:a="http://schemas.openxmlformats.org/drawingml/2006/main">
              <a:ext uri="{FF2B5EF4-FFF2-40B4-BE49-F238E27FC236}">
                <a16:creationId xmlns:a16="http://schemas.microsoft.com/office/drawing/2014/main" id="{AD59539A-0265-4CF1-A242-1D32DF1299D9}"/>
              </a:ext>
            </a:extLst>
          </p:cNvPr>
          <p:cNvSpPr>
            <a:spLocks xmlns:a="http://schemas.openxmlformats.org/drawingml/2006/main" noGrp="1"/>
          </p:cNvSpPr>
          <p:nvPr>
            <p:ph type="title" idx="0" hasCustomPrompt="1"/>
          </p:nvPr>
        </p:nvSpPr>
        <p:spPr>
          <a:xfrm xmlns:a="http://schemas.openxmlformats.org/drawingml/2006/main">
            <a:off x="761998" y="1600200"/>
            <a:ext cx="3474720" cy="1320103"/>
          </a:xfrm>
        </p:spPr>
        <p:txBody>
          <a:bodyPr xmlns:a="http://schemas.openxmlformats.org/drawingml/2006/main" vert="horz" wrap="square" lIns="0" tIns="0" rIns="0" bIns="0" anchor="b">
            <a:normAutofit/>
          </a:bodyPr>
          <a:lstStyle xmlns:a="http://schemas.openxmlformats.org/drawingml/2006/main">
            <a:lvl1pPr marL="0" algn="l" defTabSz="914400">
              <a:lnSpc>
                <a:spcPct val="100000"/>
              </a:lnSpc>
              <a:spcBef>
                <a:spcPct val="0"/>
              </a:spcBef>
              <a:buNone/>
              <a:defRPr sz="3200" b="1" i="0" kern="1200" baseline="0">
                <a:solidFill>
                  <a:schemeClr val="tx1"/>
                </a:solidFill>
                <a:latin typeface="Oracle Sans Tab"/>
                <a:ea typeface="Oracle Sans Tab"/>
                <a:cs typeface="Oracle Sans Tab"/>
              </a:defRPr>
            </a:lvl1pPr>
          </a:lstStyle>
          <a:p xmlns:a="http://schemas.openxmlformats.org/drawingml/2006/main">
            <a:pPr marL="0" lv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28574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10225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10225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50" name="Picture Placeholder 4">
            <a:extLst xmlns:a="http://schemas.openxmlformats.org/drawingml/2006/main">
              <a:ext uri="{FF2B5EF4-FFF2-40B4-BE49-F238E27FC236}">
                <a16:creationId xmlns:a16="http://schemas.microsoft.com/office/drawing/2014/main" id="{13E21815-6A02-4A6A-80C9-0617BE9066A4}"/>
              </a:ext>
            </a:extLst>
          </p:cNvPr>
          <p:cNvSpPr>
            <a:spLocks xmlns:a="http://schemas.openxmlformats.org/drawingml/2006/main" noGrp="1"/>
          </p:cNvSpPr>
          <p:nvPr>
            <p:ph type="pic" idx="16"/>
          </p:nvPr>
        </p:nvSpPr>
        <p:spPr>
          <a:xfrm xmlns:a="http://schemas.openxmlformats.org/drawingml/2006/main">
            <a:off x="909682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22" name="Text Placeholder 33">
            <a:extLst xmlns:a="http://schemas.openxmlformats.org/drawingml/2006/main">
              <a:ext uri="{FF2B5EF4-FFF2-40B4-BE49-F238E27FC236}">
                <a16:creationId xmlns:a16="http://schemas.microsoft.com/office/drawing/2014/main" id="{B1E285A0-A2E7-DE49-A7D9-B15F13096B4D}"/>
              </a:ext>
            </a:extLst>
          </p:cNvPr>
          <p:cNvSpPr>
            <a:spLocks xmlns:a="http://schemas.openxmlformats.org/drawingml/2006/main" noGrp="1"/>
          </p:cNvSpPr>
          <p:nvPr>
            <p:ph type="body" idx="23" hasCustomPrompt="1"/>
          </p:nvPr>
        </p:nvSpPr>
        <p:spPr>
          <a:xfrm xmlns:a="http://schemas.openxmlformats.org/drawingml/2006/main">
            <a:off x="891333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23" name="Text Placeholder 33">
            <a:extLst xmlns:a="http://schemas.openxmlformats.org/drawingml/2006/main">
              <a:ext uri="{FF2B5EF4-FFF2-40B4-BE49-F238E27FC236}">
                <a16:creationId xmlns:a16="http://schemas.microsoft.com/office/drawing/2014/main" id="{824EDADA-2643-C24E-A532-5AF7FDEFBB0A}"/>
              </a:ext>
            </a:extLst>
          </p:cNvPr>
          <p:cNvSpPr>
            <a:spLocks xmlns:a="http://schemas.openxmlformats.org/drawingml/2006/main" noGrp="1"/>
          </p:cNvSpPr>
          <p:nvPr>
            <p:ph type="body" idx="24" hasCustomPrompt="1"/>
          </p:nvPr>
        </p:nvSpPr>
        <p:spPr>
          <a:xfrm xmlns:a="http://schemas.openxmlformats.org/drawingml/2006/main">
            <a:off x="891333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30" name="Picture Placeholder 4">
            <a:extLst xmlns:a="http://schemas.openxmlformats.org/drawingml/2006/main">
              <a:ext uri="{FF2B5EF4-FFF2-40B4-BE49-F238E27FC236}">
                <a16:creationId xmlns:a16="http://schemas.microsoft.com/office/drawing/2014/main" id="{EFC6E2D0-3B2A-2942-B1BA-2FB20BD0EEC6}"/>
              </a:ext>
            </a:extLst>
          </p:cNvPr>
          <p:cNvSpPr>
            <a:spLocks xmlns:a="http://schemas.openxmlformats.org/drawingml/2006/main" noGrp="1"/>
          </p:cNvSpPr>
          <p:nvPr>
            <p:ph type="pic" idx="27"/>
          </p:nvPr>
        </p:nvSpPr>
        <p:spPr>
          <a:xfrm xmlns:a="http://schemas.openxmlformats.org/drawingml/2006/main">
            <a:off x="628574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28" name="Text Placeholder 33">
            <a:extLst xmlns:a="http://schemas.openxmlformats.org/drawingml/2006/main">
              <a:ext uri="{FF2B5EF4-FFF2-40B4-BE49-F238E27FC236}">
                <a16:creationId xmlns:a16="http://schemas.microsoft.com/office/drawing/2014/main" id="{C58C0826-10EF-F849-A3C1-413E3484114A}"/>
              </a:ext>
            </a:extLst>
          </p:cNvPr>
          <p:cNvSpPr>
            <a:spLocks xmlns:a="http://schemas.openxmlformats.org/drawingml/2006/main" noGrp="1"/>
          </p:cNvSpPr>
          <p:nvPr>
            <p:ph type="body" idx="25" hasCustomPrompt="1"/>
          </p:nvPr>
        </p:nvSpPr>
        <p:spPr>
          <a:xfrm xmlns:a="http://schemas.openxmlformats.org/drawingml/2006/main">
            <a:off x="610225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29" name="Text Placeholder 33">
            <a:extLst xmlns:a="http://schemas.openxmlformats.org/drawingml/2006/main">
              <a:ext uri="{FF2B5EF4-FFF2-40B4-BE49-F238E27FC236}">
                <a16:creationId xmlns:a16="http://schemas.microsoft.com/office/drawing/2014/main" id="{31FE92C1-9507-1C45-8CA1-FA2A0EA3FCED}"/>
              </a:ext>
            </a:extLst>
          </p:cNvPr>
          <p:cNvSpPr>
            <a:spLocks xmlns:a="http://schemas.openxmlformats.org/drawingml/2006/main" noGrp="1"/>
          </p:cNvSpPr>
          <p:nvPr>
            <p:ph type="body" idx="26" hasCustomPrompt="1"/>
          </p:nvPr>
        </p:nvSpPr>
        <p:spPr>
          <a:xfrm xmlns:a="http://schemas.openxmlformats.org/drawingml/2006/main">
            <a:off x="610225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ED40B0E3-F4BB-EC49-8D7A-713B54016EEA}"/>
              </a:ext>
            </a:extLst>
          </p:cNvPr>
          <p:cNvSpPr>
            <a:spLocks xmlns:a="http://schemas.openxmlformats.org/drawingml/2006/main" noGrp="1"/>
          </p:cNvSpPr>
          <p:nvPr>
            <p:ph type="pic" idx="28"/>
          </p:nvPr>
        </p:nvSpPr>
        <p:spPr>
          <a:xfrm xmlns:a="http://schemas.openxmlformats.org/drawingml/2006/main">
            <a:off x="909682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endParaRPr/>
          </a:p>
        </p:txBody>
      </p:sp>
      <p:sp>
        <p:nvSpPr>
          <p:cNvPr id="32" name="Text Placeholder 33">
            <a:extLst xmlns:a="http://schemas.openxmlformats.org/drawingml/2006/main">
              <a:ext uri="{FF2B5EF4-FFF2-40B4-BE49-F238E27FC236}">
                <a16:creationId xmlns:a16="http://schemas.microsoft.com/office/drawing/2014/main" id="{75EA1EAA-9631-6446-9C35-80FDF680DE0B}"/>
              </a:ext>
            </a:extLst>
          </p:cNvPr>
          <p:cNvSpPr>
            <a:spLocks xmlns:a="http://schemas.openxmlformats.org/drawingml/2006/main" noGrp="1"/>
          </p:cNvSpPr>
          <p:nvPr>
            <p:ph type="body" idx="29" hasCustomPrompt="1"/>
          </p:nvPr>
        </p:nvSpPr>
        <p:spPr>
          <a:xfrm xmlns:a="http://schemas.openxmlformats.org/drawingml/2006/main">
            <a:off x="891333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3" name="Text Placeholder 33">
            <a:extLst xmlns:a="http://schemas.openxmlformats.org/drawingml/2006/main">
              <a:ext uri="{FF2B5EF4-FFF2-40B4-BE49-F238E27FC236}">
                <a16:creationId xmlns:a16="http://schemas.microsoft.com/office/drawing/2014/main" id="{D9FA6B46-487D-254B-8AB6-DCB6C449BF8B}"/>
              </a:ext>
            </a:extLst>
          </p:cNvPr>
          <p:cNvSpPr>
            <a:spLocks xmlns:a="http://schemas.openxmlformats.org/drawingml/2006/main" noGrp="1"/>
          </p:cNvSpPr>
          <p:nvPr>
            <p:ph type="body" idx="30" hasCustomPrompt="1"/>
          </p:nvPr>
        </p:nvSpPr>
        <p:spPr>
          <a:xfrm xmlns:a="http://schemas.openxmlformats.org/drawingml/2006/main">
            <a:off x="891333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2" name="Slide Number Placeholder 7">
            <a:extLst xmlns:a="http://schemas.openxmlformats.org/drawingml/2006/main">
              <a:ext uri="{FF2B5EF4-FFF2-40B4-BE49-F238E27FC236}">
                <a16:creationId xmlns:a16="http://schemas.microsoft.com/office/drawing/2014/main" id="{6B2BB980-4E85-2D86-1EAC-45585EEE7C2C}"/>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sz="800">
                <a:solidFill>
                  <a:srgbClr val="AEA8A2"/>
                </a:solidFill>
              </a:defRPr>
            </a:lvl1pPr>
          </a:lstStyle>
          <a:p xmlns:a="http://schemas.openxmlformats.org/drawingml/2006/main">
            <a:fld id="{345D60D9-5372-5F40-9443-0F9AE5BDC3C8}" type="slidenum">
              <a:t>‹#›</a:t>
            </a:fld>
            <a:endParaRPr/>
          </a:p>
        </p:txBody>
      </p:sp>
      <p:sp>
        <p:nvSpPr>
          <p:cNvPr id="3" name="Footer Placeholder 6">
            <a:extLst xmlns:a="http://schemas.openxmlformats.org/drawingml/2006/main">
              <a:ext uri="{FF2B5EF4-FFF2-40B4-BE49-F238E27FC236}">
                <a16:creationId xmlns:a16="http://schemas.microsoft.com/office/drawing/2014/main" id="{B0DB2D8A-6704-C1D6-5725-30487909476A}"/>
              </a:ext>
            </a:extLst>
          </p:cNvPr>
          <p:cNvSpPr>
            <a:spLocks xmlns:a="http://schemas.openxmlformats.org/drawingml/2006/main" noGrp="1"/>
          </p:cNvSpPr>
          <p:nvPr>
            <p:ph type="ftr" idx="31"/>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4" name="Date Placeholder 4">
            <a:extLst xmlns:a="http://schemas.openxmlformats.org/drawingml/2006/main">
              <a:ext uri="{FF2B5EF4-FFF2-40B4-BE49-F238E27FC236}">
                <a16:creationId xmlns:a16="http://schemas.microsoft.com/office/drawing/2014/main" id="{F6440522-CAB7-F461-F5BF-51C3530983D3}"/>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sz="800">
                <a:solidFill>
                  <a:srgbClr val="AEA8A2"/>
                </a:solidFill>
              </a:defRPr>
            </a:lvl1pPr>
          </a:lstStyle>
          <a:p xmlns:a="http://schemas.openxmlformats.org/drawingml/2006/main">
            <a:r>
              <a:t>[Date]</a:t>
            </a:r>
            <a:endParaRPr/>
          </a:p>
        </p:txBody>
      </p:sp>
    </p:spTree>
  </p:cSld>
</p:sldLayout>
</file>

<file path=ppt/slideLayouts/slideLayout55.xml><?xml version="1.0" encoding="utf-8"?>
<p:sldLayout xmlns:p="http://schemas.openxmlformats.org/presentationml/2006/main" preserve="1" userDrawn="1">
  <p:cSld name="Speaker_6">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68257"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2438576"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2438576"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88" name="Picture 2">
            <a:extLst xmlns:a="http://schemas.openxmlformats.org/drawingml/2006/main">
              <a:ext uri="{FF2B5EF4-FFF2-40B4-BE49-F238E27FC236}">
                <a16:creationId xmlns:a16="http://schemas.microsoft.com/office/drawing/2014/main" id="{E87225CC-8F09-5A46-B785-5C244024F8BB}"/>
              </a:ext>
            </a:extLst>
          </p:cNvPr>
          <p:cNvSpPr>
            <a:spLocks xmlns:a="http://schemas.openxmlformats.org/drawingml/2006/main" noGrp="1"/>
          </p:cNvSpPr>
          <p:nvPr>
            <p:ph type="pic" idx="38"/>
          </p:nvPr>
        </p:nvSpPr>
        <p:spPr>
          <a:xfrm xmlns:a="http://schemas.openxmlformats.org/drawingml/2006/main">
            <a:off x="768257"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89" name="Name 2">
            <a:extLst xmlns:a="http://schemas.openxmlformats.org/drawingml/2006/main">
              <a:ext uri="{FF2B5EF4-FFF2-40B4-BE49-F238E27FC236}">
                <a16:creationId xmlns:a16="http://schemas.microsoft.com/office/drawing/2014/main" id="{213DB2F1-1A57-00A0-D060-4C9E8EA12AC0}"/>
              </a:ext>
            </a:extLst>
          </p:cNvPr>
          <p:cNvSpPr>
            <a:spLocks xmlns:a="http://schemas.openxmlformats.org/drawingml/2006/main" noGrp="1"/>
          </p:cNvSpPr>
          <p:nvPr>
            <p:ph type="body" idx="39" hasCustomPrompt="1"/>
          </p:nvPr>
        </p:nvSpPr>
        <p:spPr>
          <a:xfrm xmlns:a="http://schemas.openxmlformats.org/drawingml/2006/main">
            <a:off x="2438576" y="3371397"/>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90" name="Title 2">
            <a:extLst xmlns:a="http://schemas.openxmlformats.org/drawingml/2006/main">
              <a:ext uri="{FF2B5EF4-FFF2-40B4-BE49-F238E27FC236}">
                <a16:creationId xmlns:a16="http://schemas.microsoft.com/office/drawing/2014/main" id="{6D7EA926-2CBE-46FC-736F-448E6E0788B4}"/>
              </a:ext>
            </a:extLst>
          </p:cNvPr>
          <p:cNvSpPr>
            <a:spLocks xmlns:a="http://schemas.openxmlformats.org/drawingml/2006/main" noGrp="1"/>
          </p:cNvSpPr>
          <p:nvPr>
            <p:ph type="body" idx="40" hasCustomPrompt="1"/>
          </p:nvPr>
        </p:nvSpPr>
        <p:spPr>
          <a:xfrm xmlns:a="http://schemas.openxmlformats.org/drawingml/2006/main">
            <a:off x="2438576" y="3675928"/>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82" name="Picture 3">
            <a:extLst xmlns:a="http://schemas.openxmlformats.org/drawingml/2006/main">
              <a:ext uri="{FF2B5EF4-FFF2-40B4-BE49-F238E27FC236}">
                <a16:creationId xmlns:a16="http://schemas.microsoft.com/office/drawing/2014/main" id="{B9743AA0-6CB0-2E48-9ADB-1CC690E743B4}"/>
              </a:ext>
            </a:extLst>
          </p:cNvPr>
          <p:cNvSpPr>
            <a:spLocks xmlns:a="http://schemas.openxmlformats.org/drawingml/2006/main" noGrp="1"/>
          </p:cNvSpPr>
          <p:nvPr>
            <p:ph type="pic" idx="32"/>
          </p:nvPr>
        </p:nvSpPr>
        <p:spPr>
          <a:xfrm xmlns:a="http://schemas.openxmlformats.org/drawingml/2006/main">
            <a:off x="768257"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83" name="Name 3">
            <a:extLst xmlns:a="http://schemas.openxmlformats.org/drawingml/2006/main">
              <a:ext uri="{FF2B5EF4-FFF2-40B4-BE49-F238E27FC236}">
                <a16:creationId xmlns:a16="http://schemas.microsoft.com/office/drawing/2014/main" id="{7FE364B2-4B5D-0750-F686-7376A0054F8F}"/>
              </a:ext>
            </a:extLst>
          </p:cNvPr>
          <p:cNvSpPr>
            <a:spLocks xmlns:a="http://schemas.openxmlformats.org/drawingml/2006/main" noGrp="1"/>
          </p:cNvSpPr>
          <p:nvPr>
            <p:ph type="body" idx="33" hasCustomPrompt="1"/>
          </p:nvPr>
        </p:nvSpPr>
        <p:spPr>
          <a:xfrm xmlns:a="http://schemas.openxmlformats.org/drawingml/2006/main">
            <a:off x="2438576" y="5083641"/>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84" name="Name 3">
            <a:extLst xmlns:a="http://schemas.openxmlformats.org/drawingml/2006/main">
              <a:ext uri="{FF2B5EF4-FFF2-40B4-BE49-F238E27FC236}">
                <a16:creationId xmlns:a16="http://schemas.microsoft.com/office/drawing/2014/main" id="{111F11BD-FB90-28F4-5BED-A457E1D33F32}"/>
              </a:ext>
            </a:extLst>
          </p:cNvPr>
          <p:cNvSpPr>
            <a:spLocks xmlns:a="http://schemas.openxmlformats.org/drawingml/2006/main" noGrp="1"/>
          </p:cNvSpPr>
          <p:nvPr>
            <p:ph type="body" idx="34" hasCustomPrompt="1"/>
          </p:nvPr>
        </p:nvSpPr>
        <p:spPr>
          <a:xfrm xmlns:a="http://schemas.openxmlformats.org/drawingml/2006/main">
            <a:off x="2438576" y="5388172"/>
            <a:ext cx="1920240" cy="246888"/>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91" name="Picture 4">
            <a:extLst xmlns:a="http://schemas.openxmlformats.org/drawingml/2006/main">
              <a:ext uri="{FF2B5EF4-FFF2-40B4-BE49-F238E27FC236}">
                <a16:creationId xmlns:a16="http://schemas.microsoft.com/office/drawing/2014/main" id="{288C7677-74A4-87D5-B77D-03AC70679BAC}"/>
              </a:ext>
            </a:extLst>
          </p:cNvPr>
          <p:cNvSpPr>
            <a:spLocks xmlns:a="http://schemas.openxmlformats.org/drawingml/2006/main" noGrp="1"/>
          </p:cNvSpPr>
          <p:nvPr>
            <p:ph type="pic" idx="41"/>
          </p:nvPr>
        </p:nvSpPr>
        <p:spPr>
          <a:xfrm xmlns:a="http://schemas.openxmlformats.org/drawingml/2006/main">
            <a:off x="6379003"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92" name="Name 4">
            <a:extLst xmlns:a="http://schemas.openxmlformats.org/drawingml/2006/main">
              <a:ext uri="{FF2B5EF4-FFF2-40B4-BE49-F238E27FC236}">
                <a16:creationId xmlns:a16="http://schemas.microsoft.com/office/drawing/2014/main" id="{AF588FE9-35BC-F09C-55DF-26752ACAD486}"/>
              </a:ext>
            </a:extLst>
          </p:cNvPr>
          <p:cNvSpPr>
            <a:spLocks xmlns:a="http://schemas.openxmlformats.org/drawingml/2006/main" noGrp="1"/>
          </p:cNvSpPr>
          <p:nvPr>
            <p:ph type="body" idx="42" hasCustomPrompt="1"/>
          </p:nvPr>
        </p:nvSpPr>
        <p:spPr>
          <a:xfrm xmlns:a="http://schemas.openxmlformats.org/drawingml/2006/main">
            <a:off x="8037558"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93" name="Title 4">
            <a:extLst xmlns:a="http://schemas.openxmlformats.org/drawingml/2006/main">
              <a:ext uri="{FF2B5EF4-FFF2-40B4-BE49-F238E27FC236}">
                <a16:creationId xmlns:a16="http://schemas.microsoft.com/office/drawing/2014/main" id="{BC8C5213-FFE9-AE65-FDE6-CBF115337B71}"/>
              </a:ext>
            </a:extLst>
          </p:cNvPr>
          <p:cNvSpPr>
            <a:spLocks xmlns:a="http://schemas.openxmlformats.org/drawingml/2006/main" noGrp="1"/>
          </p:cNvSpPr>
          <p:nvPr>
            <p:ph type="body" idx="43" hasCustomPrompt="1"/>
          </p:nvPr>
        </p:nvSpPr>
        <p:spPr>
          <a:xfrm xmlns:a="http://schemas.openxmlformats.org/drawingml/2006/main">
            <a:off x="8037558"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85" name="Picture 5">
            <a:extLst xmlns:a="http://schemas.openxmlformats.org/drawingml/2006/main">
              <a:ext uri="{FF2B5EF4-FFF2-40B4-BE49-F238E27FC236}">
                <a16:creationId xmlns:a16="http://schemas.microsoft.com/office/drawing/2014/main" id="{25483374-F780-293B-7C18-D75F9FA05893}"/>
              </a:ext>
            </a:extLst>
          </p:cNvPr>
          <p:cNvSpPr>
            <a:spLocks xmlns:a="http://schemas.openxmlformats.org/drawingml/2006/main" noGrp="1"/>
          </p:cNvSpPr>
          <p:nvPr>
            <p:ph type="pic" idx="35"/>
          </p:nvPr>
        </p:nvSpPr>
        <p:spPr>
          <a:xfrm xmlns:a="http://schemas.openxmlformats.org/drawingml/2006/main">
            <a:off x="6379003"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86" name="Name 5">
            <a:extLst xmlns:a="http://schemas.openxmlformats.org/drawingml/2006/main">
              <a:ext uri="{FF2B5EF4-FFF2-40B4-BE49-F238E27FC236}">
                <a16:creationId xmlns:a16="http://schemas.microsoft.com/office/drawing/2014/main" id="{BF047364-28B8-1F30-EEEB-7B6E2368A6AB}"/>
              </a:ext>
            </a:extLst>
          </p:cNvPr>
          <p:cNvSpPr>
            <a:spLocks xmlns:a="http://schemas.openxmlformats.org/drawingml/2006/main" noGrp="1"/>
          </p:cNvSpPr>
          <p:nvPr>
            <p:ph type="body" idx="36" hasCustomPrompt="1"/>
          </p:nvPr>
        </p:nvSpPr>
        <p:spPr>
          <a:xfrm xmlns:a="http://schemas.openxmlformats.org/drawingml/2006/main">
            <a:off x="8037558" y="3355413"/>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87" name="Title 5">
            <a:extLst xmlns:a="http://schemas.openxmlformats.org/drawingml/2006/main">
              <a:ext uri="{FF2B5EF4-FFF2-40B4-BE49-F238E27FC236}">
                <a16:creationId xmlns:a16="http://schemas.microsoft.com/office/drawing/2014/main" id="{09D55A0B-3944-9795-0EC9-244A2E8C0062}"/>
              </a:ext>
            </a:extLst>
          </p:cNvPr>
          <p:cNvSpPr>
            <a:spLocks xmlns:a="http://schemas.openxmlformats.org/drawingml/2006/main" noGrp="1"/>
          </p:cNvSpPr>
          <p:nvPr>
            <p:ph type="body" idx="37" hasCustomPrompt="1"/>
          </p:nvPr>
        </p:nvSpPr>
        <p:spPr>
          <a:xfrm xmlns:a="http://schemas.openxmlformats.org/drawingml/2006/main">
            <a:off x="8037558" y="3659944"/>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94" name="Picture 6">
            <a:extLst xmlns:a="http://schemas.openxmlformats.org/drawingml/2006/main">
              <a:ext uri="{FF2B5EF4-FFF2-40B4-BE49-F238E27FC236}">
                <a16:creationId xmlns:a16="http://schemas.microsoft.com/office/drawing/2014/main" id="{C5596C01-BDD3-872C-1E20-6F26FD847F92}"/>
              </a:ext>
            </a:extLst>
          </p:cNvPr>
          <p:cNvSpPr>
            <a:spLocks xmlns:a="http://schemas.openxmlformats.org/drawingml/2006/main" noGrp="1"/>
          </p:cNvSpPr>
          <p:nvPr>
            <p:ph type="pic" idx="44"/>
          </p:nvPr>
        </p:nvSpPr>
        <p:spPr>
          <a:xfrm xmlns:a="http://schemas.openxmlformats.org/drawingml/2006/main">
            <a:off x="6379003"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95" name="Name 6">
            <a:extLst xmlns:a="http://schemas.openxmlformats.org/drawingml/2006/main">
              <a:ext uri="{FF2B5EF4-FFF2-40B4-BE49-F238E27FC236}">
                <a16:creationId xmlns:a16="http://schemas.microsoft.com/office/drawing/2014/main" id="{908A6C8C-55F0-CAFA-799F-1586491CE534}"/>
              </a:ext>
            </a:extLst>
          </p:cNvPr>
          <p:cNvSpPr>
            <a:spLocks xmlns:a="http://schemas.openxmlformats.org/drawingml/2006/main" noGrp="1"/>
          </p:cNvSpPr>
          <p:nvPr>
            <p:ph type="body" idx="45" hasCustomPrompt="1"/>
          </p:nvPr>
        </p:nvSpPr>
        <p:spPr>
          <a:xfrm xmlns:a="http://schemas.openxmlformats.org/drawingml/2006/main">
            <a:off x="8037558" y="5078984"/>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96" name="Name 7">
            <a:extLst xmlns:a="http://schemas.openxmlformats.org/drawingml/2006/main">
              <a:ext uri="{FF2B5EF4-FFF2-40B4-BE49-F238E27FC236}">
                <a16:creationId xmlns:a16="http://schemas.microsoft.com/office/drawing/2014/main" id="{80B8C125-5BDD-9CC4-70C3-CBF897A29E80}"/>
              </a:ext>
            </a:extLst>
          </p:cNvPr>
          <p:cNvSpPr>
            <a:spLocks xmlns:a="http://schemas.openxmlformats.org/drawingml/2006/main" noGrp="1"/>
          </p:cNvSpPr>
          <p:nvPr>
            <p:ph type="body" idx="46" hasCustomPrompt="1"/>
          </p:nvPr>
        </p:nvSpPr>
        <p:spPr>
          <a:xfrm xmlns:a="http://schemas.openxmlformats.org/drawingml/2006/main">
            <a:off x="8037558" y="5383515"/>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2" name="Slide Number Placeholder 7">
            <a:extLst xmlns:a="http://schemas.openxmlformats.org/drawingml/2006/main">
              <a:ext uri="{FF2B5EF4-FFF2-40B4-BE49-F238E27FC236}">
                <a16:creationId xmlns:a16="http://schemas.microsoft.com/office/drawing/2014/main" id="{6B2BB980-4E85-2D86-1EAC-45585EEE7C2C}"/>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3" name="Footer Placeholder 6">
            <a:extLst xmlns:a="http://schemas.openxmlformats.org/drawingml/2006/main">
              <a:ext uri="{FF2B5EF4-FFF2-40B4-BE49-F238E27FC236}">
                <a16:creationId xmlns:a16="http://schemas.microsoft.com/office/drawing/2014/main" id="{B0DB2D8A-6704-C1D6-5725-30487909476A}"/>
              </a:ext>
            </a:extLst>
          </p:cNvPr>
          <p:cNvSpPr>
            <a:spLocks xmlns:a="http://schemas.openxmlformats.org/drawingml/2006/main" noGrp="1"/>
          </p:cNvSpPr>
          <p:nvPr>
            <p:ph type="ftr" idx="31"/>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4" name="Date Placeholder 4">
            <a:extLst xmlns:a="http://schemas.openxmlformats.org/drawingml/2006/main">
              <a:ext uri="{FF2B5EF4-FFF2-40B4-BE49-F238E27FC236}">
                <a16:creationId xmlns:a16="http://schemas.microsoft.com/office/drawing/2014/main" id="{F6440522-CAB7-F461-F5BF-51C3530983D3}"/>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56.xml><?xml version="1.0" encoding="utf-8"?>
<p:sldLayout xmlns:p="http://schemas.openxmlformats.org/presentationml/2006/main" preserve="1" userDrawn="1">
  <p:cSld name="Speaker_10">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11129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010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010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52" name="Picture 2">
            <a:extLst xmlns:a="http://schemas.openxmlformats.org/drawingml/2006/main">
              <a:ext uri="{FF2B5EF4-FFF2-40B4-BE49-F238E27FC236}">
                <a16:creationId xmlns:a16="http://schemas.microsoft.com/office/drawing/2014/main" id="{E3A8C480-E935-0DA4-A150-7A798552D69B}"/>
              </a:ext>
            </a:extLst>
          </p:cNvPr>
          <p:cNvSpPr>
            <a:spLocks xmlns:a="http://schemas.openxmlformats.org/drawingml/2006/main" noGrp="1"/>
          </p:cNvSpPr>
          <p:nvPr>
            <p:ph type="pic" idx="32"/>
          </p:nvPr>
        </p:nvSpPr>
        <p:spPr>
          <a:xfrm xmlns:a="http://schemas.openxmlformats.org/drawingml/2006/main">
            <a:off x="339896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53" name="Name 2">
            <a:extLst xmlns:a="http://schemas.openxmlformats.org/drawingml/2006/main">
              <a:ext uri="{FF2B5EF4-FFF2-40B4-BE49-F238E27FC236}">
                <a16:creationId xmlns:a16="http://schemas.microsoft.com/office/drawing/2014/main" id="{D53E72DD-B667-6F64-FC11-B158256A1D6A}"/>
              </a:ext>
            </a:extLst>
          </p:cNvPr>
          <p:cNvSpPr>
            <a:spLocks xmlns:a="http://schemas.openxmlformats.org/drawingml/2006/main" noGrp="1"/>
          </p:cNvSpPr>
          <p:nvPr>
            <p:ph type="body" idx="33" hasCustomPrompt="1"/>
          </p:nvPr>
        </p:nvSpPr>
        <p:spPr>
          <a:xfrm xmlns:a="http://schemas.openxmlformats.org/drawingml/2006/main">
            <a:off x="298705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54" name="Title 2">
            <a:extLst xmlns:a="http://schemas.openxmlformats.org/drawingml/2006/main">
              <a:ext uri="{FF2B5EF4-FFF2-40B4-BE49-F238E27FC236}">
                <a16:creationId xmlns:a16="http://schemas.microsoft.com/office/drawing/2014/main" id="{1151B9AB-CBE4-1067-D049-3E69A0E78E18}"/>
              </a:ext>
            </a:extLst>
          </p:cNvPr>
          <p:cNvSpPr>
            <a:spLocks xmlns:a="http://schemas.openxmlformats.org/drawingml/2006/main" noGrp="1"/>
          </p:cNvSpPr>
          <p:nvPr>
            <p:ph type="body" idx="34" hasCustomPrompt="1"/>
          </p:nvPr>
        </p:nvSpPr>
        <p:spPr>
          <a:xfrm xmlns:a="http://schemas.openxmlformats.org/drawingml/2006/main">
            <a:off x="298705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55" name="Picture 3 ">
            <a:extLst xmlns:a="http://schemas.openxmlformats.org/drawingml/2006/main">
              <a:ext uri="{FF2B5EF4-FFF2-40B4-BE49-F238E27FC236}">
                <a16:creationId xmlns:a16="http://schemas.microsoft.com/office/drawing/2014/main" id="{B3646944-CB74-48E5-20C3-42C4C0663CDF}"/>
              </a:ext>
            </a:extLst>
          </p:cNvPr>
          <p:cNvSpPr>
            <a:spLocks xmlns:a="http://schemas.openxmlformats.org/drawingml/2006/main" noGrp="1"/>
          </p:cNvSpPr>
          <p:nvPr>
            <p:ph type="pic" idx="35"/>
          </p:nvPr>
        </p:nvSpPr>
        <p:spPr>
          <a:xfrm xmlns:a="http://schemas.openxmlformats.org/drawingml/2006/main">
            <a:off x="568493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56" name="Name 3">
            <a:extLst xmlns:a="http://schemas.openxmlformats.org/drawingml/2006/main">
              <a:ext uri="{FF2B5EF4-FFF2-40B4-BE49-F238E27FC236}">
                <a16:creationId xmlns:a16="http://schemas.microsoft.com/office/drawing/2014/main" id="{4E1E4910-6DC5-4CFB-72D7-6EF41C7392E6}"/>
              </a:ext>
            </a:extLst>
          </p:cNvPr>
          <p:cNvSpPr>
            <a:spLocks xmlns:a="http://schemas.openxmlformats.org/drawingml/2006/main" noGrp="1"/>
          </p:cNvSpPr>
          <p:nvPr>
            <p:ph type="body" idx="36" hasCustomPrompt="1"/>
          </p:nvPr>
        </p:nvSpPr>
        <p:spPr>
          <a:xfrm xmlns:a="http://schemas.openxmlformats.org/drawingml/2006/main">
            <a:off x="527302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57" name="Title 3">
            <a:extLst xmlns:a="http://schemas.openxmlformats.org/drawingml/2006/main">
              <a:ext uri="{FF2B5EF4-FFF2-40B4-BE49-F238E27FC236}">
                <a16:creationId xmlns:a16="http://schemas.microsoft.com/office/drawing/2014/main" id="{694BBFD6-ACCD-92AD-91C9-FA5C1A7A9F62}"/>
              </a:ext>
            </a:extLst>
          </p:cNvPr>
          <p:cNvSpPr>
            <a:spLocks xmlns:a="http://schemas.openxmlformats.org/drawingml/2006/main" noGrp="1"/>
          </p:cNvSpPr>
          <p:nvPr>
            <p:ph type="body" idx="37" hasCustomPrompt="1"/>
          </p:nvPr>
        </p:nvSpPr>
        <p:spPr>
          <a:xfrm xmlns:a="http://schemas.openxmlformats.org/drawingml/2006/main">
            <a:off x="527302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58" name="Picture 4">
            <a:extLst xmlns:a="http://schemas.openxmlformats.org/drawingml/2006/main">
              <a:ext uri="{FF2B5EF4-FFF2-40B4-BE49-F238E27FC236}">
                <a16:creationId xmlns:a16="http://schemas.microsoft.com/office/drawing/2014/main" id="{8646106B-DADA-406C-A020-501C2210B615}"/>
              </a:ext>
            </a:extLst>
          </p:cNvPr>
          <p:cNvSpPr>
            <a:spLocks xmlns:a="http://schemas.openxmlformats.org/drawingml/2006/main" noGrp="1"/>
          </p:cNvSpPr>
          <p:nvPr>
            <p:ph type="pic" idx="38"/>
          </p:nvPr>
        </p:nvSpPr>
        <p:spPr>
          <a:xfrm xmlns:a="http://schemas.openxmlformats.org/drawingml/2006/main">
            <a:off x="797091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59" name="Name 4">
            <a:extLst xmlns:a="http://schemas.openxmlformats.org/drawingml/2006/main">
              <a:ext uri="{FF2B5EF4-FFF2-40B4-BE49-F238E27FC236}">
                <a16:creationId xmlns:a16="http://schemas.microsoft.com/office/drawing/2014/main" id="{6279EEA7-C6AB-434D-DDF6-9F7C6BCDE10A}"/>
              </a:ext>
            </a:extLst>
          </p:cNvPr>
          <p:cNvSpPr>
            <a:spLocks xmlns:a="http://schemas.openxmlformats.org/drawingml/2006/main" noGrp="1"/>
          </p:cNvSpPr>
          <p:nvPr>
            <p:ph type="body" idx="39" hasCustomPrompt="1"/>
          </p:nvPr>
        </p:nvSpPr>
        <p:spPr>
          <a:xfrm xmlns:a="http://schemas.openxmlformats.org/drawingml/2006/main">
            <a:off x="755900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60" name="Title 4">
            <a:extLst xmlns:a="http://schemas.openxmlformats.org/drawingml/2006/main">
              <a:ext uri="{FF2B5EF4-FFF2-40B4-BE49-F238E27FC236}">
                <a16:creationId xmlns:a16="http://schemas.microsoft.com/office/drawing/2014/main" id="{E6AFB52F-3CFF-BC09-B703-6A62B9560C5A}"/>
              </a:ext>
            </a:extLst>
          </p:cNvPr>
          <p:cNvSpPr>
            <a:spLocks xmlns:a="http://schemas.openxmlformats.org/drawingml/2006/main" noGrp="1"/>
          </p:cNvSpPr>
          <p:nvPr>
            <p:ph type="body" idx="40" hasCustomPrompt="1"/>
          </p:nvPr>
        </p:nvSpPr>
        <p:spPr>
          <a:xfrm xmlns:a="http://schemas.openxmlformats.org/drawingml/2006/main">
            <a:off x="755900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61" name="Picture 5">
            <a:extLst xmlns:a="http://schemas.openxmlformats.org/drawingml/2006/main">
              <a:ext uri="{FF2B5EF4-FFF2-40B4-BE49-F238E27FC236}">
                <a16:creationId xmlns:a16="http://schemas.microsoft.com/office/drawing/2014/main" id="{10E92D5F-57AC-A19A-FED7-7254BA223549}"/>
              </a:ext>
            </a:extLst>
          </p:cNvPr>
          <p:cNvSpPr>
            <a:spLocks xmlns:a="http://schemas.openxmlformats.org/drawingml/2006/main" noGrp="1"/>
          </p:cNvSpPr>
          <p:nvPr>
            <p:ph type="pic" idx="41"/>
          </p:nvPr>
        </p:nvSpPr>
        <p:spPr>
          <a:xfrm xmlns:a="http://schemas.openxmlformats.org/drawingml/2006/main">
            <a:off x="102568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62" name="Name 5">
            <a:extLst xmlns:a="http://schemas.openxmlformats.org/drawingml/2006/main">
              <a:ext uri="{FF2B5EF4-FFF2-40B4-BE49-F238E27FC236}">
                <a16:creationId xmlns:a16="http://schemas.microsoft.com/office/drawing/2014/main" id="{3CEC1BD5-E4C9-59CE-7CCC-3444C64A28AA}"/>
              </a:ext>
            </a:extLst>
          </p:cNvPr>
          <p:cNvSpPr>
            <a:spLocks xmlns:a="http://schemas.openxmlformats.org/drawingml/2006/main" noGrp="1"/>
          </p:cNvSpPr>
          <p:nvPr>
            <p:ph type="body" idx="42" hasCustomPrompt="1"/>
          </p:nvPr>
        </p:nvSpPr>
        <p:spPr>
          <a:xfrm xmlns:a="http://schemas.openxmlformats.org/drawingml/2006/main">
            <a:off x="98449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63" name="Title 5">
            <a:extLst xmlns:a="http://schemas.openxmlformats.org/drawingml/2006/main">
              <a:ext uri="{FF2B5EF4-FFF2-40B4-BE49-F238E27FC236}">
                <a16:creationId xmlns:a16="http://schemas.microsoft.com/office/drawing/2014/main" id="{D34A6BDA-F544-70E1-6388-E3C1BF5771E8}"/>
              </a:ext>
            </a:extLst>
          </p:cNvPr>
          <p:cNvSpPr>
            <a:spLocks xmlns:a="http://schemas.openxmlformats.org/drawingml/2006/main" noGrp="1"/>
          </p:cNvSpPr>
          <p:nvPr>
            <p:ph type="body" idx="43" hasCustomPrompt="1"/>
          </p:nvPr>
        </p:nvSpPr>
        <p:spPr>
          <a:xfrm xmlns:a="http://schemas.openxmlformats.org/drawingml/2006/main">
            <a:off x="98449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2" name="Slide Number Placeholder 7">
            <a:extLst xmlns:a="http://schemas.openxmlformats.org/drawingml/2006/main">
              <a:ext uri="{FF2B5EF4-FFF2-40B4-BE49-F238E27FC236}">
                <a16:creationId xmlns:a16="http://schemas.microsoft.com/office/drawing/2014/main" id="{6B2BB980-4E85-2D86-1EAC-45585EEE7C2C}"/>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3" name="Footer Placeholder 6">
            <a:extLst xmlns:a="http://schemas.openxmlformats.org/drawingml/2006/main">
              <a:ext uri="{FF2B5EF4-FFF2-40B4-BE49-F238E27FC236}">
                <a16:creationId xmlns:a16="http://schemas.microsoft.com/office/drawing/2014/main" id="{B0DB2D8A-6704-C1D6-5725-30487909476A}"/>
              </a:ext>
            </a:extLst>
          </p:cNvPr>
          <p:cNvSpPr>
            <a:spLocks xmlns:a="http://schemas.openxmlformats.org/drawingml/2006/main" noGrp="1"/>
          </p:cNvSpPr>
          <p:nvPr>
            <p:ph type="ftr" idx="31"/>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4" name="Date Placeholder 4">
            <a:extLst xmlns:a="http://schemas.openxmlformats.org/drawingml/2006/main">
              <a:ext uri="{FF2B5EF4-FFF2-40B4-BE49-F238E27FC236}">
                <a16:creationId xmlns:a16="http://schemas.microsoft.com/office/drawing/2014/main" id="{F6440522-CAB7-F461-F5BF-51C3530983D3}"/>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6" name="Picture 1">
            <a:extLst xmlns:a="http://schemas.openxmlformats.org/drawingml/2006/main">
              <a:ext uri="{FF2B5EF4-FFF2-40B4-BE49-F238E27FC236}">
                <a16:creationId xmlns:a16="http://schemas.microsoft.com/office/drawing/2014/main" id="{72521944-24A4-E7C1-7474-2B6FF0394BDA}"/>
              </a:ext>
            </a:extLst>
          </p:cNvPr>
          <p:cNvSpPr>
            <a:spLocks xmlns:a="http://schemas.openxmlformats.org/drawingml/2006/main" noGrp="1"/>
          </p:cNvSpPr>
          <p:nvPr>
            <p:ph type="pic" idx="44"/>
          </p:nvPr>
        </p:nvSpPr>
        <p:spPr>
          <a:xfrm xmlns:a="http://schemas.openxmlformats.org/drawingml/2006/main">
            <a:off x="11129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7" name="Name 1">
            <a:extLst xmlns:a="http://schemas.openxmlformats.org/drawingml/2006/main">
              <a:ext uri="{FF2B5EF4-FFF2-40B4-BE49-F238E27FC236}">
                <a16:creationId xmlns:a16="http://schemas.microsoft.com/office/drawing/2014/main" id="{FB00A11F-459A-98FB-66B0-1222171BD164}"/>
              </a:ext>
            </a:extLst>
          </p:cNvPr>
          <p:cNvSpPr>
            <a:spLocks xmlns:a="http://schemas.openxmlformats.org/drawingml/2006/main" noGrp="1"/>
          </p:cNvSpPr>
          <p:nvPr>
            <p:ph type="body" idx="45" hasCustomPrompt="1"/>
          </p:nvPr>
        </p:nvSpPr>
        <p:spPr>
          <a:xfrm xmlns:a="http://schemas.openxmlformats.org/drawingml/2006/main">
            <a:off x="7010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8" name="Title 1">
            <a:extLst xmlns:a="http://schemas.openxmlformats.org/drawingml/2006/main">
              <a:ext uri="{FF2B5EF4-FFF2-40B4-BE49-F238E27FC236}">
                <a16:creationId xmlns:a16="http://schemas.microsoft.com/office/drawing/2014/main" id="{66025BE5-0FFD-92F6-A4BA-CB6102BD8E75}"/>
              </a:ext>
            </a:extLst>
          </p:cNvPr>
          <p:cNvSpPr>
            <a:spLocks xmlns:a="http://schemas.openxmlformats.org/drawingml/2006/main" noGrp="1"/>
          </p:cNvSpPr>
          <p:nvPr>
            <p:ph type="body" idx="46" hasCustomPrompt="1"/>
          </p:nvPr>
        </p:nvSpPr>
        <p:spPr>
          <a:xfrm xmlns:a="http://schemas.openxmlformats.org/drawingml/2006/main">
            <a:off x="7010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9" name="Picture 2">
            <a:extLst xmlns:a="http://schemas.openxmlformats.org/drawingml/2006/main">
              <a:ext uri="{FF2B5EF4-FFF2-40B4-BE49-F238E27FC236}">
                <a16:creationId xmlns:a16="http://schemas.microsoft.com/office/drawing/2014/main" id="{144C0724-9767-678B-A5C4-93F92C82A294}"/>
              </a:ext>
            </a:extLst>
          </p:cNvPr>
          <p:cNvSpPr>
            <a:spLocks xmlns:a="http://schemas.openxmlformats.org/drawingml/2006/main" noGrp="1"/>
          </p:cNvSpPr>
          <p:nvPr>
            <p:ph type="pic" idx="47"/>
          </p:nvPr>
        </p:nvSpPr>
        <p:spPr>
          <a:xfrm xmlns:a="http://schemas.openxmlformats.org/drawingml/2006/main">
            <a:off x="339896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10" name="Name 2">
            <a:extLst xmlns:a="http://schemas.openxmlformats.org/drawingml/2006/main">
              <a:ext uri="{FF2B5EF4-FFF2-40B4-BE49-F238E27FC236}">
                <a16:creationId xmlns:a16="http://schemas.microsoft.com/office/drawing/2014/main" id="{8200242F-3C33-4861-1BBB-5205F5F9B02F}"/>
              </a:ext>
            </a:extLst>
          </p:cNvPr>
          <p:cNvSpPr>
            <a:spLocks xmlns:a="http://schemas.openxmlformats.org/drawingml/2006/main" noGrp="1"/>
          </p:cNvSpPr>
          <p:nvPr>
            <p:ph type="body" idx="48" hasCustomPrompt="1"/>
          </p:nvPr>
        </p:nvSpPr>
        <p:spPr>
          <a:xfrm xmlns:a="http://schemas.openxmlformats.org/drawingml/2006/main">
            <a:off x="298705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1" name="Title 2">
            <a:extLst xmlns:a="http://schemas.openxmlformats.org/drawingml/2006/main">
              <a:ext uri="{FF2B5EF4-FFF2-40B4-BE49-F238E27FC236}">
                <a16:creationId xmlns:a16="http://schemas.microsoft.com/office/drawing/2014/main" id="{78E243D4-1A0C-2B5D-0602-EC28F75F2CDF}"/>
              </a:ext>
            </a:extLst>
          </p:cNvPr>
          <p:cNvSpPr>
            <a:spLocks xmlns:a="http://schemas.openxmlformats.org/drawingml/2006/main" noGrp="1"/>
          </p:cNvSpPr>
          <p:nvPr>
            <p:ph type="body" idx="49" hasCustomPrompt="1"/>
          </p:nvPr>
        </p:nvSpPr>
        <p:spPr>
          <a:xfrm xmlns:a="http://schemas.openxmlformats.org/drawingml/2006/main">
            <a:off x="298705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2" name="Picture 3 ">
            <a:extLst xmlns:a="http://schemas.openxmlformats.org/drawingml/2006/main">
              <a:ext uri="{FF2B5EF4-FFF2-40B4-BE49-F238E27FC236}">
                <a16:creationId xmlns:a16="http://schemas.microsoft.com/office/drawing/2014/main" id="{25BE96FF-1149-A871-059D-5FC5C5724DE2}"/>
              </a:ext>
            </a:extLst>
          </p:cNvPr>
          <p:cNvSpPr>
            <a:spLocks xmlns:a="http://schemas.openxmlformats.org/drawingml/2006/main" noGrp="1"/>
          </p:cNvSpPr>
          <p:nvPr>
            <p:ph type="pic" idx="50"/>
          </p:nvPr>
        </p:nvSpPr>
        <p:spPr>
          <a:xfrm xmlns:a="http://schemas.openxmlformats.org/drawingml/2006/main">
            <a:off x="568493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13" name="Name 3">
            <a:extLst xmlns:a="http://schemas.openxmlformats.org/drawingml/2006/main">
              <a:ext uri="{FF2B5EF4-FFF2-40B4-BE49-F238E27FC236}">
                <a16:creationId xmlns:a16="http://schemas.microsoft.com/office/drawing/2014/main" id="{C79E27DB-CB5A-5B10-1D20-382BE231D8B4}"/>
              </a:ext>
            </a:extLst>
          </p:cNvPr>
          <p:cNvSpPr>
            <a:spLocks xmlns:a="http://schemas.openxmlformats.org/drawingml/2006/main" noGrp="1"/>
          </p:cNvSpPr>
          <p:nvPr>
            <p:ph type="body" idx="51" hasCustomPrompt="1"/>
          </p:nvPr>
        </p:nvSpPr>
        <p:spPr>
          <a:xfrm xmlns:a="http://schemas.openxmlformats.org/drawingml/2006/main">
            <a:off x="527302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4" name="Title 3">
            <a:extLst xmlns:a="http://schemas.openxmlformats.org/drawingml/2006/main">
              <a:ext uri="{FF2B5EF4-FFF2-40B4-BE49-F238E27FC236}">
                <a16:creationId xmlns:a16="http://schemas.microsoft.com/office/drawing/2014/main" id="{E3168F24-D5E1-A01A-9FE4-02BBEBCAC256}"/>
              </a:ext>
            </a:extLst>
          </p:cNvPr>
          <p:cNvSpPr>
            <a:spLocks xmlns:a="http://schemas.openxmlformats.org/drawingml/2006/main" noGrp="1"/>
          </p:cNvSpPr>
          <p:nvPr>
            <p:ph type="body" idx="52" hasCustomPrompt="1"/>
          </p:nvPr>
        </p:nvSpPr>
        <p:spPr>
          <a:xfrm xmlns:a="http://schemas.openxmlformats.org/drawingml/2006/main">
            <a:off x="527302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5" name="Picture 4">
            <a:extLst xmlns:a="http://schemas.openxmlformats.org/drawingml/2006/main">
              <a:ext uri="{FF2B5EF4-FFF2-40B4-BE49-F238E27FC236}">
                <a16:creationId xmlns:a16="http://schemas.microsoft.com/office/drawing/2014/main" id="{C28F1BA1-9C38-C15A-DAF0-7D7D17BF4911}"/>
              </a:ext>
            </a:extLst>
          </p:cNvPr>
          <p:cNvSpPr>
            <a:spLocks xmlns:a="http://schemas.openxmlformats.org/drawingml/2006/main" noGrp="1"/>
          </p:cNvSpPr>
          <p:nvPr>
            <p:ph type="pic" idx="53"/>
          </p:nvPr>
        </p:nvSpPr>
        <p:spPr>
          <a:xfrm xmlns:a="http://schemas.openxmlformats.org/drawingml/2006/main">
            <a:off x="797091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16" name="Name 4">
            <a:extLst xmlns:a="http://schemas.openxmlformats.org/drawingml/2006/main">
              <a:ext uri="{FF2B5EF4-FFF2-40B4-BE49-F238E27FC236}">
                <a16:creationId xmlns:a16="http://schemas.microsoft.com/office/drawing/2014/main" id="{A736C04C-99C8-5B44-F5FF-04676206CDF7}"/>
              </a:ext>
            </a:extLst>
          </p:cNvPr>
          <p:cNvSpPr>
            <a:spLocks xmlns:a="http://schemas.openxmlformats.org/drawingml/2006/main" noGrp="1"/>
          </p:cNvSpPr>
          <p:nvPr>
            <p:ph type="body" idx="54" hasCustomPrompt="1"/>
          </p:nvPr>
        </p:nvSpPr>
        <p:spPr>
          <a:xfrm xmlns:a="http://schemas.openxmlformats.org/drawingml/2006/main">
            <a:off x="755900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17" name="Title 4">
            <a:extLst xmlns:a="http://schemas.openxmlformats.org/drawingml/2006/main">
              <a:ext uri="{FF2B5EF4-FFF2-40B4-BE49-F238E27FC236}">
                <a16:creationId xmlns:a16="http://schemas.microsoft.com/office/drawing/2014/main" id="{1B6CC2B9-2432-DD61-FFD2-E986BE8E9F35}"/>
              </a:ext>
            </a:extLst>
          </p:cNvPr>
          <p:cNvSpPr>
            <a:spLocks xmlns:a="http://schemas.openxmlformats.org/drawingml/2006/main" noGrp="1"/>
          </p:cNvSpPr>
          <p:nvPr>
            <p:ph type="body" idx="55" hasCustomPrompt="1"/>
          </p:nvPr>
        </p:nvSpPr>
        <p:spPr>
          <a:xfrm xmlns:a="http://schemas.openxmlformats.org/drawingml/2006/main">
            <a:off x="755900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
        <p:nvSpPr>
          <p:cNvPr id="18" name="Picture 5">
            <a:extLst xmlns:a="http://schemas.openxmlformats.org/drawingml/2006/main">
              <a:ext uri="{FF2B5EF4-FFF2-40B4-BE49-F238E27FC236}">
                <a16:creationId xmlns:a16="http://schemas.microsoft.com/office/drawing/2014/main" id="{3A558EAD-D220-0239-69EF-648F93A62478}"/>
              </a:ext>
            </a:extLst>
          </p:cNvPr>
          <p:cNvSpPr>
            <a:spLocks xmlns:a="http://schemas.openxmlformats.org/drawingml/2006/main" noGrp="1"/>
          </p:cNvSpPr>
          <p:nvPr>
            <p:ph type="pic" idx="56"/>
          </p:nvPr>
        </p:nvSpPr>
        <p:spPr>
          <a:xfrm xmlns:a="http://schemas.openxmlformats.org/drawingml/2006/main">
            <a:off x="102568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endParaRPr/>
          </a:p>
        </p:txBody>
      </p:sp>
      <p:sp>
        <p:nvSpPr>
          <p:cNvPr id="20" name="Name 5">
            <a:extLst xmlns:a="http://schemas.openxmlformats.org/drawingml/2006/main">
              <a:ext uri="{FF2B5EF4-FFF2-40B4-BE49-F238E27FC236}">
                <a16:creationId xmlns:a16="http://schemas.microsoft.com/office/drawing/2014/main" id="{007E775B-15B1-5428-C8C9-4B614DEE17D1}"/>
              </a:ext>
            </a:extLst>
          </p:cNvPr>
          <p:cNvSpPr>
            <a:spLocks xmlns:a="http://schemas.openxmlformats.org/drawingml/2006/main" noGrp="1"/>
          </p:cNvSpPr>
          <p:nvPr>
            <p:ph type="body" idx="57" hasCustomPrompt="1"/>
          </p:nvPr>
        </p:nvSpPr>
        <p:spPr>
          <a:xfrm xmlns:a="http://schemas.openxmlformats.org/drawingml/2006/main">
            <a:off x="98449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name</a:t>
            </a:r>
          </a:p>
        </p:txBody>
      </p:sp>
      <p:sp>
        <p:nvSpPr>
          <p:cNvPr id="21" name="Title 5">
            <a:extLst xmlns:a="http://schemas.openxmlformats.org/drawingml/2006/main">
              <a:ext uri="{FF2B5EF4-FFF2-40B4-BE49-F238E27FC236}">
                <a16:creationId xmlns:a16="http://schemas.microsoft.com/office/drawing/2014/main" id="{5A22EC85-7769-2401-038D-634693151760}"/>
              </a:ext>
            </a:extLst>
          </p:cNvPr>
          <p:cNvSpPr>
            <a:spLocks xmlns:a="http://schemas.openxmlformats.org/drawingml/2006/main" noGrp="1"/>
          </p:cNvSpPr>
          <p:nvPr>
            <p:ph type="body" idx="58" hasCustomPrompt="1"/>
          </p:nvPr>
        </p:nvSpPr>
        <p:spPr>
          <a:xfrm xmlns:a="http://schemas.openxmlformats.org/drawingml/2006/main">
            <a:off x="98449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lvl="0">
              <a:spcBef>
                <a:spcPct val="0"/>
              </a:spcBef>
              <a:buNone/>
            </a:pPr>
            <a:r>
              <a:t>Add speaker title</a:t>
            </a:r>
          </a:p>
        </p:txBody>
      </p:sp>
    </p:spTree>
  </p:cSld>
</p:sldLayout>
</file>

<file path=ppt/slideLayouts/slideLayout57.xml><?xml version="1.0" encoding="utf-8"?>
<p:sldLayout xmlns:p="http://schemas.openxmlformats.org/presentationml/2006/main" preserve="1">
  <p:cSld name="Title + 3points Ligh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endParaRP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lvl="0">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lvl="0">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lvl="0">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lvl="0">
              <a:buNone/>
            </a:pPr>
            <a:r>
              <a:t>Copy goes here, do not exceed 2 lines of copy</a:t>
            </a:r>
          </a:p>
        </p:txBody>
      </p:sp>
      <p:sp>
        <p:nvSpPr>
          <p:cNvPr id="3" name="Slide Number Placeholder 5">
            <a:extLst xmlns:a="http://schemas.openxmlformats.org/drawingml/2006/main">
              <a:ext uri="{FF2B5EF4-FFF2-40B4-BE49-F238E27FC236}">
                <a16:creationId xmlns:a16="http://schemas.microsoft.com/office/drawing/2014/main" id="{28FB87FE-17B5-F9E9-709A-0B45CF7A69A0}"/>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149EA8E9-ED27-F122-7091-4B0663BBD452}"/>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7" name="Date Placeholder 3">
            <a:extLst xmlns:a="http://schemas.openxmlformats.org/drawingml/2006/main">
              <a:ext uri="{FF2B5EF4-FFF2-40B4-BE49-F238E27FC236}">
                <a16:creationId xmlns:a16="http://schemas.microsoft.com/office/drawing/2014/main" id="{54DD5434-5084-63C2-861B-6F2CF4BBA245}"/>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58.xml><?xml version="1.0" encoding="utf-8"?>
<p:sldLayout xmlns:p="http://schemas.openxmlformats.org/presentationml/2006/main" preserve="1">
  <p:cSld name="Title + 3points Dark">
    <p:bg>
      <p:bgRef idx="1001">
        <a:schemeClr xmlns:a="http://schemas.openxmlformats.org/drawingml/2006/main" val="bg1"/>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endParaRP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lvl="0">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lvl="0">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lvl="0">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lvl="0">
              <a:buNone/>
            </a:pPr>
            <a:r>
              <a:t>Copy goes here, do not exceed 2 lines of copy</a:t>
            </a:r>
          </a:p>
        </p:txBody>
      </p:sp>
      <p:sp>
        <p:nvSpPr>
          <p:cNvPr id="3" name="Slide Number Placeholder 5">
            <a:extLst xmlns:a="http://schemas.openxmlformats.org/drawingml/2006/main">
              <a:ext uri="{FF2B5EF4-FFF2-40B4-BE49-F238E27FC236}">
                <a16:creationId xmlns:a16="http://schemas.microsoft.com/office/drawing/2014/main" id="{28FB87FE-17B5-F9E9-709A-0B45CF7A69A0}"/>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149EA8E9-ED27-F122-7091-4B0663BBD452}"/>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7" name="Date Placeholder 3">
            <a:extLst xmlns:a="http://schemas.openxmlformats.org/drawingml/2006/main">
              <a:ext uri="{FF2B5EF4-FFF2-40B4-BE49-F238E27FC236}">
                <a16:creationId xmlns:a16="http://schemas.microsoft.com/office/drawing/2014/main" id="{54DD5434-5084-63C2-861B-6F2CF4BBA245}"/>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59.xml><?xml version="1.0" encoding="utf-8"?>
<p:sldLayout xmlns:p="http://schemas.openxmlformats.org/presentationml/2006/main" preserve="1" userDrawn="1">
  <p:cSld name="Light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lide Number Placeholder 5">
            <a:extLst xmlns:a="http://schemas.openxmlformats.org/drawingml/2006/main">
              <a:ext uri="{FF2B5EF4-FFF2-40B4-BE49-F238E27FC236}">
                <a16:creationId xmlns:a16="http://schemas.microsoft.com/office/drawing/2014/main" id="{0196566A-34C0-2909-1BBA-2F1E01266A07}"/>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4" name="Footer Placeholder 4">
            <a:extLst xmlns:a="http://schemas.openxmlformats.org/drawingml/2006/main">
              <a:ext uri="{FF2B5EF4-FFF2-40B4-BE49-F238E27FC236}">
                <a16:creationId xmlns:a16="http://schemas.microsoft.com/office/drawing/2014/main" id="{47D75A6B-90D9-58CE-7BC7-31C53C19C8F9}"/>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5" name="Date Placeholder 3">
            <a:extLst xmlns:a="http://schemas.openxmlformats.org/drawingml/2006/main">
              <a:ext uri="{FF2B5EF4-FFF2-40B4-BE49-F238E27FC236}">
                <a16:creationId xmlns:a16="http://schemas.microsoft.com/office/drawing/2014/main" id="{33C7F88C-022C-DC8C-F4BA-18F89F1E4ADA}"/>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60.xml><?xml version="1.0" encoding="utf-8"?>
<p:sldLayout xmlns:p="http://schemas.openxmlformats.org/presentationml/2006/main" preserve="1" userDrawn="1">
  <p:cSld name="Dark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Tree>
  </p:cSld>
</p:sldLayout>
</file>

<file path=ppt/slideLayouts/slideLayout61.xml><?xml version="1.0" encoding="utf-8"?>
<p:sldLayout xmlns:p="http://schemas.openxmlformats.org/presentationml/2006/main" preserve="1" userDrawn="1">
  <p:cSld name="Light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AC6A8D35-C90D-428D-8E15-6F958679D947}"/>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Slide Number Placeholder 5">
            <a:extLst xmlns:a="http://schemas.openxmlformats.org/drawingml/2006/main">
              <a:ext uri="{FF2B5EF4-FFF2-40B4-BE49-F238E27FC236}">
                <a16:creationId xmlns:a16="http://schemas.microsoft.com/office/drawing/2014/main" id="{DBEEF32F-ED74-47E3-D2C3-F1B1AD13F3F5}"/>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7" name="Footer Placeholder 4">
            <a:extLst xmlns:a="http://schemas.openxmlformats.org/drawingml/2006/main">
              <a:ext uri="{FF2B5EF4-FFF2-40B4-BE49-F238E27FC236}">
                <a16:creationId xmlns:a16="http://schemas.microsoft.com/office/drawing/2014/main" id="{DFD6C787-D3B4-031A-8D4C-3A19D9BDFA78}"/>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8" name="Date Placeholder 3">
            <a:extLst xmlns:a="http://schemas.openxmlformats.org/drawingml/2006/main">
              <a:ext uri="{FF2B5EF4-FFF2-40B4-BE49-F238E27FC236}">
                <a16:creationId xmlns:a16="http://schemas.microsoft.com/office/drawing/2014/main" id="{005CA9E8-9559-78FA-E425-B044F817EEE2}"/>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3" name="Subtitle">
            <a:extLst xmlns:a="http://schemas.openxmlformats.org/drawingml/2006/main">
              <a:ext uri="{FF2B5EF4-FFF2-40B4-BE49-F238E27FC236}">
                <a16:creationId xmlns:a16="http://schemas.microsoft.com/office/drawing/2014/main" id="{120DA5B7-17E8-2CF4-4B51-F677DF6CE73C}"/>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Tree>
  </p:cSld>
</p:sldLayout>
</file>

<file path=ppt/slideLayouts/slideLayout62.xml><?xml version="1.0" encoding="utf-8"?>
<p:sldLayout xmlns:p="http://schemas.openxmlformats.org/presentationml/2006/main" preserve="1" userDrawn="1">
  <p:cSld name="Dark - Title/Subtitle">
    <p:bg>
      <p:bgRef idx="1001">
        <a:schemeClr xmlns:a="http://schemas.openxmlformats.org/drawingml/2006/main" val="bg1"/>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1FF06-338B-46FE-B4FE-F72B7ABAED7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756DCC98-315C-61EE-3BD9-275F39B0D5B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5" name="Slide Number Placeholder 7">
            <a:extLst xmlns:a="http://schemas.openxmlformats.org/drawingml/2006/main">
              <a:ext uri="{FF2B5EF4-FFF2-40B4-BE49-F238E27FC236}">
                <a16:creationId xmlns:a16="http://schemas.microsoft.com/office/drawing/2014/main" id="{0511B848-5314-5CFA-E302-CF9747E005C9}"/>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8" name="Footer Placeholder 6">
            <a:extLst xmlns:a="http://schemas.openxmlformats.org/drawingml/2006/main">
              <a:ext uri="{FF2B5EF4-FFF2-40B4-BE49-F238E27FC236}">
                <a16:creationId xmlns:a16="http://schemas.microsoft.com/office/drawing/2014/main" id="{68D47112-C304-3F08-B268-4678B7957255}"/>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9" name="Date Placeholder 4">
            <a:extLst xmlns:a="http://schemas.openxmlformats.org/drawingml/2006/main">
              <a:ext uri="{FF2B5EF4-FFF2-40B4-BE49-F238E27FC236}">
                <a16:creationId xmlns:a16="http://schemas.microsoft.com/office/drawing/2014/main" id="{E986AE2C-3C8D-7087-0A03-7B9F6CF293A3}"/>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63.xml><?xml version="1.0" encoding="utf-8"?>
<p:sldLayout xmlns:p="http://schemas.openxmlformats.org/presentationml/2006/main" preserve="1" userDrawn="1">
  <p:cSld name="Light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7" name="Slide Number">
            <a:extLst xmlns:a="http://schemas.openxmlformats.org/drawingml/2006/main">
              <a:ext uri="{FF2B5EF4-FFF2-40B4-BE49-F238E27FC236}">
                <a16:creationId xmlns:a16="http://schemas.microsoft.com/office/drawing/2014/main" id="{5D441708-8B15-4FCB-89B4-E673D271FDD5}"/>
              </a:ext>
            </a:extLst>
          </p:cNvPr>
          <p:cNvSpPr>
            <a:spLocks xmlns:a="http://schemas.openxmlformats.org/drawingml/2006/main" noGrp="1"/>
          </p:cNvSpPr>
          <p:nvPr>
            <p:ph type="sldNum" idx="4"/>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fld id="{345D60D9-5372-5F40-9443-0F9AE5BDC3C8}" type="slidenum">
              <a:t>‹#›</a:t>
            </a:fld>
            <a:endParaRPr/>
          </a:p>
        </p:txBody>
      </p:sp>
      <p:sp>
        <p:nvSpPr>
          <p:cNvPr id="18" name="Footer">
            <a:extLst xmlns:a="http://schemas.openxmlformats.org/drawingml/2006/main">
              <a:ext uri="{FF2B5EF4-FFF2-40B4-BE49-F238E27FC236}">
                <a16:creationId xmlns:a16="http://schemas.microsoft.com/office/drawing/2014/main" id="{C80D3E3D-D429-473E-903C-04622CCE81D0}"/>
              </a:ext>
            </a:extLst>
          </p:cNvPr>
          <p:cNvSpPr>
            <a:spLocks xmlns:a="http://schemas.openxmlformats.org/drawingml/2006/main" noGrp="1"/>
          </p:cNvSpPr>
          <p:nvPr>
            <p:ph type="ftr" idx="3"/>
          </p:nvPr>
        </p:nvSpPr>
        <p:spPr>
          <a:xfrm xmlns:a="http://schemas.openxmlformats.org/drawingml/2006/main">
            <a:off x="1127759" y="6423978"/>
            <a:ext cx="5745379" cy="365125"/>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19" name="Date">
            <a:extLst xmlns:a="http://schemas.openxmlformats.org/drawingml/2006/main">
              <a:ext uri="{FF2B5EF4-FFF2-40B4-BE49-F238E27FC236}">
                <a16:creationId xmlns:a16="http://schemas.microsoft.com/office/drawing/2014/main" id="{2702B7E4-DD93-4403-964F-982773FE3422}"/>
              </a:ext>
            </a:extLst>
          </p:cNvPr>
          <p:cNvSpPr>
            <a:spLocks xmlns:a="http://schemas.openxmlformats.org/drawingml/2006/main" noGrp="1"/>
          </p:cNvSpPr>
          <p:nvPr>
            <p:ph type="dt" idx="2"/>
          </p:nvPr>
        </p:nvSpPr>
        <p:spPr>
          <a:xfrm xmlns:a="http://schemas.openxmlformats.org/drawingml/2006/main">
            <a:off x="6873138" y="6425604"/>
            <a:ext cx="2743200" cy="36350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buNone/>
              <a:defRPr sz="800">
                <a:solidFill>
                  <a:srgbClr val="514C47"/>
                </a:solidFill>
                <a:latin typeface="+mn-lt"/>
                <a:ea typeface="+mn-lt"/>
                <a:cs typeface="+mn-lt"/>
              </a:defRPr>
            </a:lvl1pPr>
          </a:lstStyle>
          <a:p xmlns:a="http://schemas.openxmlformats.org/drawingml/2006/main">
            <a:r>
              <a:t>[Date]</a:t>
            </a:r>
            <a:endParaRPr/>
          </a:p>
        </p:txBody>
      </p:sp>
    </p:spTree>
  </p:cSld>
</p:sldLayout>
</file>

<file path=ppt/slideLayouts/slideLayout64.xml><?xml version="1.0" encoding="utf-8"?>
<p:sldLayout xmlns:p="http://schemas.openxmlformats.org/presentationml/2006/main" preserve="1" userDrawn="1">
  <p:cSld name="Dark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7" name="Slide Number">
            <a:extLst xmlns:a="http://schemas.openxmlformats.org/drawingml/2006/main">
              <a:ext uri="{FF2B5EF4-FFF2-40B4-BE49-F238E27FC236}">
                <a16:creationId xmlns:a16="http://schemas.microsoft.com/office/drawing/2014/main" id="{5D441708-8B15-4FCB-89B4-E673D271FDD5}"/>
              </a:ext>
            </a:extLst>
          </p:cNvPr>
          <p:cNvSpPr>
            <a:spLocks xmlns:a="http://schemas.openxmlformats.org/drawingml/2006/main" noGrp="1"/>
          </p:cNvSpPr>
          <p:nvPr>
            <p:ph type="sldNum" idx="4"/>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AEA8A2"/>
                </a:solidFill>
                <a:latin typeface="+mn-lt"/>
                <a:ea typeface="+mn-lt"/>
                <a:cs typeface="+mn-lt"/>
              </a:defRPr>
            </a:lvl1pPr>
          </a:lstStyle>
          <a:p xmlns:a="http://schemas.openxmlformats.org/drawingml/2006/main">
            <a:fld id="{345D60D9-5372-5F40-9443-0F9AE5BDC3C8}" type="slidenum">
              <a:t>‹#›</a:t>
            </a:fld>
            <a:endParaRPr/>
          </a:p>
        </p:txBody>
      </p:sp>
      <p:sp>
        <p:nvSpPr>
          <p:cNvPr id="18" name="Footer">
            <a:extLst xmlns:a="http://schemas.openxmlformats.org/drawingml/2006/main">
              <a:ext uri="{FF2B5EF4-FFF2-40B4-BE49-F238E27FC236}">
                <a16:creationId xmlns:a16="http://schemas.microsoft.com/office/drawing/2014/main" id="{C80D3E3D-D429-473E-903C-04622CCE81D0}"/>
              </a:ext>
            </a:extLst>
          </p:cNvPr>
          <p:cNvSpPr>
            <a:spLocks xmlns:a="http://schemas.openxmlformats.org/drawingml/2006/main" noGrp="1"/>
          </p:cNvSpPr>
          <p:nvPr>
            <p:ph type="ftr" idx="3"/>
          </p:nvPr>
        </p:nvSpPr>
        <p:spPr>
          <a:xfrm xmlns:a="http://schemas.openxmlformats.org/drawingml/2006/main">
            <a:off x="1127759" y="6423978"/>
            <a:ext cx="5745379" cy="365125"/>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AEA8A2"/>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19" name="Date">
            <a:extLst xmlns:a="http://schemas.openxmlformats.org/drawingml/2006/main">
              <a:ext uri="{FF2B5EF4-FFF2-40B4-BE49-F238E27FC236}">
                <a16:creationId xmlns:a16="http://schemas.microsoft.com/office/drawing/2014/main" id="{2702B7E4-DD93-4403-964F-982773FE3422}"/>
              </a:ext>
            </a:extLst>
          </p:cNvPr>
          <p:cNvSpPr>
            <a:spLocks xmlns:a="http://schemas.openxmlformats.org/drawingml/2006/main" noGrp="1"/>
          </p:cNvSpPr>
          <p:nvPr>
            <p:ph type="dt" idx="2"/>
          </p:nvPr>
        </p:nvSpPr>
        <p:spPr>
          <a:xfrm xmlns:a="http://schemas.openxmlformats.org/drawingml/2006/main">
            <a:off x="6873138" y="6425604"/>
            <a:ext cx="2743200" cy="36350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buNone/>
              <a:defRPr sz="800">
                <a:solidFill>
                  <a:srgbClr val="AEA8A2"/>
                </a:solidFill>
                <a:latin typeface="+mn-lt"/>
                <a:ea typeface="+mn-lt"/>
                <a:cs typeface="+mn-lt"/>
              </a:defRPr>
            </a:lvl1pPr>
          </a:lstStyle>
          <a:p xmlns:a="http://schemas.openxmlformats.org/drawingml/2006/main">
            <a:r>
              <a:t>[Date]</a:t>
            </a:r>
            <a:endParaRPr/>
          </a:p>
        </p:txBody>
      </p:sp>
    </p:spTree>
  </p:cSld>
</p:sldLayout>
</file>

<file path=ppt/slideLayouts/slideLayout65.xml><?xml version="1.0" encoding="utf-8"?>
<p:sldLayout xmlns:p="http://schemas.openxmlformats.org/presentationml/2006/main" preserve="1" userDrawn="1">
  <p:cSld name="Light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E4D9CD-CDC4-4642-8CDA-7351404FC2D2}"/>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Content">
            <a:extLst xmlns:a="http://schemas.openxmlformats.org/drawingml/2006/main">
              <a:ext uri="{FF2B5EF4-FFF2-40B4-BE49-F238E27FC236}">
                <a16:creationId xmlns:a16="http://schemas.microsoft.com/office/drawing/2014/main" id="{B95271D6-CF2C-D8C3-F7FB-D555FC2D9469}"/>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Slide Number Placeholder 7">
            <a:extLst xmlns:a="http://schemas.openxmlformats.org/drawingml/2006/main">
              <a:ext uri="{FF2B5EF4-FFF2-40B4-BE49-F238E27FC236}">
                <a16:creationId xmlns:a16="http://schemas.microsoft.com/office/drawing/2014/main" id="{7A59FA82-C146-45DF-AE7B-4B5698706BEA}"/>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E2CE12F3-375D-4B05-A71D-DA14DF8ADB8E}"/>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48C5C278-52DE-4C8A-933B-1109B3282E51}"/>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3" name="Subtitle">
            <a:extLst xmlns:a="http://schemas.openxmlformats.org/drawingml/2006/main">
              <a:ext uri="{FF2B5EF4-FFF2-40B4-BE49-F238E27FC236}">
                <a16:creationId xmlns:a16="http://schemas.microsoft.com/office/drawing/2014/main" id="{B28271ED-B1CF-9F0D-4AA0-883D80DEDBF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Tree>
  </p:cSld>
</p:sldLayout>
</file>

<file path=ppt/slideLayouts/slideLayout66.xml><?xml version="1.0" encoding="utf-8"?>
<p:sldLayout xmlns:p="http://schemas.openxmlformats.org/presentationml/2006/main" preserve="1" userDrawn="1">
  <p:cSld name="Dark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E68516-E3E0-4F22-9EB7-1A85E1D3B5A1}"/>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46A3BF75-E03A-3149-A8B6-C22593F32B6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0199"/>
            <a:ext cx="10671175"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Font typeface="System Font Regular"/>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Font typeface="System Font Regular"/>
              <a:buChar char="-"/>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Slide Number Placeholder 7">
            <a:extLst xmlns:a="http://schemas.openxmlformats.org/drawingml/2006/main">
              <a:ext uri="{FF2B5EF4-FFF2-40B4-BE49-F238E27FC236}">
                <a16:creationId xmlns:a16="http://schemas.microsoft.com/office/drawing/2014/main" id="{657290E2-8EA8-4572-BB48-C18007201785}"/>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C1A7F3B8-F794-4AF5-B07B-32A3084A6AB2}"/>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7A72FE7D-30FF-45E2-9F8B-D073887C33E8}"/>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67.xml><?xml version="1.0" encoding="utf-8"?>
<p:sldLayout xmlns:p="http://schemas.openxmlformats.org/presentationml/2006/main" preserve="1" userDrawn="1">
  <p:cSld name="Light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D69740FE-E1B8-466B-970A-4E081BCA3143}"/>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002F888E-0FBB-6617-9462-4201B11F2A44}"/>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Column Divider">
            <a:extLst xmlns:a="http://schemas.openxmlformats.org/drawingml/2006/main">
              <a:ext uri="{FF2B5EF4-FFF2-40B4-BE49-F238E27FC236}">
                <a16:creationId xmlns:a16="http://schemas.microsoft.com/office/drawing/2014/main" id="{B675A090-5957-49E9-8E6A-497C32C612AE}"/>
              </a:ext>
            </a:extLst>
          </p:cNvPr>
          <p:cNvSpPr>
            <a:spLocks xmlns:a="http://schemas.openxmlformats.org/drawingml/2006/main" noGrp="1"/>
          </p:cNvSpPr>
          <p:nvPr/>
        </p:nvSpPr>
        <p:spPr>
          <a:xfrm xmlns:a="http://schemas.openxmlformats.org/drawingml/2006/main">
            <a:off x="6109577" y="1608575"/>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 name="Content">
            <a:extLst xmlns:a="http://schemas.openxmlformats.org/drawingml/2006/main">
              <a:ext uri="{FF2B5EF4-FFF2-40B4-BE49-F238E27FC236}">
                <a16:creationId xmlns:a16="http://schemas.microsoft.com/office/drawing/2014/main" id="{4F57E862-706F-9432-1E5B-C66745958B78}"/>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9" name="Slide Number Placeholder 8">
            <a:extLst xmlns:a="http://schemas.openxmlformats.org/drawingml/2006/main">
              <a:ext uri="{FF2B5EF4-FFF2-40B4-BE49-F238E27FC236}">
                <a16:creationId xmlns:a16="http://schemas.microsoft.com/office/drawing/2014/main" id="{424C32FC-D616-45B7-A051-90859CE92D73}"/>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8" name="Footer Placeholder 7">
            <a:extLst xmlns:a="http://schemas.openxmlformats.org/drawingml/2006/main">
              <a:ext uri="{FF2B5EF4-FFF2-40B4-BE49-F238E27FC236}">
                <a16:creationId xmlns:a16="http://schemas.microsoft.com/office/drawing/2014/main" id="{48F71CDA-982A-476F-ADB7-47031714FD6F}"/>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4" name="Date Placeholder 3">
            <a:extLst xmlns:a="http://schemas.openxmlformats.org/drawingml/2006/main">
              <a:ext uri="{FF2B5EF4-FFF2-40B4-BE49-F238E27FC236}">
                <a16:creationId xmlns:a16="http://schemas.microsoft.com/office/drawing/2014/main" id="{4B5A409C-CB05-4133-9F5F-1D2097DE34E0}"/>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7" name="Subtitle">
            <a:extLst xmlns:a="http://schemas.openxmlformats.org/drawingml/2006/main">
              <a:ext uri="{FF2B5EF4-FFF2-40B4-BE49-F238E27FC236}">
                <a16:creationId xmlns:a16="http://schemas.microsoft.com/office/drawing/2014/main" id="{1C3705B9-F5B6-D7DA-A986-BD252292278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Tree>
  </p:cSld>
</p:sldLayout>
</file>

<file path=ppt/slideLayouts/slideLayout68.xml><?xml version="1.0" encoding="utf-8"?>
<p:sldLayout xmlns:p="http://schemas.openxmlformats.org/presentationml/2006/main" preserve="1" userDrawn="1">
  <p:cSld name="Dark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11" name="Title 1">
            <a:extLst xmlns:a="http://schemas.openxmlformats.org/drawingml/2006/main">
              <a:ext uri="{FF2B5EF4-FFF2-40B4-BE49-F238E27FC236}">
                <a16:creationId xmlns:a16="http://schemas.microsoft.com/office/drawing/2014/main" id="{16E20D12-1316-3177-701A-67F81626368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Subtitle">
            <a:extLst xmlns:a="http://schemas.openxmlformats.org/drawingml/2006/main">
              <a:ext uri="{FF2B5EF4-FFF2-40B4-BE49-F238E27FC236}">
                <a16:creationId xmlns:a16="http://schemas.microsoft.com/office/drawing/2014/main" id="{491B9BE2-1C80-DD0F-2348-944405667FA4}"/>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Content">
            <a:extLst xmlns:a="http://schemas.openxmlformats.org/drawingml/2006/main">
              <a:ext uri="{FF2B5EF4-FFF2-40B4-BE49-F238E27FC236}">
                <a16:creationId xmlns:a16="http://schemas.microsoft.com/office/drawing/2014/main" id="{1A8D2713-0A2C-B9EC-921A-E43EBB54D7F1}"/>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6" name="Column Divider">
            <a:extLst xmlns:a="http://schemas.openxmlformats.org/drawingml/2006/main">
              <a:ext uri="{FF2B5EF4-FFF2-40B4-BE49-F238E27FC236}">
                <a16:creationId xmlns:a16="http://schemas.microsoft.com/office/drawing/2014/main" id="{92860859-8D1F-4F4A-BB33-F56A80537892}"/>
              </a:ext>
            </a:extLst>
          </p:cNvPr>
          <p:cNvSpPr>
            <a:spLocks xmlns:a="http://schemas.openxmlformats.org/drawingml/2006/main" noGrp="1"/>
          </p:cNvSpPr>
          <p:nvPr/>
        </p:nvSpPr>
        <p:spPr>
          <a:xfrm xmlns:a="http://schemas.openxmlformats.org/drawingml/2006/main">
            <a:off x="6096000" y="1609725"/>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 name="Slide Number Placeholder 7">
            <a:extLst xmlns:a="http://schemas.openxmlformats.org/drawingml/2006/main">
              <a:ext uri="{FF2B5EF4-FFF2-40B4-BE49-F238E27FC236}">
                <a16:creationId xmlns:a16="http://schemas.microsoft.com/office/drawing/2014/main" id="{7F0F3812-0E62-2E09-C9AB-79F13108F9A8}"/>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4D96D9B3-827E-BCDB-1DEF-84EB5E7E90C2}"/>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7" name="Date Placeholder 4">
            <a:extLst xmlns:a="http://schemas.openxmlformats.org/drawingml/2006/main">
              <a:ext uri="{FF2B5EF4-FFF2-40B4-BE49-F238E27FC236}">
                <a16:creationId xmlns:a16="http://schemas.microsoft.com/office/drawing/2014/main" id="{6FBD1657-DE16-5859-6047-8B20D7971D48}"/>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69.xml><?xml version="1.0" encoding="utf-8"?>
<p:sldLayout xmlns:p="http://schemas.openxmlformats.org/presentationml/2006/main" preserve="1" userDrawn="1">
  <p:cSld name="Light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26210A-4112-4730-8F81-3CAE5C391FDB}"/>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a:lvl1pPr>
          </a:lstStyle>
          <a:p xmlns:a="http://schemas.openxmlformats.org/drawingml/2006/main">
            <a:r>
              <a:t>Title</a:t>
            </a:r>
          </a:p>
        </p:txBody>
      </p:sp>
      <p:sp>
        <p:nvSpPr>
          <p:cNvPr id="11" name="Subtitle">
            <a:extLst xmlns:a="http://schemas.openxmlformats.org/drawingml/2006/main">
              <a:ext uri="{FF2B5EF4-FFF2-40B4-BE49-F238E27FC236}">
                <a16:creationId xmlns:a16="http://schemas.microsoft.com/office/drawing/2014/main" id="{AC6B64F9-2DA0-A690-C71E-B99D471B02D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4" name="Content">
            <a:extLst xmlns:a="http://schemas.openxmlformats.org/drawingml/2006/main">
              <a:ext uri="{FF2B5EF4-FFF2-40B4-BE49-F238E27FC236}">
                <a16:creationId xmlns:a16="http://schemas.microsoft.com/office/drawing/2014/main" id="{CC34BF80-B5D4-D7B6-8CCA-80AF04A72B45}"/>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9" name="Content">
            <a:extLst xmlns:a="http://schemas.openxmlformats.org/drawingml/2006/main">
              <a:ext uri="{FF2B5EF4-FFF2-40B4-BE49-F238E27FC236}">
                <a16:creationId xmlns:a16="http://schemas.microsoft.com/office/drawing/2014/main" id="{C0573275-C70D-AE89-EF3D-A7DAC9B01BE7}"/>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0" name="Content">
            <a:extLst xmlns:a="http://schemas.openxmlformats.org/drawingml/2006/main">
              <a:ext uri="{FF2B5EF4-FFF2-40B4-BE49-F238E27FC236}">
                <a16:creationId xmlns:a16="http://schemas.microsoft.com/office/drawing/2014/main" id="{2CF00143-3379-1D5D-5D8F-463C800F8EA1}"/>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Column Divider">
            <a:extLst xmlns:a="http://schemas.openxmlformats.org/drawingml/2006/main">
              <a:ext uri="{FF2B5EF4-FFF2-40B4-BE49-F238E27FC236}">
                <a16:creationId xmlns:a16="http://schemas.microsoft.com/office/drawing/2014/main" id="{CAEE7CD9-72A3-4160-9E08-A9F86669948A}"/>
              </a:ext>
            </a:extLst>
          </p:cNvPr>
          <p:cNvSpPr>
            <a:spLocks xmlns:a="http://schemas.openxmlformats.org/drawingml/2006/main" noGrp="1"/>
          </p:cNvSpPr>
          <p:nvPr/>
        </p:nvSpPr>
        <p:spPr>
          <a:xfrm xmlns:a="http://schemas.openxmlformats.org/drawingml/2006/main">
            <a:off x="4261915" y="1609724"/>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Column Divider 2">
            <a:extLst xmlns:a="http://schemas.openxmlformats.org/drawingml/2006/main">
              <a:ext uri="{FF2B5EF4-FFF2-40B4-BE49-F238E27FC236}">
                <a16:creationId xmlns:a16="http://schemas.microsoft.com/office/drawing/2014/main" id="{2F5CFD6B-C6A0-4B18-B6E0-315C6F246EEB}"/>
              </a:ext>
            </a:extLst>
          </p:cNvPr>
          <p:cNvSpPr>
            <a:spLocks xmlns:a="http://schemas.openxmlformats.org/drawingml/2006/main" noGrp="1"/>
          </p:cNvSpPr>
          <p:nvPr/>
        </p:nvSpPr>
        <p:spPr>
          <a:xfrm xmlns:a="http://schemas.openxmlformats.org/drawingml/2006/main">
            <a:off x="7951236" y="1609724"/>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 name="Date Placeholder 4">
            <a:extLst xmlns:a="http://schemas.openxmlformats.org/drawingml/2006/main">
              <a:ext uri="{FF2B5EF4-FFF2-40B4-BE49-F238E27FC236}">
                <a16:creationId xmlns:a16="http://schemas.microsoft.com/office/drawing/2014/main" id="{6CAD3E0A-0143-42FC-B8B6-EBC1FF990000}"/>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7" name="Footer Placeholder 6">
            <a:extLst xmlns:a="http://schemas.openxmlformats.org/drawingml/2006/main">
              <a:ext uri="{FF2B5EF4-FFF2-40B4-BE49-F238E27FC236}">
                <a16:creationId xmlns:a16="http://schemas.microsoft.com/office/drawing/2014/main" id="{7D46B54D-91F2-4210-9BEA-3B59824207D9}"/>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8" name="Slide Number Placeholder 7">
            <a:extLst xmlns:a="http://schemas.openxmlformats.org/drawingml/2006/main">
              <a:ext uri="{FF2B5EF4-FFF2-40B4-BE49-F238E27FC236}">
                <a16:creationId xmlns:a16="http://schemas.microsoft.com/office/drawing/2014/main" id="{F0900B02-4438-4597-85D3-D93A97B15462}"/>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Tree>
  </p:cSld>
</p:sldLayout>
</file>

<file path=ppt/slideLayouts/slideLayout70.xml><?xml version="1.0" encoding="utf-8"?>
<p:sldLayout xmlns:p="http://schemas.openxmlformats.org/presentationml/2006/main" preserve="1" userDrawn="1">
  <p:cSld name="Dark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2" name="Content">
            <a:extLst xmlns:a="http://schemas.openxmlformats.org/drawingml/2006/main">
              <a:ext uri="{FF2B5EF4-FFF2-40B4-BE49-F238E27FC236}">
                <a16:creationId xmlns:a16="http://schemas.microsoft.com/office/drawing/2014/main" id="{EEBF987F-38F4-709F-2C5C-6A33F92ABAC2}"/>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0" name="Content">
            <a:extLst xmlns:a="http://schemas.openxmlformats.org/drawingml/2006/main">
              <a:ext uri="{FF2B5EF4-FFF2-40B4-BE49-F238E27FC236}">
                <a16:creationId xmlns:a16="http://schemas.microsoft.com/office/drawing/2014/main" id="{C8007CC0-7806-5000-E1A2-EE5C157D0752}"/>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1" name="Content">
            <a:extLst xmlns:a="http://schemas.openxmlformats.org/drawingml/2006/main">
              <a:ext uri="{FF2B5EF4-FFF2-40B4-BE49-F238E27FC236}">
                <a16:creationId xmlns:a16="http://schemas.microsoft.com/office/drawing/2014/main" id="{67D5716D-0077-0121-818A-02B0496ECCC9}"/>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Column Divider">
            <a:extLst xmlns:a="http://schemas.openxmlformats.org/drawingml/2006/main">
              <a:ext uri="{FF2B5EF4-FFF2-40B4-BE49-F238E27FC236}">
                <a16:creationId xmlns:a16="http://schemas.microsoft.com/office/drawing/2014/main" id="{0CC00785-7BD8-4F57-BF91-456F01B6FFE2}"/>
              </a:ext>
            </a:extLst>
          </p:cNvPr>
          <p:cNvSpPr>
            <a:spLocks xmlns:a="http://schemas.openxmlformats.org/drawingml/2006/main" noGrp="1"/>
          </p:cNvSpPr>
          <p:nvPr/>
        </p:nvSpPr>
        <p:spPr>
          <a:xfrm xmlns:a="http://schemas.openxmlformats.org/drawingml/2006/main">
            <a:off x="4261915" y="1609725"/>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Column Divider 2">
            <a:extLst xmlns:a="http://schemas.openxmlformats.org/drawingml/2006/main">
              <a:ext uri="{FF2B5EF4-FFF2-40B4-BE49-F238E27FC236}">
                <a16:creationId xmlns:a16="http://schemas.microsoft.com/office/drawing/2014/main" id="{0B23B4F9-3AC8-4F55-A970-22A3DAA857CB}"/>
              </a:ext>
            </a:extLst>
          </p:cNvPr>
          <p:cNvSpPr>
            <a:spLocks xmlns:a="http://schemas.openxmlformats.org/drawingml/2006/main" noGrp="1"/>
          </p:cNvSpPr>
          <p:nvPr/>
        </p:nvSpPr>
        <p:spPr>
          <a:xfrm xmlns:a="http://schemas.openxmlformats.org/drawingml/2006/main">
            <a:off x="7951236" y="1609725"/>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8" name="Slide Number Placeholder 7">
            <a:extLst xmlns:a="http://schemas.openxmlformats.org/drawingml/2006/main">
              <a:ext uri="{FF2B5EF4-FFF2-40B4-BE49-F238E27FC236}">
                <a16:creationId xmlns:a16="http://schemas.microsoft.com/office/drawing/2014/main" id="{8FC14E1F-DA7F-492C-AFEB-BC17569A9002}"/>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FF0DBBB3-F562-4D09-B7E5-45C9C98CE1B5}"/>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E77E4DB8-9644-4581-BEED-809BCD3EA9C1}"/>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[Date]</a:t>
            </a:r>
            <a:endParaRPr/>
          </a:p>
        </p:txBody>
      </p:sp>
    </p:spTree>
  </p:cSld>
</p:sldLayout>
</file>

<file path=ppt/slideLayouts/slideLayout71.xml><?xml version="1.0" encoding="utf-8"?>
<p:sldLayout xmlns:p="http://schemas.openxmlformats.org/presentationml/2006/main" preserve="1" userDrawn="1">
  <p:cSld name="Dark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Slide Number Placeholder 7">
            <a:extLst xmlns:a="http://schemas.openxmlformats.org/drawingml/2006/main">
              <a:ext uri="{FF2B5EF4-FFF2-40B4-BE49-F238E27FC236}">
                <a16:creationId xmlns:a16="http://schemas.microsoft.com/office/drawing/2014/main" id="{8FC14E1F-DA7F-492C-AFEB-BC17569A9002}"/>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FF0DBBB3-F562-4D09-B7E5-45C9C98CE1B5}"/>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E77E4DB8-9644-4581-BEED-809BCD3EA9C1}"/>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[Date]</a:t>
            </a:r>
            <a:endParaRP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Column Divider">
            <a:extLst xmlns:a="http://schemas.openxmlformats.org/drawingml/2006/main">
              <a:ext uri="{FF2B5EF4-FFF2-40B4-BE49-F238E27FC236}">
                <a16:creationId xmlns:a16="http://schemas.microsoft.com/office/drawing/2014/main" id="{897E9DA1-1ABC-4366-BF4C-77A67836DCB4}"/>
              </a:ext>
            </a:extLst>
          </p:cNvPr>
          <p:cNvSpPr>
            <a:spLocks xmlns:a="http://schemas.openxmlformats.org/drawingml/2006/main" noGrp="1"/>
          </p:cNvSpPr>
          <p:nvPr/>
        </p:nvSpPr>
        <p:spPr>
          <a:xfrm xmlns:a="http://schemas.openxmlformats.org/drawingml/2006/main">
            <a:off x="3364740" y="1622606"/>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 name="Column Divider">
            <a:extLst xmlns:a="http://schemas.openxmlformats.org/drawingml/2006/main">
              <a:ext uri="{FF2B5EF4-FFF2-40B4-BE49-F238E27FC236}">
                <a16:creationId xmlns:a16="http://schemas.microsoft.com/office/drawing/2014/main" id="{3584861C-60E9-4B1C-95CF-4038508FD1FF}"/>
              </a:ext>
            </a:extLst>
          </p:cNvPr>
          <p:cNvSpPr>
            <a:spLocks xmlns:a="http://schemas.openxmlformats.org/drawingml/2006/main" noGrp="1"/>
          </p:cNvSpPr>
          <p:nvPr/>
        </p:nvSpPr>
        <p:spPr>
          <a:xfrm xmlns:a="http://schemas.openxmlformats.org/drawingml/2006/main">
            <a:off x="6104399" y="1622606"/>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0" name="Column Divider">
            <a:extLst xmlns:a="http://schemas.openxmlformats.org/drawingml/2006/main">
              <a:ext uri="{FF2B5EF4-FFF2-40B4-BE49-F238E27FC236}">
                <a16:creationId xmlns:a16="http://schemas.microsoft.com/office/drawing/2014/main" id="{234BC46E-6BB7-41A3-B708-4D41AB8AEC2C}"/>
              </a:ext>
            </a:extLst>
          </p:cNvPr>
          <p:cNvSpPr>
            <a:spLocks xmlns:a="http://schemas.openxmlformats.org/drawingml/2006/main" noGrp="1"/>
          </p:cNvSpPr>
          <p:nvPr/>
        </p:nvSpPr>
        <p:spPr>
          <a:xfrm xmlns:a="http://schemas.openxmlformats.org/drawingml/2006/main">
            <a:off x="8840439" y="1622606"/>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72.xml><?xml version="1.0" encoding="utf-8"?>
<p:sldLayout xmlns:p="http://schemas.openxmlformats.org/presentationml/2006/main" preserve="1" userDrawn="1">
  <p:cSld name="Light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Slide Number Placeholder 7">
            <a:extLst xmlns:a="http://schemas.openxmlformats.org/drawingml/2006/main">
              <a:ext uri="{FF2B5EF4-FFF2-40B4-BE49-F238E27FC236}">
                <a16:creationId xmlns:a16="http://schemas.microsoft.com/office/drawing/2014/main" id="{8FC14E1F-DA7F-492C-AFEB-BC17569A9002}"/>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sz="800">
                <a:solidFill>
                  <a:srgbClr val="514C47"/>
                </a:solidFill>
                <a:latin typeface="+mn-lt"/>
                <a:ea typeface="+mn-lt"/>
                <a:cs typeface="+mn-lt"/>
              </a:defRPr>
            </a:lvl1pPr>
          </a:lstStyle>
          <a:p xmlns:a="http://schemas.openxmlformats.org/drawingml/2006/main">
            <a:fld id="{345D60D9-5372-5F40-9443-0F9AE5BDC3C8}" type="slidenum">
              <a:t>‹#›</a:t>
            </a:fld>
            <a:endParaRPr/>
          </a:p>
        </p:txBody>
      </p:sp>
      <p:sp>
        <p:nvSpPr>
          <p:cNvPr id="7" name="Footer Placeholder 6">
            <a:extLst xmlns:a="http://schemas.openxmlformats.org/drawingml/2006/main">
              <a:ext uri="{FF2B5EF4-FFF2-40B4-BE49-F238E27FC236}">
                <a16:creationId xmlns:a16="http://schemas.microsoft.com/office/drawing/2014/main" id="{FF0DBBB3-F562-4D09-B7E5-45C9C98CE1B5}"/>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sz="800">
                <a:solidFill>
                  <a:srgbClr val="514C47"/>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E77E4DB8-9644-4581-BEED-809BCD3EA9C1}"/>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sz="800">
                <a:solidFill>
                  <a:srgbClr val="514C47"/>
                </a:solidFill>
                <a:latin typeface="+mn-lt"/>
                <a:ea typeface="+mn-lt"/>
                <a:cs typeface="+mn-lt"/>
              </a:defRPr>
            </a:lvl1pPr>
          </a:lstStyle>
          <a:p xmlns:a="http://schemas.openxmlformats.org/drawingml/2006/main">
            <a:r>
              <a:t>[Date]</a:t>
            </a:r>
            <a:endParaRP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Column Divider">
            <a:extLst xmlns:a="http://schemas.openxmlformats.org/drawingml/2006/main">
              <a:ext uri="{FF2B5EF4-FFF2-40B4-BE49-F238E27FC236}">
                <a16:creationId xmlns:a16="http://schemas.microsoft.com/office/drawing/2014/main" id="{B55C831B-3FB3-4B9E-AB65-CF081B5FD981}"/>
              </a:ext>
            </a:extLst>
          </p:cNvPr>
          <p:cNvSpPr>
            <a:spLocks xmlns:a="http://schemas.openxmlformats.org/drawingml/2006/main" noGrp="1"/>
          </p:cNvSpPr>
          <p:nvPr/>
        </p:nvSpPr>
        <p:spPr>
          <a:xfrm xmlns:a="http://schemas.openxmlformats.org/drawingml/2006/main">
            <a:off x="3364740" y="1622606"/>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 name="Column Divider">
            <a:extLst xmlns:a="http://schemas.openxmlformats.org/drawingml/2006/main">
              <a:ext uri="{FF2B5EF4-FFF2-40B4-BE49-F238E27FC236}">
                <a16:creationId xmlns:a16="http://schemas.microsoft.com/office/drawing/2014/main" id="{4AC68D8E-CA3E-4622-B007-BA86B6881F1B}"/>
              </a:ext>
            </a:extLst>
          </p:cNvPr>
          <p:cNvSpPr>
            <a:spLocks xmlns:a="http://schemas.openxmlformats.org/drawingml/2006/main" noGrp="1"/>
          </p:cNvSpPr>
          <p:nvPr/>
        </p:nvSpPr>
        <p:spPr>
          <a:xfrm xmlns:a="http://schemas.openxmlformats.org/drawingml/2006/main">
            <a:off x="6104399" y="1622606"/>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0" name="Column Divider">
            <a:extLst xmlns:a="http://schemas.openxmlformats.org/drawingml/2006/main">
              <a:ext uri="{FF2B5EF4-FFF2-40B4-BE49-F238E27FC236}">
                <a16:creationId xmlns:a16="http://schemas.microsoft.com/office/drawing/2014/main" id="{43119A8C-6386-41D4-BCCE-3FB997196BDE}"/>
              </a:ext>
            </a:extLst>
          </p:cNvPr>
          <p:cNvSpPr>
            <a:spLocks xmlns:a="http://schemas.openxmlformats.org/drawingml/2006/main" noGrp="1"/>
          </p:cNvSpPr>
          <p:nvPr/>
        </p:nvSpPr>
        <p:spPr>
          <a:xfrm xmlns:a="http://schemas.openxmlformats.org/drawingml/2006/main">
            <a:off x="8840439" y="1622606"/>
            <a:ext cx="0" cy="4507992"/>
          </a:xfrm>
          <a:prstGeom xmlns:a="http://schemas.openxmlformats.org/drawingml/2006/main" prst="line">
            <a:avLst/>
          </a:prstGeom>
          <a:ln xmlns:a="http://schemas.openxmlformats.org/drawingml/2006/main" w="12700">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 name="Subtitle">
            <a:extLst xmlns:a="http://schemas.openxmlformats.org/drawingml/2006/main">
              <a:ext uri="{FF2B5EF4-FFF2-40B4-BE49-F238E27FC236}">
                <a16:creationId xmlns:a16="http://schemas.microsoft.com/office/drawing/2014/main" id="{C9A0F016-4DAC-1E29-77F1-0AE34075820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Tree>
  </p:cSld>
</p:sldLayout>
</file>

<file path=ppt/slideLayouts/slideLayout73.xml><?xml version="1.0" encoding="utf-8"?>
<p:sldLayout xmlns:p="http://schemas.openxmlformats.org/presentationml/2006/main" preserve="1" userDrawn="1">
  <p:cSld name="Light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2" name="Slide Number Placeholder 7">
            <a:extLst xmlns:a="http://schemas.openxmlformats.org/drawingml/2006/main">
              <a:ext uri="{FF2B5EF4-FFF2-40B4-BE49-F238E27FC236}">
                <a16:creationId xmlns:a16="http://schemas.microsoft.com/office/drawing/2014/main" id="{7F0F3812-0E62-2E09-C9AB-79F13108F9A8}"/>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4D96D9B3-827E-BCDB-1DEF-84EB5E7E90C2}"/>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7" name="Date Placeholder 4">
            <a:extLst xmlns:a="http://schemas.openxmlformats.org/drawingml/2006/main">
              <a:ext uri="{FF2B5EF4-FFF2-40B4-BE49-F238E27FC236}">
                <a16:creationId xmlns:a16="http://schemas.microsoft.com/office/drawing/2014/main" id="{6FBD1657-DE16-5859-6047-8B20D7971D48}"/>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p xmlns:a="http://schemas.openxmlformats.org/drawingml/2006/main">
            <a:r>
              <a:t>Click icon to add picture</a:t>
            </a:r>
            <a:endParaRPr/>
          </a:p>
        </p:txBody>
      </p:sp>
    </p:spTree>
  </p:cSld>
</p:sldLayout>
</file>

<file path=ppt/slideLayouts/slideLayout74.xml><?xml version="1.0" encoding="utf-8"?>
<p:sldLayout xmlns:p="http://schemas.openxmlformats.org/presentationml/2006/main" preserve="1" userDrawn="1">
  <p:cSld name="Dark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Font typeface="System Font Regular"/>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Font typeface="System Font Regular"/>
              <a:buChar char="-"/>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hasCustomPrompt="1"/>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lvl1pPr algn="ctr">
              <a:buNone/>
              <a:defRPr b="0" i="0">
                <a:latin typeface="Oracle Sans Tab"/>
                <a:ea typeface="Oracle Sans Tab"/>
                <a:cs typeface="Oracle Sans Tab"/>
              </a:defRPr>
            </a:lvl1pPr>
          </a:lstStyle>
          <a:p xmlns:a="http://schemas.openxmlformats.org/drawingml/2006/main">
            <a:pPr marL="0" marR="0" lvl="0" indent="0" algn="l" defTabSz="914400">
              <a:lnSpc>
                <a:spcPct val="95000"/>
              </a:lnSpc>
              <a:spcBef>
                <a:spcPts val="600"/>
              </a:spcBef>
              <a:spcAft>
                <a:spcPts val="0"/>
              </a:spcAft>
              <a:buClrTx/>
              <a:buSzTx/>
              <a:buFont typeface="System Font Regular"/>
              <a:buNone/>
            </a:pPr>
            <a:r>
              <a:t>Click to add photo or illustration</a:t>
            </a:r>
          </a:p>
        </p:txBody>
      </p:sp>
      <p:sp>
        <p:nvSpPr>
          <p:cNvPr id="2" name="Slide Number Placeholder 7">
            <a:extLst xmlns:a="http://schemas.openxmlformats.org/drawingml/2006/main">
              <a:ext uri="{FF2B5EF4-FFF2-40B4-BE49-F238E27FC236}">
                <a16:creationId xmlns:a16="http://schemas.microsoft.com/office/drawing/2014/main" id="{7F0F3812-0E62-2E09-C9AB-79F13108F9A8}"/>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5" name="Footer Placeholder 6">
            <a:extLst xmlns:a="http://schemas.openxmlformats.org/drawingml/2006/main">
              <a:ext uri="{FF2B5EF4-FFF2-40B4-BE49-F238E27FC236}">
                <a16:creationId xmlns:a16="http://schemas.microsoft.com/office/drawing/2014/main" id="{4D96D9B3-827E-BCDB-1DEF-84EB5E7E90C2}"/>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7" name="Date Placeholder 4">
            <a:extLst xmlns:a="http://schemas.openxmlformats.org/drawingml/2006/main">
              <a:ext uri="{FF2B5EF4-FFF2-40B4-BE49-F238E27FC236}">
                <a16:creationId xmlns:a16="http://schemas.microsoft.com/office/drawing/2014/main" id="{6FBD1657-DE16-5859-6047-8B20D7971D48}"/>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75.xml><?xml version="1.0" encoding="utf-8"?>
<p:sldLayout xmlns:p="http://schemas.openxmlformats.org/presentationml/2006/main" preserve="1" userDrawn="1">
  <p:cSld name="Light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lvl="0">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72844" y="4983135"/>
            <a:ext cx="605462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72844" y="5320728"/>
            <a:ext cx="6054629"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lvl="0">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6190524B-9853-A3B5-6016-2D547D457D4C}"/>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lvl="0">
              <a:buNone/>
            </a:pPr>
            <a:r>
              <a:t>Click to add logo</a:t>
            </a:r>
          </a:p>
        </p:txBody>
      </p:sp>
      <p:sp>
        <p:nvSpPr>
          <p:cNvPr id="7" name="Picture Placeholder 6">
            <a:extLst xmlns:a="http://schemas.openxmlformats.org/drawingml/2006/main">
              <a:ext uri="{FF2B5EF4-FFF2-40B4-BE49-F238E27FC236}">
                <a16:creationId xmlns:a16="http://schemas.microsoft.com/office/drawing/2014/main" id="{6145069B-D056-45AF-BC91-ABDBFD0C3D17}"/>
              </a:ext>
            </a:extLst>
          </p:cNvPr>
          <p:cNvSpPr>
            <a:spLocks xmlns:a="http://schemas.openxmlformats.org/drawingml/2006/main" noGrp="1"/>
          </p:cNvSpPr>
          <p:nvPr>
            <p:ph type="pic" idx="42" hasCustomPrompt="1"/>
          </p:nvPr>
        </p:nvSpPr>
        <p:spPr>
          <a:xfrm xmlns:a="http://schemas.openxmlformats.org/drawingml/2006/main">
            <a:off x="0" y="-2"/>
            <a:ext cx="4876800" cy="6858000"/>
          </a:xfrm>
        </p:spPr>
        <p:txBody>
          <a:bodyPr xmlns:a="http://schemas.openxmlformats.org/drawingml/2006/main" anchor="ctr"/>
          <a:lstStyle xmlns:a="http://schemas.openxmlformats.org/drawingml/2006/main">
            <a:lvl1pPr>
              <a:buNone/>
              <a:defRPr b="0" i="0">
                <a:latin typeface="Oracle Sans Tab"/>
                <a:ea typeface="Oracle Sans Tab"/>
                <a:cs typeface="Oracle Sans Tab"/>
              </a:defRPr>
            </a:lvl1pPr>
          </a:lstStyle>
          <a:p xmlns:a="http://schemas.openxmlformats.org/drawingml/2006/main">
            <a:pPr marL="0" marR="0" lvl="0" indent="0" algn="l" defTabSz="914400">
              <a:lnSpc>
                <a:spcPct val="95000"/>
              </a:lnSpc>
              <a:spcBef>
                <a:spcPts val="600"/>
              </a:spcBef>
              <a:spcAft>
                <a:spcPts val="0"/>
              </a:spcAft>
              <a:buClrTx/>
              <a:buSzTx/>
              <a:buFont typeface="System Font Regular"/>
              <a:buNone/>
            </a:pPr>
            <a:r>
              <a:t>Click to add photo or illustration</a:t>
            </a:r>
          </a:p>
          <a:p xmlns:a="http://schemas.openxmlformats.org/drawingml/2006/main">
            <a:pPr marL="0" marR="0" lvl="0" indent="0" algn="l" defTabSz="914400">
              <a:lnSpc>
                <a:spcPct val="95000"/>
              </a:lnSpc>
              <a:spcBef>
                <a:spcPts val="600"/>
              </a:spcBef>
              <a:spcAft>
                <a:spcPts val="0"/>
              </a:spcAft>
              <a:buClrTx/>
              <a:buSzTx/>
              <a:buFont typeface="System Font Regular"/>
              <a:buNone/>
            </a:pPr>
            <a:endParaRPr/>
          </a:p>
          <a:p xmlns:a="http://schemas.openxmlformats.org/drawingml/2006/main">
            <a:pPr marL="0" marR="0" lvl="0" indent="0" algn="l" defTabSz="914400">
              <a:lnSpc>
                <a:spcPct val="95000"/>
              </a:lnSpc>
              <a:spcBef>
                <a:spcPts val="600"/>
              </a:spcBef>
              <a:spcAft>
                <a:spcPts val="0"/>
              </a:spcAft>
              <a:buClrTx/>
              <a:buSzTx/>
              <a:buFont typeface="System Font Regular"/>
              <a:buNone/>
            </a:pPr>
            <a:endParaRPr/>
          </a:p>
        </p:txBody>
      </p:sp>
      <p:sp>
        <p:nvSpPr>
          <p:cNvPr id="9" name="Slide Number Placeholder 5">
            <a:extLst xmlns:a="http://schemas.openxmlformats.org/drawingml/2006/main">
              <a:ext uri="{FF2B5EF4-FFF2-40B4-BE49-F238E27FC236}">
                <a16:creationId xmlns:a16="http://schemas.microsoft.com/office/drawing/2014/main" id="{6D383948-15D7-7125-EC6C-CB63EC77CA18}"/>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10" name="Footer Placeholder 4">
            <a:extLst xmlns:a="http://schemas.openxmlformats.org/drawingml/2006/main">
              <a:ext uri="{FF2B5EF4-FFF2-40B4-BE49-F238E27FC236}">
                <a16:creationId xmlns:a16="http://schemas.microsoft.com/office/drawing/2014/main" id="{FD46CC1D-F4C5-32B1-5BBE-B6CFF28BAB96}"/>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12" name="Date Placeholder 3">
            <a:extLst xmlns:a="http://schemas.openxmlformats.org/drawingml/2006/main">
              <a:ext uri="{FF2B5EF4-FFF2-40B4-BE49-F238E27FC236}">
                <a16:creationId xmlns:a16="http://schemas.microsoft.com/office/drawing/2014/main" id="{9D38F3F9-78BB-AD8B-F9E3-58010BFE256F}"/>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4" name="Accent mark">
            <a:extLst xmlns:a="http://schemas.openxmlformats.org/drawingml/2006/main">
              <a:ext uri="{FF2B5EF4-FFF2-40B4-BE49-F238E27FC236}">
                <a16:creationId xmlns:a16="http://schemas.microsoft.com/office/drawing/2014/main" id="{9693ED60-0244-537F-7CCC-D2E56AF0B93F}"/>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76.xml><?xml version="1.0" encoding="utf-8"?>
<p:sldLayout xmlns:p="http://schemas.openxmlformats.org/presentationml/2006/main" preserve="1" userDrawn="1">
  <p:cSld name="Dark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10" name="Quote">
            <a:extLst xmlns:a="http://schemas.openxmlformats.org/drawingml/2006/main">
              <a:ext uri="{FF2B5EF4-FFF2-40B4-BE49-F238E27FC236}">
                <a16:creationId xmlns:a16="http://schemas.microsoft.com/office/drawing/2014/main" id="{04AE5B2A-AF85-83D6-EC24-EFCB6E567112}"/>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lvl="0">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85816" y="4983135"/>
            <a:ext cx="6051272"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lvl="0">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85816" y="5320728"/>
            <a:ext cx="6051272"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lvl="0">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3CB52BCF-4E23-BA44-5C50-AFEA7DFA337E}"/>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lvl="0">
              <a:buNone/>
            </a:pPr>
            <a:r>
              <a:t>Click to add logo</a:t>
            </a:r>
          </a:p>
        </p:txBody>
      </p:sp>
      <p:sp>
        <p:nvSpPr>
          <p:cNvPr id="5" name="Picture Placeholder 4">
            <a:extLst xmlns:a="http://schemas.openxmlformats.org/drawingml/2006/main">
              <a:ext uri="{FF2B5EF4-FFF2-40B4-BE49-F238E27FC236}">
                <a16:creationId xmlns:a16="http://schemas.microsoft.com/office/drawing/2014/main" id="{EF3D1FF3-649D-46E2-9FDF-D1A77643F22A}"/>
              </a:ext>
            </a:extLst>
          </p:cNvPr>
          <p:cNvSpPr>
            <a:spLocks xmlns:a="http://schemas.openxmlformats.org/drawingml/2006/main" noGrp="1"/>
          </p:cNvSpPr>
          <p:nvPr>
            <p:ph type="pic" idx="42" hasCustomPrompt="1"/>
          </p:nvPr>
        </p:nvSpPr>
        <p:spPr>
          <a:xfrm xmlns:a="http://schemas.openxmlformats.org/drawingml/2006/main">
            <a:off x="0" y="0"/>
            <a:ext cx="4876800" cy="6858000"/>
          </a:xfrm>
        </p:spPr>
        <p:txBody>
          <a:bodyPr xmlns:a="http://schemas.openxmlformats.org/drawingml/2006/main" anchor="ctr"/>
          <a:lstStyle xmlns:a="http://schemas.openxmlformats.org/drawingml/2006/main">
            <a:lvl1pPr marL="0" marR="0" indent="0" algn="l" defTabSz="914400">
              <a:lnSpc>
                <a:spcPct val="95000"/>
              </a:lnSpc>
              <a:spcBef>
                <a:spcPts val="600"/>
              </a:spcBef>
              <a:spcAft>
                <a:spcPts val="0"/>
              </a:spcAft>
              <a:buClrTx/>
              <a:buSzTx/>
              <a:buFont typeface="System Font Regular"/>
              <a:buNone/>
              <a:defRPr b="0" i="0">
                <a:latin typeface="Oracle Sans Tab"/>
                <a:ea typeface="Oracle Sans Tab"/>
                <a:cs typeface="Oracle Sans Tab"/>
              </a:defRPr>
            </a:lvl1pPr>
          </a:lstStyle>
          <a:p xmlns:a="http://schemas.openxmlformats.org/drawingml/2006/main">
            <a:pPr marL="0" marR="0" lvl="0" indent="0" algn="l" defTabSz="914400">
              <a:lnSpc>
                <a:spcPct val="95000"/>
              </a:lnSpc>
              <a:spcBef>
                <a:spcPts val="600"/>
              </a:spcBef>
              <a:spcAft>
                <a:spcPts val="0"/>
              </a:spcAft>
              <a:buClrTx/>
              <a:buSzTx/>
              <a:buFont typeface="System Font Regular"/>
              <a:buNone/>
            </a:pPr>
            <a:r>
              <a:t>Click to add photo or illustration</a:t>
            </a:r>
          </a:p>
          <a:p xmlns:a="http://schemas.openxmlformats.org/drawingml/2006/main">
            <a:pPr marL="0" marR="0" lvl="0" indent="0" algn="l" defTabSz="914400">
              <a:lnSpc>
                <a:spcPct val="95000"/>
              </a:lnSpc>
              <a:spcBef>
                <a:spcPts val="600"/>
              </a:spcBef>
              <a:spcAft>
                <a:spcPts val="0"/>
              </a:spcAft>
              <a:buClrTx/>
              <a:buSzTx/>
              <a:buFont typeface="System Font Regular"/>
              <a:buNone/>
            </a:pPr>
            <a:endParaRPr/>
          </a:p>
          <a:p xmlns:a="http://schemas.openxmlformats.org/drawingml/2006/main">
            <a:pPr marL="0" marR="0" lvl="0" indent="0" algn="l" defTabSz="914400">
              <a:lnSpc>
                <a:spcPct val="95000"/>
              </a:lnSpc>
              <a:spcBef>
                <a:spcPts val="600"/>
              </a:spcBef>
              <a:spcAft>
                <a:spcPts val="0"/>
              </a:spcAft>
              <a:buClrTx/>
              <a:buSzTx/>
              <a:buFont typeface="System Font Regular"/>
              <a:buNone/>
            </a:pPr>
            <a:endParaRPr/>
          </a:p>
        </p:txBody>
      </p:sp>
      <p:sp>
        <p:nvSpPr>
          <p:cNvPr id="8" name="Slide Number Placeholder 7">
            <a:extLst xmlns:a="http://schemas.openxmlformats.org/drawingml/2006/main">
              <a:ext uri="{FF2B5EF4-FFF2-40B4-BE49-F238E27FC236}">
                <a16:creationId xmlns:a16="http://schemas.microsoft.com/office/drawing/2014/main" id="{74012F76-56F8-02E5-D4BF-72EE9E58CDB6}"/>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9" name="Footer Placeholder 6">
            <a:extLst xmlns:a="http://schemas.openxmlformats.org/drawingml/2006/main">
              <a:ext uri="{FF2B5EF4-FFF2-40B4-BE49-F238E27FC236}">
                <a16:creationId xmlns:a16="http://schemas.microsoft.com/office/drawing/2014/main" id="{3DC697D7-91D3-03A4-C4DD-83F242623976}"/>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2" name="Date Placeholder 4">
            <a:extLst xmlns:a="http://schemas.openxmlformats.org/drawingml/2006/main">
              <a:ext uri="{FF2B5EF4-FFF2-40B4-BE49-F238E27FC236}">
                <a16:creationId xmlns:a16="http://schemas.microsoft.com/office/drawing/2014/main" id="{18E33BA5-8373-D6D1-7F87-133CF1849725}"/>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4" name="Accent mark">
            <a:extLst xmlns:a="http://schemas.openxmlformats.org/drawingml/2006/main">
              <a:ext uri="{FF2B5EF4-FFF2-40B4-BE49-F238E27FC236}">
                <a16:creationId xmlns:a16="http://schemas.microsoft.com/office/drawing/2014/main" id="{99B99AF4-E9E4-23D9-4E0C-A8017ECCDA64}"/>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77.xml><?xml version="1.0" encoding="utf-8"?>
<p:sldLayout xmlns:p="http://schemas.openxmlformats.org/presentationml/2006/main" preserve="1" userDrawn="1">
  <p:cSld name="Left Rail - Light">
    <p:bg>
      <p:bgRef idx="1001">
        <a:schemeClr xmlns:a="http://schemas.openxmlformats.org/drawingml/2006/main" val="bg2"/>
      </p:bgRef>
    </p:bg>
    <p:spTree>
      <p:nvGrpSpPr>
        <p:cNvPr id="1" name=""/>
        <p:cNvGrpSpPr/>
        <p:nvPr/>
      </p:nvGrpSpPr>
      <p:grpSpPr>
        <a:xfrm xmlns:a="http://schemas.openxmlformats.org/drawingml/2006/main"/>
      </p:grpSpPr>
      <p:sp>
        <p:nvSpPr>
          <p:cNvPr id="17" name="Rectangle 16">
            <a:extLst xmlns:a="http://schemas.openxmlformats.org/drawingml/2006/main">
              <a:ext uri="{FF2B5EF4-FFF2-40B4-BE49-F238E27FC236}">
                <a16:creationId xmlns:a16="http://schemas.microsoft.com/office/drawing/2014/main" id="{CB705EA2-F116-883A-32A5-62C3C550DC70}"/>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2" name="Slide Number Placeholder 5">
            <a:extLst xmlns:a="http://schemas.openxmlformats.org/drawingml/2006/main">
              <a:ext uri="{FF2B5EF4-FFF2-40B4-BE49-F238E27FC236}">
                <a16:creationId xmlns:a16="http://schemas.microsoft.com/office/drawing/2014/main" id="{4A4AA1A5-342C-3485-3780-BAE18FB151A3}"/>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13" name="Footer Placeholder 4">
            <a:extLst xmlns:a="http://schemas.openxmlformats.org/drawingml/2006/main">
              <a:ext uri="{FF2B5EF4-FFF2-40B4-BE49-F238E27FC236}">
                <a16:creationId xmlns:a16="http://schemas.microsoft.com/office/drawing/2014/main" id="{FDE280B0-6EE3-EDEB-71CB-39C075AE81F5}"/>
              </a:ext>
            </a:extLst>
          </p:cNvPr>
          <p:cNvSpPr>
            <a:spLocks xmlns:a="http://schemas.openxmlformats.org/drawingml/2006/main" noGrp="1"/>
          </p:cNvSpPr>
          <p:nvPr>
            <p:ph type="ftr" idx="41"/>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14" name="Date Placeholder 3">
            <a:extLst xmlns:a="http://schemas.openxmlformats.org/drawingml/2006/main">
              <a:ext uri="{FF2B5EF4-FFF2-40B4-BE49-F238E27FC236}">
                <a16:creationId xmlns:a16="http://schemas.microsoft.com/office/drawing/2014/main" id="{E559A02B-8EF1-F308-C124-047EB3505456}"/>
              </a:ext>
            </a:extLst>
          </p:cNvPr>
          <p:cNvSpPr>
            <a:spLocks xmlns:a="http://schemas.openxmlformats.org/drawingml/2006/main" noGrp="1"/>
          </p:cNvSpPr>
          <p:nvPr>
            <p:ph type="dt" idx="42"/>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78.xml><?xml version="1.0" encoding="utf-8"?>
<p:sldLayout xmlns:p="http://schemas.openxmlformats.org/presentationml/2006/main" preserve="1" userDrawn="1">
  <p:cSld name="Left Rail - Dark">
    <p:bg>
      <p:bgRef idx="1001">
        <a:schemeClr xmlns:a="http://schemas.openxmlformats.org/drawingml/2006/main" val="bg2"/>
      </p:bgRef>
    </p:bg>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9B625BA6-E661-F94B-6FD6-217579854D3C}"/>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rgbClr val="1C2020"/>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solidFill>
                  <a:schemeClr val="tx1"/>
                </a:solidFill>
                <a:latin typeface="Oracle Sans Tab"/>
                <a:ea typeface="Oracle Sans Tab"/>
                <a:cs typeface="Oracle Sans Tab"/>
              </a:defRPr>
            </a:lvl1pPr>
          </a:lstStyle>
          <a:p xmlns:a="http://schemas.openxmlformats.org/drawingml/2006/main">
            <a:pPr lvl="0">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2" name="Slide Number Placeholder 5">
            <a:extLst xmlns:a="http://schemas.openxmlformats.org/drawingml/2006/main">
              <a:ext uri="{FF2B5EF4-FFF2-40B4-BE49-F238E27FC236}">
                <a16:creationId xmlns:a16="http://schemas.microsoft.com/office/drawing/2014/main" id="{4A4AA1A5-342C-3485-3780-BAE18FB151A3}"/>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13" name="Footer Placeholder 4">
            <a:extLst xmlns:a="http://schemas.openxmlformats.org/drawingml/2006/main">
              <a:ext uri="{FF2B5EF4-FFF2-40B4-BE49-F238E27FC236}">
                <a16:creationId xmlns:a16="http://schemas.microsoft.com/office/drawing/2014/main" id="{FDE280B0-6EE3-EDEB-71CB-39C075AE81F5}"/>
              </a:ext>
            </a:extLst>
          </p:cNvPr>
          <p:cNvSpPr>
            <a:spLocks xmlns:a="http://schemas.openxmlformats.org/drawingml/2006/main" noGrp="1"/>
          </p:cNvSpPr>
          <p:nvPr>
            <p:ph type="ftr" idx="41"/>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4" name="Date Placeholder 3">
            <a:extLst xmlns:a="http://schemas.openxmlformats.org/drawingml/2006/main">
              <a:ext uri="{FF2B5EF4-FFF2-40B4-BE49-F238E27FC236}">
                <a16:creationId xmlns:a16="http://schemas.microsoft.com/office/drawing/2014/main" id="{E559A02B-8EF1-F308-C124-047EB3505456}"/>
              </a:ext>
            </a:extLst>
          </p:cNvPr>
          <p:cNvSpPr>
            <a:spLocks xmlns:a="http://schemas.openxmlformats.org/drawingml/2006/main" noGrp="1"/>
          </p:cNvSpPr>
          <p:nvPr>
            <p:ph type="dt" idx="42"/>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79.xml><?xml version="1.0" encoding="utf-8"?>
<p:sldLayout xmlns:p="http://schemas.openxmlformats.org/presentationml/2006/main" preserve="1" userDrawn="1">
  <p:cSld name="Content + Illustration_Light">
    <p:bg>
      <p:bgRef idx="1001">
        <a:schemeClr xmlns:a="http://schemas.openxmlformats.org/drawingml/2006/main" val="bg2"/>
      </p:bgRef>
    </p:bg>
    <p:spTree>
      <p:nvGrpSpPr>
        <p:cNvPr id="1" name=""/>
        <p:cNvGrpSpPr/>
        <p:nvPr/>
      </p:nvGrpSpPr>
      <p:grpSpPr>
        <a:xfrm xmlns:a="http://schemas.openxmlformats.org/drawingml/2006/main"/>
      </p:grpSpPr>
      <p:sp>
        <p:nvSpPr>
          <p:cNvPr id="23" name="Title 1">
            <a:extLst xmlns:a="http://schemas.openxmlformats.org/drawingml/2006/main">
              <a:ext uri="{FF2B5EF4-FFF2-40B4-BE49-F238E27FC236}">
                <a16:creationId xmlns:a16="http://schemas.microsoft.com/office/drawing/2014/main" id="{8A0A7166-96D6-457B-8CE6-21491B0153C5}"/>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2F837A2F-4A14-0DC4-608A-F65C24823266}"/>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p:txBody>
      </p:sp>
      <p:pic>
        <p:nvPicPr>
          <p:cNvPr id="2" name="OTag">
            <a:extLst xmlns:a="http://schemas.openxmlformats.org/drawingml/2006/main">
              <a:ext uri="{FF2B5EF4-FFF2-40B4-BE49-F238E27FC236}">
                <a16:creationId xmlns:a16="http://schemas.microsoft.com/office/drawing/2014/main" id="{D9A31585-2173-4EC6-B07D-829A41385D58}"/>
              </a:ext>
            </a:extLst>
          </p:cNvPr>
          <p:cNvPicPr>
            <a:picLocks xmlns:a="http://schemas.openxmlformats.org/drawingml/2006/main" noChangeAspect="1"/>
          </p:cNvPicPr>
          <p:nvPr/>
        </p:nvPicPr>
        <p:blipFill>
          <a:blip xmlns:r="http://schemas.openxmlformats.org/officeDocument/2006/relationships" xmlns:a="http://schemas.openxmlformats.org/drawingml/2006/main" r:embed="Rb7e7f5f5d50040b2"/>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91B7B17D-763D-5F99-0CC2-80B2CC63E130}"/>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17" name="Text Placeholder 19">
            <a:extLst xmlns:a="http://schemas.openxmlformats.org/drawingml/2006/main">
              <a:ext uri="{FF2B5EF4-FFF2-40B4-BE49-F238E27FC236}">
                <a16:creationId xmlns:a16="http://schemas.microsoft.com/office/drawing/2014/main" id="{F95C4F20-D940-4F84-4840-DD649575E2CD}"/>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15" name="Text Placeholder 21">
            <a:extLst xmlns:a="http://schemas.openxmlformats.org/drawingml/2006/main">
              <a:ext uri="{FF2B5EF4-FFF2-40B4-BE49-F238E27FC236}">
                <a16:creationId xmlns:a16="http://schemas.microsoft.com/office/drawing/2014/main" id="{5DE24B9A-F5B4-C415-A25C-25FE02976EEF}"/>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19" name="Text Placeholder 19">
            <a:extLst xmlns:a="http://schemas.openxmlformats.org/drawingml/2006/main">
              <a:ext uri="{FF2B5EF4-FFF2-40B4-BE49-F238E27FC236}">
                <a16:creationId xmlns:a16="http://schemas.microsoft.com/office/drawing/2014/main" id="{E725E68E-222F-2174-3EDA-49279B3A0D6A}"/>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16" name="Text Placeholder 21">
            <a:extLst xmlns:a="http://schemas.openxmlformats.org/drawingml/2006/main">
              <a:ext uri="{FF2B5EF4-FFF2-40B4-BE49-F238E27FC236}">
                <a16:creationId xmlns:a16="http://schemas.microsoft.com/office/drawing/2014/main" id="{2080E49F-0C27-1D0D-3ADD-B37ABD6F37FA}"/>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0" name="Text Placeholder 19">
            <a:extLst xmlns:a="http://schemas.openxmlformats.org/drawingml/2006/main">
              <a:ext uri="{FF2B5EF4-FFF2-40B4-BE49-F238E27FC236}">
                <a16:creationId xmlns:a16="http://schemas.microsoft.com/office/drawing/2014/main" id="{85BD9371-1A26-2813-D974-5AAA802C8FF9}"/>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30" name="Slide Number Placeholder 29">
            <a:extLst xmlns:a="http://schemas.openxmlformats.org/drawingml/2006/main">
              <a:ext uri="{FF2B5EF4-FFF2-40B4-BE49-F238E27FC236}">
                <a16:creationId xmlns:a16="http://schemas.microsoft.com/office/drawing/2014/main" id="{84B479B2-1CF2-3499-ECF3-B456AF825229}"/>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29" name="Footer Placeholder 28">
            <a:extLst xmlns:a="http://schemas.openxmlformats.org/drawingml/2006/main">
              <a:ext uri="{FF2B5EF4-FFF2-40B4-BE49-F238E27FC236}">
                <a16:creationId xmlns:a16="http://schemas.microsoft.com/office/drawing/2014/main" id="{F4CBE579-E608-75DC-9C4F-2B4569EB979D}"/>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21" name="Date Placeholder 20">
            <a:extLst xmlns:a="http://schemas.openxmlformats.org/drawingml/2006/main">
              <a:ext uri="{FF2B5EF4-FFF2-40B4-BE49-F238E27FC236}">
                <a16:creationId xmlns:a16="http://schemas.microsoft.com/office/drawing/2014/main" id="{CD50F9B7-8433-E425-D45B-A564BF8DDC50}"/>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80.xml><?xml version="1.0" encoding="utf-8"?>
<p:sldLayout xmlns:p="http://schemas.openxmlformats.org/presentationml/2006/main" preserve="1" userDrawn="1">
  <p:cSld name="Content + Illustration_Dark">
    <p:bg>
      <p:bgRef idx="1001">
        <a:schemeClr xmlns:a="http://schemas.openxmlformats.org/drawingml/2006/main" val="bg2"/>
      </p:bgRef>
    </p:bg>
    <p:spTree>
      <p:nvGrpSpPr>
        <p:cNvPr id="1" name=""/>
        <p:cNvGrpSpPr/>
        <p:nvPr/>
      </p:nvGrpSpPr>
      <p:grpSpPr>
        <a:xfrm xmlns:a="http://schemas.openxmlformats.org/drawingml/2006/main"/>
      </p:grpSpPr>
      <p:sp>
        <p:nvSpPr>
          <p:cNvPr id="6" name="Title 1">
            <a:extLst xmlns:a="http://schemas.openxmlformats.org/drawingml/2006/main">
              <a:ext uri="{FF2B5EF4-FFF2-40B4-BE49-F238E27FC236}">
                <a16:creationId xmlns:a16="http://schemas.microsoft.com/office/drawing/2014/main" id="{90AAD36B-6012-46AE-9059-48412FF4F4CE}"/>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3" name="Subtitle">
            <a:extLst xmlns:a="http://schemas.openxmlformats.org/drawingml/2006/main">
              <a:ext uri="{FF2B5EF4-FFF2-40B4-BE49-F238E27FC236}">
                <a16:creationId xmlns:a16="http://schemas.microsoft.com/office/drawing/2014/main" id="{2F0BE92C-B4B2-428B-05A0-35A0A1E50208}"/>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lvl="0">
              <a:buNone/>
            </a:pPr>
            <a:r>
              <a:t>Subtitle</a:t>
            </a:r>
          </a:p>
        </p:txBody>
      </p:sp>
      <p:sp>
        <p:nvSpPr>
          <p:cNvPr id="7" name="Text Placeholder 21">
            <a:extLst xmlns:a="http://schemas.openxmlformats.org/drawingml/2006/main">
              <a:ext uri="{FF2B5EF4-FFF2-40B4-BE49-F238E27FC236}">
                <a16:creationId xmlns:a16="http://schemas.microsoft.com/office/drawing/2014/main" id="{D94B5212-F918-DF01-5172-A319C17449A7}"/>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0" name="Text Placeholder 19">
            <a:extLst xmlns:a="http://schemas.openxmlformats.org/drawingml/2006/main">
              <a:ext uri="{FF2B5EF4-FFF2-40B4-BE49-F238E27FC236}">
                <a16:creationId xmlns:a16="http://schemas.microsoft.com/office/drawing/2014/main" id="{3FE2B7B3-F269-EFB7-7B21-A67456B5D4CB}"/>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9" name="Text Placeholder 21">
            <a:extLst xmlns:a="http://schemas.openxmlformats.org/drawingml/2006/main">
              <a:ext uri="{FF2B5EF4-FFF2-40B4-BE49-F238E27FC236}">
                <a16:creationId xmlns:a16="http://schemas.microsoft.com/office/drawing/2014/main" id="{BCEC7A68-80D1-7F0E-65E6-F442ED207687}"/>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1" name="Text Placeholder 19">
            <a:extLst xmlns:a="http://schemas.openxmlformats.org/drawingml/2006/main">
              <a:ext uri="{FF2B5EF4-FFF2-40B4-BE49-F238E27FC236}">
                <a16:creationId xmlns:a16="http://schemas.microsoft.com/office/drawing/2014/main" id="{D61461B8-CD09-2000-05E6-9B3BC9D25CD5}"/>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11" name="Text Placeholder 21">
            <a:extLst xmlns:a="http://schemas.openxmlformats.org/drawingml/2006/main">
              <a:ext uri="{FF2B5EF4-FFF2-40B4-BE49-F238E27FC236}">
                <a16:creationId xmlns:a16="http://schemas.microsoft.com/office/drawing/2014/main" id="{A3E124E7-38A2-4149-5708-BE9F62CFA604}"/>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2" name="Text Placeholder 19">
            <a:extLst xmlns:a="http://schemas.openxmlformats.org/drawingml/2006/main">
              <a:ext uri="{FF2B5EF4-FFF2-40B4-BE49-F238E27FC236}">
                <a16:creationId xmlns:a16="http://schemas.microsoft.com/office/drawing/2014/main" id="{4FBE4EEC-B947-E852-0B29-987839C3A3D6}"/>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bg1"/>
                </a:solidFill>
                <a:latin typeface="Oracle Sans Tab Light"/>
                <a:ea typeface="Oracle Sans Tab Light"/>
                <a:cs typeface="Oracle Sans Tab Light"/>
              </a:defRPr>
            </a:lvl1pPr>
          </a:lstStyle>
          <a:p xmlns:a="http://schemas.openxmlformats.org/drawingml/2006/main">
            <a:r>
              <a:t>Click to add photo or illustration</a:t>
            </a:r>
          </a:p>
          <a:p xmlns:a="http://schemas.openxmlformats.org/drawingml/2006/main">
            <a:endParaRPr/>
          </a:p>
        </p:txBody>
      </p:sp>
      <p:pic>
        <p:nvPicPr>
          <p:cNvPr id="2" name="OTag">
            <a:extLst xmlns:a="http://schemas.openxmlformats.org/drawingml/2006/main">
              <a:ext uri="{FF2B5EF4-FFF2-40B4-BE49-F238E27FC236}">
                <a16:creationId xmlns:a16="http://schemas.microsoft.com/office/drawing/2014/main" id="{0E9D38C4-A380-4304-9592-B46A64DC5BE0}"/>
              </a:ext>
            </a:extLst>
          </p:cNvPr>
          <p:cNvPicPr>
            <a:picLocks xmlns:a="http://schemas.openxmlformats.org/drawingml/2006/main" noChangeAspect="1"/>
          </p:cNvPicPr>
          <p:nvPr/>
        </p:nvPicPr>
        <p:blipFill>
          <a:blip xmlns:r="http://schemas.openxmlformats.org/officeDocument/2006/relationships" xmlns:a="http://schemas.openxmlformats.org/drawingml/2006/main" r:embed="R963d0f6174364c5e"/>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 name="Slide Number Placeholder 7">
            <a:extLst xmlns:a="http://schemas.openxmlformats.org/drawingml/2006/main">
              <a:ext uri="{FF2B5EF4-FFF2-40B4-BE49-F238E27FC236}">
                <a16:creationId xmlns:a16="http://schemas.microsoft.com/office/drawing/2014/main" id="{8AC454DE-00F0-4427-48D5-1DC459110090}"/>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fld id="{345D60D9-5372-5F40-9443-0F9AE5BDC3C8}" type="slidenum">
              <a:t>‹#›</a:t>
            </a:fld>
            <a:endParaRPr/>
          </a:p>
        </p:txBody>
      </p:sp>
      <p:sp>
        <p:nvSpPr>
          <p:cNvPr id="4" name="Footer Placeholder 6">
            <a:extLst xmlns:a="http://schemas.openxmlformats.org/drawingml/2006/main">
              <a:ext uri="{FF2B5EF4-FFF2-40B4-BE49-F238E27FC236}">
                <a16:creationId xmlns:a16="http://schemas.microsoft.com/office/drawing/2014/main" id="{28FED12C-599D-4CB3-E602-5CD82B6F039D}"/>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sz="800">
                <a:solidFill>
                  <a:srgbClr val="AEA8A2"/>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61F25286-7A1D-EBA0-D474-81129CEE733D}"/>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81.xml><?xml version="1.0" encoding="utf-8"?>
<p:sldLayout xmlns:p="http://schemas.openxmlformats.org/presentationml/2006/main" preserve="1" userDrawn="1">
  <p:cSld name="Light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F9FC0DC-6C36-4AC7-90FE-9BE28E17F1B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Picture Placeholder 2">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905836"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Text Placeholder 21">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11" name="Text Placeholder 21">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a:t>
            </a:r>
            <a:endParaRPr/>
          </a:p>
        </p:txBody>
      </p:sp>
      <p:sp>
        <p:nvSpPr>
          <p:cNvPr id="5" name="Straight Connector 4">
            <a:extLst xmlns:a="http://schemas.openxmlformats.org/drawingml/2006/main">
              <a:ext uri="{FF2B5EF4-FFF2-40B4-BE49-F238E27FC236}">
                <a16:creationId xmlns:a16="http://schemas.microsoft.com/office/drawing/2014/main" id="{CA64D6C6-E4ED-43C2-9DE3-DD9D2FE37BE2}"/>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2" name="Picture Placeholder 2">
            <a:extLst xmlns:a="http://schemas.openxmlformats.org/drawingml/2006/main">
              <a:ext uri="{FF2B5EF4-FFF2-40B4-BE49-F238E27FC236}">
                <a16:creationId xmlns:a16="http://schemas.microsoft.com/office/drawing/2014/main" id="{00545EAB-02F2-4D35-839F-11095FE3779B}"/>
              </a:ext>
            </a:extLst>
          </p:cNvPr>
          <p:cNvSpPr>
            <a:spLocks xmlns:a="http://schemas.openxmlformats.org/drawingml/2006/main" noGrp="1"/>
          </p:cNvSpPr>
          <p:nvPr>
            <p:ph type="pic" idx="33" hasCustomPrompt="1"/>
          </p:nvPr>
        </p:nvSpPr>
        <p:spPr>
          <a:xfrm xmlns:a="http://schemas.openxmlformats.org/drawingml/2006/main">
            <a:off x="4797315"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3" name="Text Placeholder 21">
            <a:extLst xmlns:a="http://schemas.openxmlformats.org/drawingml/2006/main">
              <a:ext uri="{FF2B5EF4-FFF2-40B4-BE49-F238E27FC236}">
                <a16:creationId xmlns:a16="http://schemas.microsoft.com/office/drawing/2014/main" id="{C85CBC82-72D6-46B3-9B52-627E5BC2BC55}"/>
              </a:ext>
            </a:extLst>
          </p:cNvPr>
          <p:cNvSpPr>
            <a:spLocks xmlns:a="http://schemas.openxmlformats.org/drawingml/2006/main" noGrp="1"/>
          </p:cNvSpPr>
          <p:nvPr>
            <p:ph type="body" idx="34"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9" name="Text Placeholder 21">
            <a:extLst xmlns:a="http://schemas.openxmlformats.org/drawingml/2006/main">
              <a:ext uri="{FF2B5EF4-FFF2-40B4-BE49-F238E27FC236}">
                <a16:creationId xmlns:a16="http://schemas.microsoft.com/office/drawing/2014/main" id="{0FA9D0FA-EA15-4919-BEB9-4C5EE9D8CDFF}"/>
              </a:ext>
            </a:extLst>
          </p:cNvPr>
          <p:cNvSpPr>
            <a:spLocks xmlns:a="http://schemas.openxmlformats.org/drawingml/2006/main" noGrp="1"/>
          </p:cNvSpPr>
          <p:nvPr>
            <p:ph type="body" idx="35"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a:t>
            </a:r>
            <a:endParaRPr/>
          </a:p>
        </p:txBody>
      </p:sp>
      <p:sp>
        <p:nvSpPr>
          <p:cNvPr id="28" name="Straight Connector 27">
            <a:extLst xmlns:a="http://schemas.openxmlformats.org/drawingml/2006/main">
              <a:ext uri="{FF2B5EF4-FFF2-40B4-BE49-F238E27FC236}">
                <a16:creationId xmlns:a16="http://schemas.microsoft.com/office/drawing/2014/main" id="{956F3B5E-43C4-4E3E-A2D8-E4C1CF639655}"/>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0" name="Picture Placeholder 2">
            <a:extLst xmlns:a="http://schemas.openxmlformats.org/drawingml/2006/main">
              <a:ext uri="{FF2B5EF4-FFF2-40B4-BE49-F238E27FC236}">
                <a16:creationId xmlns:a16="http://schemas.microsoft.com/office/drawing/2014/main" id="{7E0E7E15-3D7B-4123-8321-B073C59133A1}"/>
              </a:ext>
            </a:extLst>
          </p:cNvPr>
          <p:cNvSpPr>
            <a:spLocks xmlns:a="http://schemas.openxmlformats.org/drawingml/2006/main" noGrp="1"/>
          </p:cNvSpPr>
          <p:nvPr>
            <p:ph type="pic" idx="36" hasCustomPrompt="1"/>
          </p:nvPr>
        </p:nvSpPr>
        <p:spPr>
          <a:xfrm xmlns:a="http://schemas.openxmlformats.org/drawingml/2006/main">
            <a:off x="8645868"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1" name="Text Placeholder 21">
            <a:extLst xmlns:a="http://schemas.openxmlformats.org/drawingml/2006/main">
              <a:ext uri="{FF2B5EF4-FFF2-40B4-BE49-F238E27FC236}">
                <a16:creationId xmlns:a16="http://schemas.microsoft.com/office/drawing/2014/main" id="{8C820BCB-F093-47C5-A402-60E80288139D}"/>
              </a:ext>
            </a:extLst>
          </p:cNvPr>
          <p:cNvSpPr>
            <a:spLocks xmlns:a="http://schemas.openxmlformats.org/drawingml/2006/main" noGrp="1"/>
          </p:cNvSpPr>
          <p:nvPr>
            <p:ph type="body" idx="37"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32" name="Text Placeholder 21">
            <a:extLst xmlns:a="http://schemas.openxmlformats.org/drawingml/2006/main">
              <a:ext uri="{FF2B5EF4-FFF2-40B4-BE49-F238E27FC236}">
                <a16:creationId xmlns:a16="http://schemas.microsoft.com/office/drawing/2014/main" id="{F1AF7868-3C5C-49BB-8190-B4107C4DC70C}"/>
              </a:ext>
            </a:extLst>
          </p:cNvPr>
          <p:cNvSpPr>
            <a:spLocks xmlns:a="http://schemas.openxmlformats.org/drawingml/2006/main" noGrp="1"/>
          </p:cNvSpPr>
          <p:nvPr>
            <p:ph type="body" idx="38"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a:t>
            </a:r>
            <a:endParaRPr/>
          </a:p>
        </p:txBody>
      </p:sp>
      <p:sp>
        <p:nvSpPr>
          <p:cNvPr id="9" name="Footer Placeholder 8">
            <a:extLst xmlns:a="http://schemas.openxmlformats.org/drawingml/2006/main">
              <a:ext uri="{FF2B5EF4-FFF2-40B4-BE49-F238E27FC236}">
                <a16:creationId xmlns:a16="http://schemas.microsoft.com/office/drawing/2014/main" id="{F59CF6BC-7A2F-38D3-C1EA-BEA6C37D79F5}"/>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10" name="Slide Number Placeholder 9">
            <a:extLst xmlns:a="http://schemas.openxmlformats.org/drawingml/2006/main">
              <a:ext uri="{FF2B5EF4-FFF2-40B4-BE49-F238E27FC236}">
                <a16:creationId xmlns:a16="http://schemas.microsoft.com/office/drawing/2014/main" id="{2E05EDD9-0672-4EB4-1B16-92CEDEB1EFE7}"/>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8" name="Date Placeholder 7">
            <a:extLst xmlns:a="http://schemas.openxmlformats.org/drawingml/2006/main">
              <a:ext uri="{FF2B5EF4-FFF2-40B4-BE49-F238E27FC236}">
                <a16:creationId xmlns:a16="http://schemas.microsoft.com/office/drawing/2014/main" id="{7B180CC4-74E6-A0D5-4CC7-34ABAEAABDF5}"/>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82.xml><?xml version="1.0" encoding="utf-8"?>
<p:sldLayout xmlns:p="http://schemas.openxmlformats.org/presentationml/2006/main" preserve="1" userDrawn="1">
  <p:cSld name="Dark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8" name="Title 7">
            <a:extLst xmlns:a="http://schemas.openxmlformats.org/drawingml/2006/main">
              <a:ext uri="{FF2B5EF4-FFF2-40B4-BE49-F238E27FC236}">
                <a16:creationId xmlns:a16="http://schemas.microsoft.com/office/drawing/2014/main" id="{358B48DD-4D54-4AC7-8AB9-59BEB3B7003A}"/>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Picture Placeholder 2">
            <a:extLst xmlns:a="http://schemas.openxmlformats.org/drawingml/2006/main">
              <a:ext uri="{FF2B5EF4-FFF2-40B4-BE49-F238E27FC236}">
                <a16:creationId xmlns:a16="http://schemas.microsoft.com/office/drawing/2014/main" id="{6A71FCB8-1058-4D1C-AED7-FAA7D744D71E}"/>
              </a:ext>
            </a:extLst>
          </p:cNvPr>
          <p:cNvSpPr>
            <a:spLocks xmlns:a="http://schemas.openxmlformats.org/drawingml/2006/main" noGrp="1"/>
          </p:cNvSpPr>
          <p:nvPr>
            <p:ph type="pic" idx="26" hasCustomPrompt="1"/>
          </p:nvPr>
        </p:nvSpPr>
        <p:spPr>
          <a:xfrm xmlns:a="http://schemas.openxmlformats.org/drawingml/2006/main">
            <a:off x="897834" y="1903921"/>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Text Placeholder 21">
            <a:extLst xmlns:a="http://schemas.openxmlformats.org/drawingml/2006/main">
              <a:ext uri="{FF2B5EF4-FFF2-40B4-BE49-F238E27FC236}">
                <a16:creationId xmlns:a16="http://schemas.microsoft.com/office/drawing/2014/main" id="{86408202-D3B4-402D-BC69-53C3509E8A7B}"/>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1" name="Text Placeholder 21">
            <a:extLst xmlns:a="http://schemas.openxmlformats.org/drawingml/2006/main">
              <a:ext uri="{FF2B5EF4-FFF2-40B4-BE49-F238E27FC236}">
                <a16:creationId xmlns:a16="http://schemas.microsoft.com/office/drawing/2014/main" id="{5CF397F4-2EE2-483E-8C39-8DB6BD107811}"/>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a:t>
            </a:r>
            <a:endParaRPr/>
          </a:p>
        </p:txBody>
      </p:sp>
      <p:sp>
        <p:nvSpPr>
          <p:cNvPr id="22" name="Straight Connector 21">
            <a:extLst xmlns:a="http://schemas.openxmlformats.org/drawingml/2006/main">
              <a:ext uri="{FF2B5EF4-FFF2-40B4-BE49-F238E27FC236}">
                <a16:creationId xmlns:a16="http://schemas.microsoft.com/office/drawing/2014/main" id="{2A6230A3-402A-41FC-91B9-B82DE4CB0B94}"/>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Picture Placeholder 2">
            <a:extLst xmlns:a="http://schemas.openxmlformats.org/drawingml/2006/main">
              <a:ext uri="{FF2B5EF4-FFF2-40B4-BE49-F238E27FC236}">
                <a16:creationId xmlns:a16="http://schemas.microsoft.com/office/drawing/2014/main" id="{84092946-3931-41BA-A9C4-E37BA2482561}"/>
              </a:ext>
            </a:extLst>
          </p:cNvPr>
          <p:cNvSpPr>
            <a:spLocks xmlns:a="http://schemas.openxmlformats.org/drawingml/2006/main" noGrp="1"/>
          </p:cNvSpPr>
          <p:nvPr>
            <p:ph type="pic" idx="36" hasCustomPrompt="1"/>
          </p:nvPr>
        </p:nvSpPr>
        <p:spPr>
          <a:xfrm xmlns:a="http://schemas.openxmlformats.org/drawingml/2006/main">
            <a:off x="4757260"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9" name="Text Placeholder 21">
            <a:extLst xmlns:a="http://schemas.openxmlformats.org/drawingml/2006/main">
              <a:ext uri="{FF2B5EF4-FFF2-40B4-BE49-F238E27FC236}">
                <a16:creationId xmlns:a16="http://schemas.microsoft.com/office/drawing/2014/main" id="{7A2A35E2-8BA7-45B3-B02C-B531B503587A}"/>
              </a:ext>
            </a:extLst>
          </p:cNvPr>
          <p:cNvSpPr>
            <a:spLocks xmlns:a="http://schemas.openxmlformats.org/drawingml/2006/main" noGrp="1"/>
          </p:cNvSpPr>
          <p:nvPr>
            <p:ph type="body" idx="37"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30" name="Text Placeholder 21">
            <a:extLst xmlns:a="http://schemas.openxmlformats.org/drawingml/2006/main">
              <a:ext uri="{FF2B5EF4-FFF2-40B4-BE49-F238E27FC236}">
                <a16:creationId xmlns:a16="http://schemas.microsoft.com/office/drawing/2014/main" id="{B0D928C5-7B1B-4A74-A1EB-B0C408189CAC}"/>
              </a:ext>
            </a:extLst>
          </p:cNvPr>
          <p:cNvSpPr>
            <a:spLocks xmlns:a="http://schemas.openxmlformats.org/drawingml/2006/main" noGrp="1"/>
          </p:cNvSpPr>
          <p:nvPr>
            <p:ph type="body" idx="38"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a:t>
            </a:r>
            <a:endParaRPr/>
          </a:p>
        </p:txBody>
      </p:sp>
      <p:sp>
        <p:nvSpPr>
          <p:cNvPr id="31" name="Straight Connector 30">
            <a:extLst xmlns:a="http://schemas.openxmlformats.org/drawingml/2006/main">
              <a:ext uri="{FF2B5EF4-FFF2-40B4-BE49-F238E27FC236}">
                <a16:creationId xmlns:a16="http://schemas.microsoft.com/office/drawing/2014/main" id="{083A869E-E478-4A51-A623-DCDB3647159B}"/>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2" name="Picture Placeholder 2">
            <a:extLst xmlns:a="http://schemas.openxmlformats.org/drawingml/2006/main">
              <a:ext uri="{FF2B5EF4-FFF2-40B4-BE49-F238E27FC236}">
                <a16:creationId xmlns:a16="http://schemas.microsoft.com/office/drawing/2014/main" id="{E9839675-3836-4943-9E7E-492470598773}"/>
              </a:ext>
            </a:extLst>
          </p:cNvPr>
          <p:cNvSpPr>
            <a:spLocks xmlns:a="http://schemas.openxmlformats.org/drawingml/2006/main" noGrp="1"/>
          </p:cNvSpPr>
          <p:nvPr>
            <p:ph type="pic" idx="39" hasCustomPrompt="1"/>
          </p:nvPr>
        </p:nvSpPr>
        <p:spPr>
          <a:xfrm xmlns:a="http://schemas.openxmlformats.org/drawingml/2006/main">
            <a:off x="8616787" y="192880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3" name="Text Placeholder 21">
            <a:extLst xmlns:a="http://schemas.openxmlformats.org/drawingml/2006/main">
              <a:ext uri="{FF2B5EF4-FFF2-40B4-BE49-F238E27FC236}">
                <a16:creationId xmlns:a16="http://schemas.microsoft.com/office/drawing/2014/main" id="{987833E9-276C-4353-BF31-4FC33134EEAE}"/>
              </a:ext>
            </a:extLst>
          </p:cNvPr>
          <p:cNvSpPr>
            <a:spLocks xmlns:a="http://schemas.openxmlformats.org/drawingml/2006/main" noGrp="1"/>
          </p:cNvSpPr>
          <p:nvPr>
            <p:ph type="body" idx="40"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34" name="Text Placeholder 21">
            <a:extLst xmlns:a="http://schemas.openxmlformats.org/drawingml/2006/main">
              <a:ext uri="{FF2B5EF4-FFF2-40B4-BE49-F238E27FC236}">
                <a16:creationId xmlns:a16="http://schemas.microsoft.com/office/drawing/2014/main" id="{4565DAAC-922E-4C75-A762-C6B54070F7DC}"/>
              </a:ext>
            </a:extLst>
          </p:cNvPr>
          <p:cNvSpPr>
            <a:spLocks xmlns:a="http://schemas.openxmlformats.org/drawingml/2006/main" noGrp="1"/>
          </p:cNvSpPr>
          <p:nvPr>
            <p:ph type="body" idx="41"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 in.</a:t>
            </a:r>
            <a:endParaRPr/>
          </a:p>
        </p:txBody>
      </p:sp>
      <p:sp>
        <p:nvSpPr>
          <p:cNvPr id="11" name="Slide Number Placeholder 10">
            <a:extLst xmlns:a="http://schemas.openxmlformats.org/drawingml/2006/main">
              <a:ext uri="{FF2B5EF4-FFF2-40B4-BE49-F238E27FC236}">
                <a16:creationId xmlns:a16="http://schemas.microsoft.com/office/drawing/2014/main" id="{B35F74D1-A7D7-71F7-1C83-85B91CC54A17}"/>
              </a:ext>
            </a:extLst>
          </p:cNvPr>
          <p:cNvSpPr>
            <a:spLocks xmlns:a="http://schemas.openxmlformats.org/drawingml/2006/main" noGrp="1"/>
          </p:cNvSpPr>
          <p:nvPr>
            <p:ph type="sldNum"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10" name="Footer Placeholder 9">
            <a:extLst xmlns:a="http://schemas.openxmlformats.org/drawingml/2006/main">
              <a:ext uri="{FF2B5EF4-FFF2-40B4-BE49-F238E27FC236}">
                <a16:creationId xmlns:a16="http://schemas.microsoft.com/office/drawing/2014/main" id="{AB744A76-3388-A794-015D-56031177D79D}"/>
              </a:ext>
            </a:extLst>
          </p:cNvPr>
          <p:cNvSpPr>
            <a:spLocks xmlns:a="http://schemas.openxmlformats.org/drawingml/2006/main" noGrp="1"/>
          </p:cNvSpPr>
          <p:nvPr>
            <p:ph type="ftr"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9" name="Date Placeholder 8">
            <a:extLst xmlns:a="http://schemas.openxmlformats.org/drawingml/2006/main">
              <a:ext uri="{FF2B5EF4-FFF2-40B4-BE49-F238E27FC236}">
                <a16:creationId xmlns:a16="http://schemas.microsoft.com/office/drawing/2014/main" id="{064EFACD-32BB-A724-F5A6-DF8C6A5C3279}"/>
              </a:ext>
            </a:extLst>
          </p:cNvPr>
          <p:cNvSpPr>
            <a:spLocks xmlns:a="http://schemas.openxmlformats.org/drawingml/2006/main" noGrp="1"/>
          </p:cNvSpPr>
          <p:nvPr>
            <p:ph type="dt" idx="4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83.xml><?xml version="1.0" encoding="utf-8"?>
<p:sldLayout xmlns:p="http://schemas.openxmlformats.org/presentationml/2006/main" preserve="1" userDrawn="1">
  <p:cSld name="Light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3" name="Icon 1">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Column 1 Header">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11" name="Column 1 body">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5" name="Divider 1">
            <a:extLst xmlns:a="http://schemas.openxmlformats.org/drawingml/2006/main">
              <a:ext uri="{FF2B5EF4-FFF2-40B4-BE49-F238E27FC236}">
                <a16:creationId xmlns:a16="http://schemas.microsoft.com/office/drawing/2014/main" id="{DC42308B-BF3A-4B18-9A08-E793EDA0E19A}"/>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7" name="Icon 2">
            <a:extLst xmlns:a="http://schemas.openxmlformats.org/drawingml/2006/main">
              <a:ext uri="{FF2B5EF4-FFF2-40B4-BE49-F238E27FC236}">
                <a16:creationId xmlns:a16="http://schemas.microsoft.com/office/drawing/2014/main" id="{452D8958-2BA3-E8C4-A349-9B8D38EFEEBE}"/>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8" name="Column 2 header">
            <a:extLst xmlns:a="http://schemas.openxmlformats.org/drawingml/2006/main">
              <a:ext uri="{FF2B5EF4-FFF2-40B4-BE49-F238E27FC236}">
                <a16:creationId xmlns:a16="http://schemas.microsoft.com/office/drawing/2014/main" id="{F38723C6-3426-0DED-BB4F-97CEC3A55F6D}"/>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39" name="Column 2 body">
            <a:extLst xmlns:a="http://schemas.openxmlformats.org/drawingml/2006/main">
              <a:ext uri="{FF2B5EF4-FFF2-40B4-BE49-F238E27FC236}">
                <a16:creationId xmlns:a16="http://schemas.microsoft.com/office/drawing/2014/main" id="{C5BD3347-4E6D-B757-FB79-D3160FB48D0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28" name="Divider 2">
            <a:extLst xmlns:a="http://schemas.openxmlformats.org/drawingml/2006/main">
              <a:ext uri="{FF2B5EF4-FFF2-40B4-BE49-F238E27FC236}">
                <a16:creationId xmlns:a16="http://schemas.microsoft.com/office/drawing/2014/main" id="{6D0AE70C-D6E8-4E97-9867-7CA36281EDE8}"/>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0" name="Icon 3">
            <a:extLst xmlns:a="http://schemas.openxmlformats.org/drawingml/2006/main">
              <a:ext uri="{FF2B5EF4-FFF2-40B4-BE49-F238E27FC236}">
                <a16:creationId xmlns:a16="http://schemas.microsoft.com/office/drawing/2014/main" id="{0B8706A7-4339-AEA7-3538-6B11C9DE888F}"/>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1" name="Column 3 header">
            <a:extLst xmlns:a="http://schemas.openxmlformats.org/drawingml/2006/main">
              <a:ext uri="{FF2B5EF4-FFF2-40B4-BE49-F238E27FC236}">
                <a16:creationId xmlns:a16="http://schemas.microsoft.com/office/drawing/2014/main" id="{7FFC3A72-CD29-1771-F4D6-1FE24E237316}"/>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42" name="Column 3 body">
            <a:extLst xmlns:a="http://schemas.openxmlformats.org/drawingml/2006/main">
              <a:ext uri="{FF2B5EF4-FFF2-40B4-BE49-F238E27FC236}">
                <a16:creationId xmlns:a16="http://schemas.microsoft.com/office/drawing/2014/main" id="{3BE75DAD-03B8-A35F-313E-9021E9625E97}"/>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6" name="Divider 3">
            <a:extLst xmlns:a="http://schemas.openxmlformats.org/drawingml/2006/main">
              <a:ext uri="{FF2B5EF4-FFF2-40B4-BE49-F238E27FC236}">
                <a16:creationId xmlns:a16="http://schemas.microsoft.com/office/drawing/2014/main" id="{3FDE9122-D363-4F3A-89B7-4CE4605E8B9F}"/>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3" name="Icon 4">
            <a:extLst xmlns:a="http://schemas.openxmlformats.org/drawingml/2006/main">
              <a:ext uri="{FF2B5EF4-FFF2-40B4-BE49-F238E27FC236}">
                <a16:creationId xmlns:a16="http://schemas.microsoft.com/office/drawing/2014/main" id="{A564445D-3622-F94F-5F5B-64E25C182894}"/>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4" name="Column 4 header">
            <a:extLst xmlns:a="http://schemas.openxmlformats.org/drawingml/2006/main">
              <a:ext uri="{FF2B5EF4-FFF2-40B4-BE49-F238E27FC236}">
                <a16:creationId xmlns:a16="http://schemas.microsoft.com/office/drawing/2014/main" id="{D73D98F3-F032-F349-D6FF-9956A80B2C0C}"/>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45" name="Column 4 body">
            <a:extLst xmlns:a="http://schemas.openxmlformats.org/drawingml/2006/main">
              <a:ext uri="{FF2B5EF4-FFF2-40B4-BE49-F238E27FC236}">
                <a16:creationId xmlns:a16="http://schemas.microsoft.com/office/drawing/2014/main" id="{E7F065D2-DFCA-69F0-EFCE-5436B4BBA960}"/>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10" name="Slide Number Placeholder 9">
            <a:extLst xmlns:a="http://schemas.openxmlformats.org/drawingml/2006/main">
              <a:ext uri="{FF2B5EF4-FFF2-40B4-BE49-F238E27FC236}">
                <a16:creationId xmlns:a16="http://schemas.microsoft.com/office/drawing/2014/main" id="{3A79F2A5-B307-E6C2-A0A7-C9D34E2F7467}"/>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8" name="Date Placeholder 7">
            <a:extLst xmlns:a="http://schemas.openxmlformats.org/drawingml/2006/main">
              <a:ext uri="{FF2B5EF4-FFF2-40B4-BE49-F238E27FC236}">
                <a16:creationId xmlns:a16="http://schemas.microsoft.com/office/drawing/2014/main" id="{670E38B5-BB46-6801-B170-496504D1B9E3}"/>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9" name="Footer Placeholder 8">
            <a:extLst xmlns:a="http://schemas.openxmlformats.org/drawingml/2006/main">
              <a:ext uri="{FF2B5EF4-FFF2-40B4-BE49-F238E27FC236}">
                <a16:creationId xmlns:a16="http://schemas.microsoft.com/office/drawing/2014/main" id="{C810DC55-90E5-32A0-7237-3A10A7B16970}"/>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4" name="Title 7">
            <a:extLst xmlns:a="http://schemas.openxmlformats.org/drawingml/2006/main">
              <a:ext uri="{FF2B5EF4-FFF2-40B4-BE49-F238E27FC236}">
                <a16:creationId xmlns:a16="http://schemas.microsoft.com/office/drawing/2014/main" id="{78F3D588-E944-9CCD-F934-4D109B5905DB}"/>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Tree>
  </p:cSld>
</p:sldLayout>
</file>

<file path=ppt/slideLayouts/slideLayout84.xml><?xml version="1.0" encoding="utf-8"?>
<p:sldLayout xmlns:p="http://schemas.openxmlformats.org/presentationml/2006/main" preserve="1" userDrawn="1">
  <p:cSld name="Dark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F47FE990-B651-C3E7-8034-84F4271BB4CF}"/>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4" name="Footer Placeholder 3">
            <a:extLst xmlns:a="http://schemas.openxmlformats.org/drawingml/2006/main">
              <a:ext uri="{FF2B5EF4-FFF2-40B4-BE49-F238E27FC236}">
                <a16:creationId xmlns:a16="http://schemas.microsoft.com/office/drawing/2014/main" id="{CC0667AA-D964-7DEA-B216-0851D801CFAB}"/>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6" name="Slide Number Placeholder 5">
            <a:extLst xmlns:a="http://schemas.openxmlformats.org/drawingml/2006/main">
              <a:ext uri="{FF2B5EF4-FFF2-40B4-BE49-F238E27FC236}">
                <a16:creationId xmlns:a16="http://schemas.microsoft.com/office/drawing/2014/main" id="{EDF8007B-6F90-BFD8-9495-D7278DE9E432}"/>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18" name="Icon 1">
            <a:extLst xmlns:a="http://schemas.openxmlformats.org/drawingml/2006/main">
              <a:ext uri="{FF2B5EF4-FFF2-40B4-BE49-F238E27FC236}">
                <a16:creationId xmlns:a16="http://schemas.microsoft.com/office/drawing/2014/main" id="{D7B5CD21-4DD7-F936-8109-65AA2FAAABD3}"/>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Column 1 Header">
            <a:extLst xmlns:a="http://schemas.openxmlformats.org/drawingml/2006/main">
              <a:ext uri="{FF2B5EF4-FFF2-40B4-BE49-F238E27FC236}">
                <a16:creationId xmlns:a16="http://schemas.microsoft.com/office/drawing/2014/main" id="{10EEDB7A-9A85-DC86-94E9-0E2F22B43885}"/>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1" name="Column 1 body">
            <a:extLst xmlns:a="http://schemas.openxmlformats.org/drawingml/2006/main">
              <a:ext uri="{FF2B5EF4-FFF2-40B4-BE49-F238E27FC236}">
                <a16:creationId xmlns:a16="http://schemas.microsoft.com/office/drawing/2014/main" id="{02016CD8-41CD-C86E-0617-6004BF4F7960}"/>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22" name="Divider 1">
            <a:extLst xmlns:a="http://schemas.openxmlformats.org/drawingml/2006/main">
              <a:ext uri="{FF2B5EF4-FFF2-40B4-BE49-F238E27FC236}">
                <a16:creationId xmlns:a16="http://schemas.microsoft.com/office/drawing/2014/main" id="{C4EAE41E-1DB5-4A32-9FC0-27822648678D}"/>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Icon 2">
            <a:extLst xmlns:a="http://schemas.openxmlformats.org/drawingml/2006/main">
              <a:ext uri="{FF2B5EF4-FFF2-40B4-BE49-F238E27FC236}">
                <a16:creationId xmlns:a16="http://schemas.microsoft.com/office/drawing/2014/main" id="{7A362649-C49E-B2E0-1EBB-6B4205DADC7B}"/>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6" name="Column 2 header">
            <a:extLst xmlns:a="http://schemas.openxmlformats.org/drawingml/2006/main">
              <a:ext uri="{FF2B5EF4-FFF2-40B4-BE49-F238E27FC236}">
                <a16:creationId xmlns:a16="http://schemas.microsoft.com/office/drawing/2014/main" id="{11DD71F6-9080-E444-6D28-1CA7EAA2CCF5}"/>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27" name="Column 2 body">
            <a:extLst xmlns:a="http://schemas.openxmlformats.org/drawingml/2006/main">
              <a:ext uri="{FF2B5EF4-FFF2-40B4-BE49-F238E27FC236}">
                <a16:creationId xmlns:a16="http://schemas.microsoft.com/office/drawing/2014/main" id="{8C5083C1-91B0-590A-D3D4-4F47F054BC4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28" name="Divider 2">
            <a:extLst xmlns:a="http://schemas.openxmlformats.org/drawingml/2006/main">
              <a:ext uri="{FF2B5EF4-FFF2-40B4-BE49-F238E27FC236}">
                <a16:creationId xmlns:a16="http://schemas.microsoft.com/office/drawing/2014/main" id="{AF009FF7-4992-4ABE-88E0-8D22E1B685EE}"/>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9" name="Icon 3">
            <a:extLst xmlns:a="http://schemas.openxmlformats.org/drawingml/2006/main">
              <a:ext uri="{FF2B5EF4-FFF2-40B4-BE49-F238E27FC236}">
                <a16:creationId xmlns:a16="http://schemas.microsoft.com/office/drawing/2014/main" id="{7EE9209C-55AF-784B-DB4D-42B6F5641729}"/>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0" name="Column 3 header">
            <a:extLst xmlns:a="http://schemas.openxmlformats.org/drawingml/2006/main">
              <a:ext uri="{FF2B5EF4-FFF2-40B4-BE49-F238E27FC236}">
                <a16:creationId xmlns:a16="http://schemas.microsoft.com/office/drawing/2014/main" id="{CC2AE930-51E3-48D8-9C76-AD88C016BFFF}"/>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31" name="Column 3 body">
            <a:extLst xmlns:a="http://schemas.openxmlformats.org/drawingml/2006/main">
              <a:ext uri="{FF2B5EF4-FFF2-40B4-BE49-F238E27FC236}">
                <a16:creationId xmlns:a16="http://schemas.microsoft.com/office/drawing/2014/main" id="{625601CC-C6AD-511C-CE3E-73A412076FBC}"/>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32" name="Divider 3">
            <a:extLst xmlns:a="http://schemas.openxmlformats.org/drawingml/2006/main">
              <a:ext uri="{FF2B5EF4-FFF2-40B4-BE49-F238E27FC236}">
                <a16:creationId xmlns:a16="http://schemas.microsoft.com/office/drawing/2014/main" id="{34AED4DC-DF47-478E-A350-27C4378EC5F8}"/>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3" name="Icon 4">
            <a:extLst xmlns:a="http://schemas.openxmlformats.org/drawingml/2006/main">
              <a:ext uri="{FF2B5EF4-FFF2-40B4-BE49-F238E27FC236}">
                <a16:creationId xmlns:a16="http://schemas.microsoft.com/office/drawing/2014/main" id="{1D5109BD-DD12-1F75-C31F-D6C059B1A8E2}"/>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4" name="Column 4 header">
            <a:extLst xmlns:a="http://schemas.openxmlformats.org/drawingml/2006/main">
              <a:ext uri="{FF2B5EF4-FFF2-40B4-BE49-F238E27FC236}">
                <a16:creationId xmlns:a16="http://schemas.microsoft.com/office/drawing/2014/main" id="{E473564E-FA78-F033-3F28-5FD25256A1FE}"/>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lvl="0">
              <a:buNone/>
            </a:pPr>
            <a:r>
              <a:t>Subhead goes here</a:t>
            </a:r>
            <a:endParaRPr/>
          </a:p>
        </p:txBody>
      </p:sp>
      <p:sp>
        <p:nvSpPr>
          <p:cNvPr id="35" name="Column 4 body">
            <a:extLst xmlns:a="http://schemas.openxmlformats.org/drawingml/2006/main">
              <a:ext uri="{FF2B5EF4-FFF2-40B4-BE49-F238E27FC236}">
                <a16:creationId xmlns:a16="http://schemas.microsoft.com/office/drawing/2014/main" id="{BDE27B49-6B98-F470-0364-79D3D53A8652}"/>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endParaRPr/>
          </a:p>
        </p:txBody>
      </p:sp>
      <p:sp>
        <p:nvSpPr>
          <p:cNvPr id="3" name="Title 7">
            <a:extLst xmlns:a="http://schemas.openxmlformats.org/drawingml/2006/main">
              <a:ext uri="{FF2B5EF4-FFF2-40B4-BE49-F238E27FC236}">
                <a16:creationId xmlns:a16="http://schemas.microsoft.com/office/drawing/2014/main" id="{D02FABB3-C5FA-6642-90DB-5692722BDC16}"/>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Tree>
  </p:cSld>
</p:sldLayout>
</file>

<file path=ppt/slideLayouts/slideLayout85.xml><?xml version="1.0" encoding="utf-8"?>
<p:sldLayout xmlns:p="http://schemas.openxmlformats.org/presentationml/2006/main" preserve="1" userDrawn="1">
  <p:cSld name="Dark - Blank">
    <p:bg>
      <p:bgRef idx="1001">
        <a:schemeClr xmlns:a="http://schemas.openxmlformats.org/drawingml/2006/main" val="bg2"/>
      </p:bgRef>
    </p:bg>
    <p:spTree>
      <p:nvGrpSpPr>
        <p:cNvPr id="1" name=""/>
        <p:cNvGrpSpPr/>
        <p:nvPr/>
      </p:nvGrpSpPr>
      <p:grpSpPr>
        <a:xfrm xmlns:a="http://schemas.openxmlformats.org/drawingml/2006/main"/>
      </p:grpSpPr>
      <p:sp>
        <p:nvSpPr>
          <p:cNvPr id="3" name="Slide Number Placeholder 7">
            <a:extLst xmlns:a="http://schemas.openxmlformats.org/drawingml/2006/main">
              <a:ext uri="{FF2B5EF4-FFF2-40B4-BE49-F238E27FC236}">
                <a16:creationId xmlns:a16="http://schemas.microsoft.com/office/drawing/2014/main" id="{B9BE1098-CB0B-6118-9F18-F82F79BCD072}"/>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4" name="Footer Placeholder 6">
            <a:extLst xmlns:a="http://schemas.openxmlformats.org/drawingml/2006/main">
              <a:ext uri="{FF2B5EF4-FFF2-40B4-BE49-F238E27FC236}">
                <a16:creationId xmlns:a16="http://schemas.microsoft.com/office/drawing/2014/main" id="{8EF60680-0B89-E284-0AFC-7DCC64BF7750}"/>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5" name="Date Placeholder 4">
            <a:extLst xmlns:a="http://schemas.openxmlformats.org/drawingml/2006/main">
              <a:ext uri="{FF2B5EF4-FFF2-40B4-BE49-F238E27FC236}">
                <a16:creationId xmlns:a16="http://schemas.microsoft.com/office/drawing/2014/main" id="{033EE420-175F-A11D-96CB-D1ABB088F9CF}"/>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86.xml><?xml version="1.0" encoding="utf-8"?>
<p:sldLayout xmlns:p="http://schemas.openxmlformats.org/presentationml/2006/main" preserve="1" userDrawn="1">
  <p:cSld name="Light - Blank">
    <p:bg>
      <p:bgRef idx="1001">
        <a:schemeClr xmlns:a="http://schemas.openxmlformats.org/drawingml/2006/main" val="bg2"/>
      </p:bgRef>
    </p:bg>
    <p:spTree>
      <p:nvGrpSpPr>
        <p:cNvPr id="1" name=""/>
        <p:cNvGrpSpPr/>
        <p:nvPr/>
      </p:nvGrpSpPr>
      <p:grpSpPr>
        <a:xfrm xmlns:a="http://schemas.openxmlformats.org/drawingml/2006/main"/>
      </p:grpSpPr>
      <p:sp>
        <p:nvSpPr>
          <p:cNvPr id="3" name="Slide Number Placeholder 5">
            <a:extLst xmlns:a="http://schemas.openxmlformats.org/drawingml/2006/main">
              <a:ext uri="{FF2B5EF4-FFF2-40B4-BE49-F238E27FC236}">
                <a16:creationId xmlns:a16="http://schemas.microsoft.com/office/drawing/2014/main" id="{986FB920-929F-CD50-52DB-2267C19E529C}"/>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4" name="Footer Placeholder 4">
            <a:extLst xmlns:a="http://schemas.openxmlformats.org/drawingml/2006/main">
              <a:ext uri="{FF2B5EF4-FFF2-40B4-BE49-F238E27FC236}">
                <a16:creationId xmlns:a16="http://schemas.microsoft.com/office/drawing/2014/main" id="{8B934CA2-9189-BBDA-2D47-6B62E59B566E}"/>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5" name="Date Placeholder 3">
            <a:extLst xmlns:a="http://schemas.openxmlformats.org/drawingml/2006/main">
              <a:ext uri="{FF2B5EF4-FFF2-40B4-BE49-F238E27FC236}">
                <a16:creationId xmlns:a16="http://schemas.microsoft.com/office/drawing/2014/main" id="{1EB26826-CB7B-F2D0-E18C-8AA5414C58D7}"/>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87.xml><?xml version="1.0" encoding="utf-8"?>
<p:sldLayout xmlns:p="http://schemas.openxmlformats.org/presentationml/2006/main" preserve="1" userDrawn="1">
  <p:cSld name="Dark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3" name="Title 12">
            <a:extLst xmlns:a="http://schemas.openxmlformats.org/drawingml/2006/main">
              <a:ext uri="{FF2B5EF4-FFF2-40B4-BE49-F238E27FC236}">
                <a16:creationId xmlns:a16="http://schemas.microsoft.com/office/drawing/2014/main" id="{6B0DF820-DA27-4A53-F431-314E40C10345}"/>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5" name="Subtitle">
            <a:extLst xmlns:a="http://schemas.openxmlformats.org/drawingml/2006/main">
              <a:ext uri="{FF2B5EF4-FFF2-40B4-BE49-F238E27FC236}">
                <a16:creationId xmlns:a16="http://schemas.microsoft.com/office/drawing/2014/main" id="{72D292EF-93B3-0F2E-7BED-9B5FDD1F1B94}"/>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lvl="0">
              <a:buNone/>
            </a:pPr>
            <a:r>
              <a:t>Subtitle</a:t>
            </a:r>
          </a:p>
        </p:txBody>
      </p:sp>
      <p:sp>
        <p:nvSpPr>
          <p:cNvPr id="2" name="Slide Number Placeholder 7">
            <a:extLst xmlns:a="http://schemas.openxmlformats.org/drawingml/2006/main">
              <a:ext uri="{FF2B5EF4-FFF2-40B4-BE49-F238E27FC236}">
                <a16:creationId xmlns:a16="http://schemas.microsoft.com/office/drawing/2014/main" id="{E1B5D46F-65FA-89E8-E05A-6E937CA1C2EC}"/>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6" name="Footer Placeholder 6">
            <a:extLst xmlns:a="http://schemas.openxmlformats.org/drawingml/2006/main">
              <a:ext uri="{FF2B5EF4-FFF2-40B4-BE49-F238E27FC236}">
                <a16:creationId xmlns:a16="http://schemas.microsoft.com/office/drawing/2014/main" id="{4D9122D4-F69F-A7AA-EEA8-7C5565E7647C}"/>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7" name="Date Placeholder 4">
            <a:extLst xmlns:a="http://schemas.openxmlformats.org/drawingml/2006/main">
              <a:ext uri="{FF2B5EF4-FFF2-40B4-BE49-F238E27FC236}">
                <a16:creationId xmlns:a16="http://schemas.microsoft.com/office/drawing/2014/main" id="{CA222E66-0FD4-1E10-21D6-748A24D406C5}"/>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
        <p:nvSpPr>
          <p:cNvPr id="9" name="Straight Connector 8">
            <a:extLst xmlns:a="http://schemas.openxmlformats.org/drawingml/2006/main">
              <a:ext uri="{FF2B5EF4-FFF2-40B4-BE49-F238E27FC236}">
                <a16:creationId xmlns:a16="http://schemas.microsoft.com/office/drawing/2014/main" id="{1269CB44-213C-47F8-98C0-7499C39B44AC}"/>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270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88.xml><?xml version="1.0" encoding="utf-8"?>
<p:sldLayout xmlns:p="http://schemas.openxmlformats.org/presentationml/2006/main" preserve="1" userDrawn="1">
  <p:cSld name="Light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9" name="Title 12">
            <a:extLst xmlns:a="http://schemas.openxmlformats.org/drawingml/2006/main">
              <a:ext uri="{FF2B5EF4-FFF2-40B4-BE49-F238E27FC236}">
                <a16:creationId xmlns:a16="http://schemas.microsoft.com/office/drawing/2014/main" id="{C2D0AE67-1167-2B52-146F-5E0AA0D86441}"/>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8" name="Subtitle">
            <a:extLst xmlns:a="http://schemas.openxmlformats.org/drawingml/2006/main">
              <a:ext uri="{FF2B5EF4-FFF2-40B4-BE49-F238E27FC236}">
                <a16:creationId xmlns:a16="http://schemas.microsoft.com/office/drawing/2014/main" id="{C8ADFC4F-C961-366D-5252-9B4CC4102CB3}"/>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lvl="0">
              <a:buNone/>
            </a:pPr>
            <a:r>
              <a:t>Subtitle</a:t>
            </a:r>
          </a:p>
        </p:txBody>
      </p:sp>
      <p:sp>
        <p:nvSpPr>
          <p:cNvPr id="4" name="Straight Connector 3">
            <a:extLst xmlns:a="http://schemas.openxmlformats.org/drawingml/2006/main">
              <a:ext uri="{FF2B5EF4-FFF2-40B4-BE49-F238E27FC236}">
                <a16:creationId xmlns:a16="http://schemas.microsoft.com/office/drawing/2014/main" id="{6CAE11E0-43AD-4469-9D32-B986D956DB79}"/>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905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 name="Slide Number Placeholder 5">
            <a:extLst xmlns:a="http://schemas.openxmlformats.org/drawingml/2006/main">
              <a:ext uri="{FF2B5EF4-FFF2-40B4-BE49-F238E27FC236}">
                <a16:creationId xmlns:a16="http://schemas.microsoft.com/office/drawing/2014/main" id="{FDA8E918-B2CE-9B3B-6306-4B5A17E9A430}"/>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6" name="Footer Placeholder 4">
            <a:extLst xmlns:a="http://schemas.openxmlformats.org/drawingml/2006/main">
              <a:ext uri="{FF2B5EF4-FFF2-40B4-BE49-F238E27FC236}">
                <a16:creationId xmlns:a16="http://schemas.microsoft.com/office/drawing/2014/main" id="{3C072B30-0FE5-8289-77F0-1D24085A4EF2}"/>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7" name="Date Placeholder 3">
            <a:extLst xmlns:a="http://schemas.openxmlformats.org/drawingml/2006/main">
              <a:ext uri="{FF2B5EF4-FFF2-40B4-BE49-F238E27FC236}">
                <a16:creationId xmlns:a16="http://schemas.microsoft.com/office/drawing/2014/main" id="{B54B9E9C-E71A-D85E-B49A-0603C0A1552B}"/>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89.xml><?xml version="1.0" encoding="utf-8"?>
<p:sldLayout xmlns:p="http://schemas.openxmlformats.org/presentationml/2006/main" preserve="1" userDrawn="1">
  <p:cSld name="Photo Collage + Content Dark">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marR="0" indent="0" algn="l" defTabSz="914172">
              <a:lnSpc>
                <a:spcPct val="100000"/>
              </a:lnSpc>
              <a:spcBef>
                <a:spcPts val="1000"/>
              </a:spcBef>
              <a:spcAft>
                <a:spcPts val="0"/>
              </a:spcAft>
              <a:buClrTx/>
              <a:buSzTx/>
              <a:buFont typeface="Arial"/>
              <a:buNone/>
              <a:defRPr sz="1600" b="1" i="0" kern="1200">
                <a:solidFill>
                  <a:schemeClr val="tx1"/>
                </a:solidFill>
                <a:latin typeface="Oracle Sans Tab"/>
                <a:ea typeface="Oracle Sans Tab"/>
                <a:cs typeface="Oracle Sans Tab"/>
              </a:defRPr>
            </a:lvl1pPr>
            <a:lvl2pPr marL="0"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2pPr>
            <a:lvl3pPr marL="119833"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3pPr>
          </a:lstStyle>
          <a:p xmlns:a="http://schemas.openxmlformats.org/drawingml/2006/main">
            <a:pPr marL="342831" lvl="0" indent="-342831" algn="l" defTabSz="914172">
              <a:lnSpc>
                <a:spcPct val="110000"/>
              </a:lnSpc>
              <a:spcBef>
                <a:spcPts val="300"/>
              </a:spcBef>
              <a:buNone/>
            </a:pPr>
            <a:r>
              <a:t>Click to edit Master text styles</a:t>
            </a:r>
          </a:p>
          <a:p xmlns:a="http://schemas.openxmlformats.org/drawingml/2006/main">
            <a:pPr marL="342831" lvl="1" indent="-342831" algn="l" defTabSz="914172">
              <a:lnSpc>
                <a:spcPct val="110000"/>
              </a:lnSpc>
              <a:spcBef>
                <a:spcPts val="300"/>
              </a:spcBef>
              <a:buNone/>
            </a:pPr>
            <a:r>
              <a:t>Second level</a:t>
            </a:r>
          </a:p>
          <a:p xmlns:a="http://schemas.openxmlformats.org/drawingml/2006/main">
            <a:pPr marL="342831" lvl="2" indent="-342831" algn="l" defTabSz="914172">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marR="0" indent="0" algn="l" defTabSz="914172">
              <a:lnSpc>
                <a:spcPct val="100000"/>
              </a:lnSpc>
              <a:spcBef>
                <a:spcPts val="1000"/>
              </a:spcBef>
              <a:spcAft>
                <a:spcPts val="0"/>
              </a:spcAft>
              <a:buClrTx/>
              <a:buSzTx/>
              <a:buFont typeface="Arial"/>
              <a:buNone/>
              <a:defRPr sz="1600" b="1" i="0" kern="1200">
                <a:solidFill>
                  <a:schemeClr val="tx1"/>
                </a:solidFill>
                <a:latin typeface="Oracle Sans Tab"/>
                <a:ea typeface="Oracle Sans Tab"/>
                <a:cs typeface="Oracle Sans Tab"/>
              </a:defRPr>
            </a:lvl1pPr>
            <a:lvl2pPr marL="0"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2pPr>
            <a:lvl3pPr marL="119833"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3pPr>
          </a:lstStyle>
          <a:p xmlns:a="http://schemas.openxmlformats.org/drawingml/2006/main">
            <a:pPr marL="342831" lvl="0" indent="-342831" algn="l" defTabSz="914172">
              <a:lnSpc>
                <a:spcPct val="110000"/>
              </a:lnSpc>
              <a:spcBef>
                <a:spcPts val="300"/>
              </a:spcBef>
              <a:buNone/>
            </a:pPr>
            <a:r>
              <a:t>Click to edit Master text styles</a:t>
            </a:r>
          </a:p>
          <a:p xmlns:a="http://schemas.openxmlformats.org/drawingml/2006/main">
            <a:pPr marL="342831" lvl="1" indent="-342831" algn="l" defTabSz="914172">
              <a:lnSpc>
                <a:spcPct val="110000"/>
              </a:lnSpc>
              <a:spcBef>
                <a:spcPts val="300"/>
              </a:spcBef>
              <a:buNone/>
            </a:pPr>
            <a:r>
              <a:t>Second level</a:t>
            </a:r>
          </a:p>
          <a:p xmlns:a="http://schemas.openxmlformats.org/drawingml/2006/main">
            <a:pPr marL="342831" lvl="2" indent="-342831" algn="l" defTabSz="914172">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marR="0" indent="0" algn="l" defTabSz="914172">
              <a:lnSpc>
                <a:spcPct val="100000"/>
              </a:lnSpc>
              <a:spcBef>
                <a:spcPts val="1000"/>
              </a:spcBef>
              <a:spcAft>
                <a:spcPts val="0"/>
              </a:spcAft>
              <a:buClrTx/>
              <a:buSzTx/>
              <a:buFont typeface="Arial"/>
              <a:buNone/>
              <a:defRPr sz="1600" b="1" i="0" kern="1200">
                <a:solidFill>
                  <a:schemeClr val="tx1"/>
                </a:solidFill>
                <a:latin typeface="Oracle Sans Tab"/>
                <a:ea typeface="Oracle Sans Tab"/>
                <a:cs typeface="Oracle Sans Tab"/>
              </a:defRPr>
            </a:lvl1pPr>
            <a:lvl2pPr marL="0"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2pPr>
            <a:lvl3pPr marL="119833"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3pPr>
          </a:lstStyle>
          <a:p xmlns:a="http://schemas.openxmlformats.org/drawingml/2006/main">
            <a:pPr marL="342831" lvl="0" indent="-342831" algn="l" defTabSz="914172">
              <a:lnSpc>
                <a:spcPct val="110000"/>
              </a:lnSpc>
              <a:spcBef>
                <a:spcPts val="300"/>
              </a:spcBef>
              <a:buNone/>
            </a:pPr>
            <a:r>
              <a:t>Click to edit Master text styles</a:t>
            </a:r>
          </a:p>
          <a:p xmlns:a="http://schemas.openxmlformats.org/drawingml/2006/main">
            <a:pPr marL="342831" lvl="1" indent="-342831" algn="l" defTabSz="914172">
              <a:lnSpc>
                <a:spcPct val="110000"/>
              </a:lnSpc>
              <a:spcBef>
                <a:spcPts val="300"/>
              </a:spcBef>
              <a:buNone/>
            </a:pPr>
            <a:r>
              <a:t>Second level</a:t>
            </a:r>
          </a:p>
          <a:p xmlns:a="http://schemas.openxmlformats.org/drawingml/2006/main">
            <a:pPr marL="342831" lvl="2" indent="-342831" algn="l" defTabSz="914172">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2" name="Slide Number Placeholder 5">
            <a:extLst xmlns:a="http://schemas.openxmlformats.org/drawingml/2006/main">
              <a:ext uri="{FF2B5EF4-FFF2-40B4-BE49-F238E27FC236}">
                <a16:creationId xmlns:a16="http://schemas.microsoft.com/office/drawing/2014/main" id="{FBD94B30-BCEE-59B6-7AE0-7786317741C5}"/>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6" name="Footer Placeholder 4">
            <a:extLst xmlns:a="http://schemas.openxmlformats.org/drawingml/2006/main">
              <a:ext uri="{FF2B5EF4-FFF2-40B4-BE49-F238E27FC236}">
                <a16:creationId xmlns:a16="http://schemas.microsoft.com/office/drawing/2014/main" id="{D39C8B0E-97D7-991C-2025-14272B07B525}"/>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2" name="Date Placeholder 3">
            <a:extLst xmlns:a="http://schemas.openxmlformats.org/drawingml/2006/main">
              <a:ext uri="{FF2B5EF4-FFF2-40B4-BE49-F238E27FC236}">
                <a16:creationId xmlns:a16="http://schemas.microsoft.com/office/drawing/2014/main" id="{CB7D4F94-59C8-86AE-466F-98696039DFD2}"/>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90.xml><?xml version="1.0" encoding="utf-8"?>
<p:sldLayout xmlns:p="http://schemas.openxmlformats.org/presentationml/2006/main" preserve="1" userDrawn="1">
  <p:cSld name="Photo Collage + Content Light">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marR="0" indent="0" algn="l" defTabSz="914172">
              <a:lnSpc>
                <a:spcPct val="100000"/>
              </a:lnSpc>
              <a:spcBef>
                <a:spcPts val="1000"/>
              </a:spcBef>
              <a:spcAft>
                <a:spcPts val="0"/>
              </a:spcAft>
              <a:buClrTx/>
              <a:buSzTx/>
              <a:buFont typeface="Arial"/>
              <a:buNone/>
              <a:defRPr sz="1600" b="1" i="0" kern="1200">
                <a:solidFill>
                  <a:schemeClr val="tx1"/>
                </a:solidFill>
                <a:latin typeface="Oracle Sans Tab"/>
                <a:ea typeface="Oracle Sans Tab"/>
                <a:cs typeface="Oracle Sans Tab"/>
              </a:defRPr>
            </a:lvl1pPr>
            <a:lvl2pPr marL="0"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2pPr>
            <a:lvl3pPr marL="119833"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3pPr>
          </a:lstStyle>
          <a:p xmlns:a="http://schemas.openxmlformats.org/drawingml/2006/main">
            <a:pPr marL="342831" lvl="0" indent="-342831" algn="l" defTabSz="914172">
              <a:lnSpc>
                <a:spcPct val="110000"/>
              </a:lnSpc>
              <a:spcBef>
                <a:spcPts val="300"/>
              </a:spcBef>
              <a:buNone/>
            </a:pPr>
            <a:r>
              <a:t>Click to edit Master text styles</a:t>
            </a:r>
          </a:p>
          <a:p xmlns:a="http://schemas.openxmlformats.org/drawingml/2006/main">
            <a:pPr marL="342831" lvl="1" indent="-342831" algn="l" defTabSz="914172">
              <a:lnSpc>
                <a:spcPct val="110000"/>
              </a:lnSpc>
              <a:spcBef>
                <a:spcPts val="300"/>
              </a:spcBef>
              <a:buNone/>
            </a:pPr>
            <a:r>
              <a:t>Second level</a:t>
            </a:r>
          </a:p>
          <a:p xmlns:a="http://schemas.openxmlformats.org/drawingml/2006/main">
            <a:pPr marL="342831" lvl="2" indent="-342831" algn="l" defTabSz="914172">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marR="0" indent="0" algn="l" defTabSz="914172">
              <a:lnSpc>
                <a:spcPct val="100000"/>
              </a:lnSpc>
              <a:spcBef>
                <a:spcPts val="1000"/>
              </a:spcBef>
              <a:spcAft>
                <a:spcPts val="0"/>
              </a:spcAft>
              <a:buClrTx/>
              <a:buSzTx/>
              <a:buFont typeface="Arial"/>
              <a:buNone/>
              <a:defRPr sz="1600" b="1" i="0" kern="1200">
                <a:solidFill>
                  <a:schemeClr val="tx1"/>
                </a:solidFill>
                <a:latin typeface="Oracle Sans Tab"/>
                <a:ea typeface="Oracle Sans Tab"/>
                <a:cs typeface="Oracle Sans Tab"/>
              </a:defRPr>
            </a:lvl1pPr>
            <a:lvl2pPr marL="0"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2pPr>
            <a:lvl3pPr marL="119833"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3pPr>
          </a:lstStyle>
          <a:p xmlns:a="http://schemas.openxmlformats.org/drawingml/2006/main">
            <a:pPr marL="342831" lvl="0" indent="-342831" algn="l" defTabSz="914172">
              <a:lnSpc>
                <a:spcPct val="110000"/>
              </a:lnSpc>
              <a:spcBef>
                <a:spcPts val="300"/>
              </a:spcBef>
              <a:buNone/>
            </a:pPr>
            <a:r>
              <a:t>Click to edit Master text styles</a:t>
            </a:r>
          </a:p>
          <a:p xmlns:a="http://schemas.openxmlformats.org/drawingml/2006/main">
            <a:pPr marL="342831" lvl="1" indent="-342831" algn="l" defTabSz="914172">
              <a:lnSpc>
                <a:spcPct val="110000"/>
              </a:lnSpc>
              <a:spcBef>
                <a:spcPts val="300"/>
              </a:spcBef>
              <a:buNone/>
            </a:pPr>
            <a:r>
              <a:t>Second level</a:t>
            </a:r>
          </a:p>
          <a:p xmlns:a="http://schemas.openxmlformats.org/drawingml/2006/main">
            <a:pPr marL="342831" lvl="2" indent="-342831" algn="l" defTabSz="914172">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marR="0" indent="0" algn="l" defTabSz="914172">
              <a:lnSpc>
                <a:spcPct val="100000"/>
              </a:lnSpc>
              <a:spcBef>
                <a:spcPts val="1000"/>
              </a:spcBef>
              <a:spcAft>
                <a:spcPts val="0"/>
              </a:spcAft>
              <a:buClrTx/>
              <a:buSzTx/>
              <a:buFont typeface="Arial"/>
              <a:buNone/>
              <a:defRPr sz="1600" b="1" i="0" kern="1200">
                <a:solidFill>
                  <a:schemeClr val="tx1"/>
                </a:solidFill>
                <a:latin typeface="Oracle Sans Tab"/>
                <a:ea typeface="Oracle Sans Tab"/>
                <a:cs typeface="Oracle Sans Tab"/>
              </a:defRPr>
            </a:lvl1pPr>
            <a:lvl2pPr marL="0"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2pPr>
            <a:lvl3pPr marL="119833" marR="0" indent="0" algn="l" defTabSz="914172">
              <a:lnSpc>
                <a:spcPct val="100000"/>
              </a:lnSpc>
              <a:spcBef>
                <a:spcPts val="500"/>
              </a:spcBef>
              <a:spcAft>
                <a:spcPts val="0"/>
              </a:spcAft>
              <a:buClrTx/>
              <a:buSzTx/>
              <a:buFont typeface="Arial"/>
              <a:buNone/>
              <a:defRPr sz="1600" b="0" i="0" kern="1200">
                <a:solidFill>
                  <a:schemeClr val="tx1"/>
                </a:solidFill>
                <a:latin typeface="Oracle Sans Tab"/>
                <a:ea typeface="Oracle Sans Tab"/>
                <a:cs typeface="Oracle Sans Tab"/>
              </a:defRPr>
            </a:lvl3pPr>
          </a:lstStyle>
          <a:p xmlns:a="http://schemas.openxmlformats.org/drawingml/2006/main">
            <a:pPr marL="342831" lvl="0" indent="-342831" algn="l" defTabSz="914172">
              <a:lnSpc>
                <a:spcPct val="110000"/>
              </a:lnSpc>
              <a:spcBef>
                <a:spcPts val="300"/>
              </a:spcBef>
              <a:buNone/>
            </a:pPr>
            <a:r>
              <a:t>Click to edit Master text styles</a:t>
            </a:r>
          </a:p>
          <a:p xmlns:a="http://schemas.openxmlformats.org/drawingml/2006/main">
            <a:pPr marL="342831" lvl="1" indent="-342831" algn="l" defTabSz="914172">
              <a:lnSpc>
                <a:spcPct val="110000"/>
              </a:lnSpc>
              <a:spcBef>
                <a:spcPts val="300"/>
              </a:spcBef>
              <a:buNone/>
            </a:pPr>
            <a:r>
              <a:t>Second level</a:t>
            </a:r>
          </a:p>
          <a:p xmlns:a="http://schemas.openxmlformats.org/drawingml/2006/main">
            <a:pPr marL="342831" lvl="2" indent="-342831" algn="l" defTabSz="914172">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2" name="Slide Number Placeholder 5">
            <a:extLst xmlns:a="http://schemas.openxmlformats.org/drawingml/2006/main">
              <a:ext uri="{FF2B5EF4-FFF2-40B4-BE49-F238E27FC236}">
                <a16:creationId xmlns:a16="http://schemas.microsoft.com/office/drawing/2014/main" id="{FBD94B30-BCEE-59B6-7AE0-7786317741C5}"/>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6" name="Footer Placeholder 4">
            <a:extLst xmlns:a="http://schemas.openxmlformats.org/drawingml/2006/main">
              <a:ext uri="{FF2B5EF4-FFF2-40B4-BE49-F238E27FC236}">
                <a16:creationId xmlns:a16="http://schemas.microsoft.com/office/drawing/2014/main" id="{D39C8B0E-97D7-991C-2025-14272B07B525}"/>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12" name="Date Placeholder 3">
            <a:extLst xmlns:a="http://schemas.openxmlformats.org/drawingml/2006/main">
              <a:ext uri="{FF2B5EF4-FFF2-40B4-BE49-F238E27FC236}">
                <a16:creationId xmlns:a16="http://schemas.microsoft.com/office/drawing/2014/main" id="{CB7D4F94-59C8-86AE-466F-98696039DFD2}"/>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91.xml><?xml version="1.0" encoding="utf-8"?>
<p:sldLayout xmlns:p="http://schemas.openxmlformats.org/presentationml/2006/main" preserve="1" userDrawn="1">
  <p:cSld name="PHOTO_Full Slide">
    <p:bg>
      <p:bgRef idx="1001">
        <a:schemeClr xmlns:a="http://schemas.openxmlformats.org/drawingml/2006/main" val="bg2"/>
      </p:bgRef>
    </p:bg>
    <p:spTree>
      <p:nvGrpSpPr>
        <p:cNvPr id="1" name=""/>
        <p:cNvGrpSpPr/>
        <p:nvPr/>
      </p:nvGrpSpPr>
      <p:grpSpPr>
        <a:xfrm xmlns:a="http://schemas.openxmlformats.org/drawingml/2006/main"/>
      </p:grpSpPr>
      <p:sp>
        <p:nvSpPr>
          <p:cNvPr id="5" name="Slide Number Placeholder 7" hidden="1">
            <a:extLst xmlns:a="http://schemas.openxmlformats.org/drawingml/2006/main">
              <a:ext uri="{FF2B5EF4-FFF2-40B4-BE49-F238E27FC236}">
                <a16:creationId xmlns:a16="http://schemas.microsoft.com/office/drawing/2014/main" id="{B0BD77A1-77CB-B876-21BC-3E357707FB00}"/>
              </a:ext>
            </a:extLst>
          </p:cNvPr>
          <p:cNvSpPr>
            <a:spLocks xmlns:a="http://schemas.openxmlformats.org/drawingml/2006/main" noGrp="1"/>
          </p:cNvSpPr>
          <p:nvPr>
            <p:ph type="sldNum" idx="17"/>
          </p:nvPr>
        </p:nvSpPr>
        <p:spPr>
          <a:xfrm xmlns:a="http://schemas.openxmlformats.org/drawingml/2006/main">
            <a:off x="762000" y="6428637"/>
            <a:ext cx="365760" cy="36576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345D60D9-5372-5F40-9443-0F9AE5BDC3C8}" type="slidenum">
              <a:t>‹#›</a:t>
            </a:fld>
            <a:endParaRPr/>
          </a:p>
        </p:txBody>
      </p:sp>
      <p:sp>
        <p:nvSpPr>
          <p:cNvPr id="7" name="Footer Placeholder 6" hidden="1">
            <a:extLst xmlns:a="http://schemas.openxmlformats.org/drawingml/2006/main">
              <a:ext uri="{FF2B5EF4-FFF2-40B4-BE49-F238E27FC236}">
                <a16:creationId xmlns:a16="http://schemas.microsoft.com/office/drawing/2014/main" id="{361D4689-E747-22B9-8A23-5E8372B62E14}"/>
              </a:ext>
            </a:extLst>
          </p:cNvPr>
          <p:cNvSpPr>
            <a:spLocks xmlns:a="http://schemas.openxmlformats.org/drawingml/2006/main" noGrp="1"/>
          </p:cNvSpPr>
          <p:nvPr>
            <p:ph type="ftr" idx="16"/>
          </p:nvPr>
        </p:nvSpPr>
        <p:spPr>
          <a:xfrm xmlns:a="http://schemas.openxmlformats.org/drawingml/2006/main">
            <a:off x="1127760" y="6428955"/>
            <a:ext cx="5233748"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Copyright © 2025, Oracle and/or its affiliates |  Confidential: Internal/Restricted/Highly Restricted</a:t>
            </a:r>
            <a:endParaRPr/>
          </a:p>
        </p:txBody>
      </p:sp>
      <p:sp>
        <p:nvSpPr>
          <p:cNvPr id="2" name="Picture Placeholder 1">
            <a:extLst xmlns:a="http://schemas.openxmlformats.org/drawingml/2006/main">
              <a:ext uri="{FF2B5EF4-FFF2-40B4-BE49-F238E27FC236}">
                <a16:creationId xmlns:a16="http://schemas.microsoft.com/office/drawing/2014/main" id="{5170667F-B06C-96EB-B8A5-00675DC62804}"/>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anchor="ctr"/>
          <a:lstStyle xmlns:a="http://schemas.openxmlformats.org/drawingml/2006/main">
            <a:lvl1pPr algn="ctr">
              <a:buNone/>
              <a:defRPr/>
            </a:lvl1pPr>
          </a:lstStyle>
          <a:p xmlns:a="http://schemas.openxmlformats.org/drawingml/2006/main">
            <a:pPr marL="0" marR="0" lvl="0" indent="0" algn="ctr" defTabSz="914400">
              <a:lnSpc>
                <a:spcPct val="95000"/>
              </a:lnSpc>
              <a:spcBef>
                <a:spcPts val="600"/>
              </a:spcBef>
              <a:spcAft>
                <a:spcPts val="0"/>
              </a:spcAft>
              <a:buClrTx/>
              <a:buSzTx/>
              <a:buFont typeface="System Font Regular"/>
              <a:buNone/>
            </a:pPr>
            <a:r>
              <a:t>Click to add photo or illustration</a:t>
            </a:r>
          </a:p>
          <a:p xmlns:a="http://schemas.openxmlformats.org/drawingml/2006/main">
            <a:endParaRPr/>
          </a:p>
          <a:p xmlns:a="http://schemas.openxmlformats.org/drawingml/2006/main">
            <a:endParaRPr/>
          </a:p>
        </p:txBody>
      </p:sp>
    </p:spTree>
  </p:cSld>
</p:sldLayout>
</file>

<file path=ppt/slideLayouts/slideLayout92.xml><?xml version="1.0" encoding="utf-8"?>
<p:sldLayout xmlns:p="http://schemas.openxmlformats.org/presentationml/2006/main" preserve="1" userDrawn="1">
  <p:cSld name="Dark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A536DA1B-D096-01B8-6B79-C6DBB456A7CA}"/>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6" name="Picture Placeholder 12">
            <a:extLst xmlns:a="http://schemas.openxmlformats.org/drawingml/2006/main">
              <a:ext uri="{FF2B5EF4-FFF2-40B4-BE49-F238E27FC236}">
                <a16:creationId xmlns:a16="http://schemas.microsoft.com/office/drawing/2014/main" id="{5C4A9BEF-054B-38A2-DDC6-DD7D3B185912}"/>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lvl="0" algn="ctr">
              <a:buNone/>
            </a:pPr>
            <a:r>
              <a:t>Click to add photo or illustration</a:t>
            </a:r>
          </a:p>
          <a:p xmlns:a="http://schemas.openxmlformats.org/drawingml/2006/main">
            <a:pPr lvl="0" algn="ctr">
              <a:buNone/>
            </a:pPr>
            <a:endParaRPr/>
          </a:p>
          <a:p xmlns:a="http://schemas.openxmlformats.org/drawingml/2006/main">
            <a:pPr lvl="0" algn="ctr">
              <a:buNone/>
            </a:pPr>
            <a:endParaRPr/>
          </a:p>
        </p:txBody>
      </p:sp>
      <p:sp>
        <p:nvSpPr>
          <p:cNvPr id="4" name="Text Placeholder 5">
            <a:extLst xmlns:a="http://schemas.openxmlformats.org/drawingml/2006/main">
              <a:ext uri="{FF2B5EF4-FFF2-40B4-BE49-F238E27FC236}">
                <a16:creationId xmlns:a16="http://schemas.microsoft.com/office/drawing/2014/main" id="{5359DD48-7CB8-3699-CA89-9D72DAA6B0BF}"/>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p:txBody>
      </p:sp>
      <p:sp>
        <p:nvSpPr>
          <p:cNvPr id="9" name="Picture Placeholder 12">
            <a:extLst xmlns:a="http://schemas.openxmlformats.org/drawingml/2006/main">
              <a:ext uri="{FF2B5EF4-FFF2-40B4-BE49-F238E27FC236}">
                <a16:creationId xmlns:a16="http://schemas.microsoft.com/office/drawing/2014/main" id="{32FA574C-02E7-4456-3CFF-3AD988229D69}"/>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lvl="0" algn="ctr">
              <a:buNone/>
            </a:pPr>
            <a:r>
              <a:t>Click to add photo or illustration</a:t>
            </a:r>
          </a:p>
          <a:p xmlns:a="http://schemas.openxmlformats.org/drawingml/2006/main">
            <a:pPr lvl="0" algn="ctr">
              <a:buNone/>
            </a:pPr>
            <a:endParaRPr/>
          </a:p>
          <a:p xmlns:a="http://schemas.openxmlformats.org/drawingml/2006/main">
            <a:pPr lvl="0" algn="ctr">
              <a:buNone/>
            </a:pPr>
            <a:endParaRPr/>
          </a:p>
          <a:p xmlns:a="http://schemas.openxmlformats.org/drawingml/2006/main">
            <a:pPr lvl="0" algn="ctr">
              <a:buNone/>
            </a:pPr>
            <a:endParaRPr/>
          </a:p>
        </p:txBody>
      </p:sp>
      <p:sp>
        <p:nvSpPr>
          <p:cNvPr id="5" name="Text Placeholder 7">
            <a:extLst xmlns:a="http://schemas.openxmlformats.org/drawingml/2006/main">
              <a:ext uri="{FF2B5EF4-FFF2-40B4-BE49-F238E27FC236}">
                <a16:creationId xmlns:a16="http://schemas.microsoft.com/office/drawing/2014/main" id="{346E39F9-D43F-04FC-3023-F53553A4056D}"/>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p:txBody>
      </p:sp>
      <p:sp>
        <p:nvSpPr>
          <p:cNvPr id="8" name="Slide Number Placeholder 7">
            <a:extLst xmlns:a="http://schemas.openxmlformats.org/drawingml/2006/main">
              <a:ext uri="{FF2B5EF4-FFF2-40B4-BE49-F238E27FC236}">
                <a16:creationId xmlns:a16="http://schemas.microsoft.com/office/drawing/2014/main" id="{3C49485D-F762-1381-7479-D37FDB46F388}"/>
              </a:ext>
            </a:extLst>
          </p:cNvPr>
          <p:cNvSpPr>
            <a:spLocks xmlns:a="http://schemas.openxmlformats.org/drawingml/2006/main" noGrp="1"/>
          </p:cNvSpPr>
          <p:nvPr>
            <p:ph type="sldNum" idx="17"/>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10" name="Footer Placeholder 6">
            <a:extLst xmlns:a="http://schemas.openxmlformats.org/drawingml/2006/main">
              <a:ext uri="{FF2B5EF4-FFF2-40B4-BE49-F238E27FC236}">
                <a16:creationId xmlns:a16="http://schemas.microsoft.com/office/drawing/2014/main" id="{844C26A1-8F6A-0142-2190-64BD165AA6D8}"/>
              </a:ext>
            </a:extLst>
          </p:cNvPr>
          <p:cNvSpPr>
            <a:spLocks xmlns:a="http://schemas.openxmlformats.org/drawingml/2006/main" noGrp="1"/>
          </p:cNvSpPr>
          <p:nvPr>
            <p:ph type="ftr" idx="16"/>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1" name="Date Placeholder 4">
            <a:extLst xmlns:a="http://schemas.openxmlformats.org/drawingml/2006/main">
              <a:ext uri="{FF2B5EF4-FFF2-40B4-BE49-F238E27FC236}">
                <a16:creationId xmlns:a16="http://schemas.microsoft.com/office/drawing/2014/main" id="{2699964F-7EAE-A02B-DAAA-5083B3377FE4}"/>
              </a:ext>
            </a:extLst>
          </p:cNvPr>
          <p:cNvSpPr>
            <a:spLocks xmlns:a="http://schemas.openxmlformats.org/drawingml/2006/main" noGrp="1"/>
          </p:cNvSpPr>
          <p:nvPr>
            <p:ph type="dt" idx="15"/>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93.xml><?xml version="1.0" encoding="utf-8"?>
<p:sldLayout xmlns:p="http://schemas.openxmlformats.org/presentationml/2006/main" preserve="1" userDrawn="1">
  <p:cSld name="Light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CFD4E609-9037-8285-A36E-039E71F8B03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Picture Placeholder 12">
            <a:extLst xmlns:a="http://schemas.openxmlformats.org/drawingml/2006/main">
              <a:ext uri="{FF2B5EF4-FFF2-40B4-BE49-F238E27FC236}">
                <a16:creationId xmlns:a16="http://schemas.microsoft.com/office/drawing/2014/main" id="{90ACCFB3-5B0B-D6E2-D2BA-F70E9C22E3F7}"/>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8" name="Text Placeholder 5">
            <a:extLst xmlns:a="http://schemas.openxmlformats.org/drawingml/2006/main">
              <a:ext uri="{FF2B5EF4-FFF2-40B4-BE49-F238E27FC236}">
                <a16:creationId xmlns:a16="http://schemas.microsoft.com/office/drawing/2014/main" id="{AE8171D6-A364-A377-FFE9-3F53F16263EA}"/>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p:txBody>
      </p:sp>
      <p:sp>
        <p:nvSpPr>
          <p:cNvPr id="13" name="Picture Placeholder 12">
            <a:extLst xmlns:a="http://schemas.openxmlformats.org/drawingml/2006/main">
              <a:ext uri="{FF2B5EF4-FFF2-40B4-BE49-F238E27FC236}">
                <a16:creationId xmlns:a16="http://schemas.microsoft.com/office/drawing/2014/main" id="{AE9BE660-418D-B00B-4919-F18A26E7CECF}"/>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endParaRPr/>
          </a:p>
          <a:p xmlns:a="http://schemas.openxmlformats.org/drawingml/2006/main">
            <a:endParaRPr/>
          </a:p>
        </p:txBody>
      </p:sp>
      <p:sp>
        <p:nvSpPr>
          <p:cNvPr id="11" name="Text Placeholder 7">
            <a:extLst xmlns:a="http://schemas.openxmlformats.org/drawingml/2006/main">
              <a:ext uri="{FF2B5EF4-FFF2-40B4-BE49-F238E27FC236}">
                <a16:creationId xmlns:a16="http://schemas.microsoft.com/office/drawing/2014/main" id="{79E2D9AD-B603-1F6B-F5F3-92A71334B474}"/>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p:txBody>
      </p:sp>
      <p:sp>
        <p:nvSpPr>
          <p:cNvPr id="4" name="Slide Number Placeholder 5">
            <a:extLst xmlns:a="http://schemas.openxmlformats.org/drawingml/2006/main">
              <a:ext uri="{FF2B5EF4-FFF2-40B4-BE49-F238E27FC236}">
                <a16:creationId xmlns:a16="http://schemas.microsoft.com/office/drawing/2014/main" id="{7567E54F-7B19-8851-B67D-202FB9AC1D6A}"/>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A1778B27-DEA8-9A30-4AED-960974FB3EBC}"/>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333856E5-8C5E-2CF5-6E7E-97C9C55734DC}"/>
              </a:ext>
            </a:extLst>
          </p:cNvPr>
          <p:cNvSpPr>
            <a:spLocks xmlns:a="http://schemas.openxmlformats.org/drawingml/2006/main" noGrp="1"/>
          </p:cNvSpPr>
          <p:nvPr>
            <p:ph type="dt" idx="38"/>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94.xml><?xml version="1.0" encoding="utf-8"?>
<p:sldLayout xmlns:p="http://schemas.openxmlformats.org/presentationml/2006/main" preserve="1" userDrawn="1">
  <p:cSld name="Dark - Bold Statement with Photo half">
    <p:bg>
      <p:bgRef idx="1001">
        <a:schemeClr xmlns:a="http://schemas.openxmlformats.org/drawingml/2006/main" val="bg1"/>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endParaRP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3" name="Slide Number Placeholder 5">
            <a:extLst xmlns:a="http://schemas.openxmlformats.org/drawingml/2006/main">
              <a:ext uri="{FF2B5EF4-FFF2-40B4-BE49-F238E27FC236}">
                <a16:creationId xmlns:a16="http://schemas.microsoft.com/office/drawing/2014/main" id="{BBB52B87-4D2F-759F-F825-1D8452D5364F}"/>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911B1AB9-997E-5411-2C56-8A3EC02DD499}"/>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434C0960-AEC7-0B85-1E58-B54E51F0ECD4}"/>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95.xml><?xml version="1.0" encoding="utf-8"?>
<p:sldLayout xmlns:p="http://schemas.openxmlformats.org/presentationml/2006/main" preserve="1" userDrawn="1">
  <p:cSld name="Light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endParaRP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sp>
        <p:nvSpPr>
          <p:cNvPr id="3" name="Slide Number Placeholder 5">
            <a:extLst xmlns:a="http://schemas.openxmlformats.org/drawingml/2006/main">
              <a:ext uri="{FF2B5EF4-FFF2-40B4-BE49-F238E27FC236}">
                <a16:creationId xmlns:a16="http://schemas.microsoft.com/office/drawing/2014/main" id="{BBB52B87-4D2F-759F-F825-1D8452D5364F}"/>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911B1AB9-997E-5411-2C56-8A3EC02DD499}"/>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434C0960-AEC7-0B85-1E58-B54E51F0ECD4}"/>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96.xml><?xml version="1.0" encoding="utf-8"?>
<p:sldLayout xmlns:p="http://schemas.openxmlformats.org/presentationml/2006/main" preserve="1" userDrawn="1">
  <p:cSld name="Dark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endParaRP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endParaRPr/>
          </a:p>
        </p:txBody>
      </p:sp>
      <p:sp>
        <p:nvSpPr>
          <p:cNvPr id="6" name="Slide Number Placeholder 5">
            <a:extLst xmlns:a="http://schemas.openxmlformats.org/drawingml/2006/main">
              <a:ext uri="{FF2B5EF4-FFF2-40B4-BE49-F238E27FC236}">
                <a16:creationId xmlns:a16="http://schemas.microsoft.com/office/drawing/2014/main" id="{957B489F-6C53-0670-3CA3-C344A6796DB7}"/>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14" name="Footer Placeholder 4">
            <a:extLst xmlns:a="http://schemas.openxmlformats.org/drawingml/2006/main">
              <a:ext uri="{FF2B5EF4-FFF2-40B4-BE49-F238E27FC236}">
                <a16:creationId xmlns:a16="http://schemas.microsoft.com/office/drawing/2014/main" id="{73C65335-0F11-C316-1B11-B923DAF34CA7}"/>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15" name="Date Placeholder 3">
            <a:extLst xmlns:a="http://schemas.openxmlformats.org/drawingml/2006/main">
              <a:ext uri="{FF2B5EF4-FFF2-40B4-BE49-F238E27FC236}">
                <a16:creationId xmlns:a16="http://schemas.microsoft.com/office/drawing/2014/main" id="{249F2E88-1C3B-E905-DE13-29B4AD66701F}"/>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pic>
        <p:nvPicPr>
          <p:cNvPr id="5" name="Picture 4">
            <a:extLst xmlns:a="http://schemas.openxmlformats.org/drawingml/2006/main">
              <a:ext uri="{FF2B5EF4-FFF2-40B4-BE49-F238E27FC236}">
                <a16:creationId xmlns:a16="http://schemas.microsoft.com/office/drawing/2014/main" id="{96A1395A-28F2-42F8-AD84-F5397AE7908B}"/>
              </a:ext>
            </a:extLst>
          </p:cNvPr>
          <p:cNvPicPr>
            <a:picLocks xmlns:a="http://schemas.openxmlformats.org/drawingml/2006/main" noChangeAspect="1"/>
          </p:cNvPicPr>
          <p:nvPr/>
        </p:nvPicPr>
        <p:blipFill>
          <a:blip xmlns:r="http://schemas.openxmlformats.org/officeDocument/2006/relationships" xmlns:a="http://schemas.openxmlformats.org/drawingml/2006/main" r:embed="Rf14365b971944d29"/>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7" name="Picture Placeholder 21">
            <a:extLst xmlns:a="http://schemas.openxmlformats.org/drawingml/2006/main">
              <a:ext uri="{FF2B5EF4-FFF2-40B4-BE49-F238E27FC236}">
                <a16:creationId xmlns:a16="http://schemas.microsoft.com/office/drawing/2014/main" id="{4A787595-7363-9A8E-E513-2117DE88759B}"/>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endParaRPr/>
          </a:p>
          <a:p xmlns:a="http://schemas.openxmlformats.org/drawingml/2006/main">
            <a:endParaRPr/>
          </a:p>
        </p:txBody>
      </p:sp>
    </p:spTree>
  </p:cSld>
</p:sldLayout>
</file>

<file path=ppt/slideLayouts/slideLayout97.xml><?xml version="1.0" encoding="utf-8"?>
<p:sldLayout xmlns:p="http://schemas.openxmlformats.org/presentationml/2006/main" preserve="1" userDrawn="1">
  <p:cSld name="Light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endParaRP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endParaRPr/>
          </a:p>
        </p:txBody>
      </p:sp>
      <p:pic>
        <p:nvPicPr>
          <p:cNvPr id="11" name="Picture 10">
            <a:extLst xmlns:a="http://schemas.openxmlformats.org/drawingml/2006/main">
              <a:ext uri="{FF2B5EF4-FFF2-40B4-BE49-F238E27FC236}">
                <a16:creationId xmlns:a16="http://schemas.microsoft.com/office/drawing/2014/main" id="{90B49A3F-18FE-4F45-A49B-6CD7DBC50D40}"/>
              </a:ext>
            </a:extLst>
          </p:cNvPr>
          <p:cNvPicPr>
            <a:picLocks xmlns:a="http://schemas.openxmlformats.org/drawingml/2006/main" noChangeAspect="1"/>
          </p:cNvPicPr>
          <p:nvPr/>
        </p:nvPicPr>
        <p:blipFill>
          <a:blip xmlns:r="http://schemas.openxmlformats.org/officeDocument/2006/relationships" xmlns:a="http://schemas.openxmlformats.org/drawingml/2006/main" r:embed="Rb40deb3b6ff54469"/>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13" name="Picture Placeholder 21">
            <a:extLst xmlns:a="http://schemas.openxmlformats.org/drawingml/2006/main">
              <a:ext uri="{FF2B5EF4-FFF2-40B4-BE49-F238E27FC236}">
                <a16:creationId xmlns:a16="http://schemas.microsoft.com/office/drawing/2014/main" id="{A6B73051-9D1F-22B3-EB86-F2801CD8E323}"/>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endParaRPr/>
          </a:p>
          <a:p xmlns:a="http://schemas.openxmlformats.org/drawingml/2006/main">
            <a:endParaRPr/>
          </a:p>
        </p:txBody>
      </p:sp>
      <p:sp>
        <p:nvSpPr>
          <p:cNvPr id="2" name="Slide Number Placeholder 5">
            <a:extLst xmlns:a="http://schemas.openxmlformats.org/drawingml/2006/main">
              <a:ext uri="{FF2B5EF4-FFF2-40B4-BE49-F238E27FC236}">
                <a16:creationId xmlns:a16="http://schemas.microsoft.com/office/drawing/2014/main" id="{9E993F39-EB04-6D40-5424-29EF7CBB4082}"/>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8B8580"/>
                </a:solidFill>
              </a:defRPr>
            </a:lvl1pPr>
          </a:lstStyle>
          <a:p xmlns:a="http://schemas.openxmlformats.org/drawingml/2006/main">
            <a:fld id="{345D60D9-5372-5F40-9443-0F9AE5BDC3C8}" type="slidenum">
              <a:t>‹#›</a:t>
            </a:fld>
            <a:endParaRPr/>
          </a:p>
        </p:txBody>
      </p:sp>
      <p:sp>
        <p:nvSpPr>
          <p:cNvPr id="7" name="Slide Number">
            <a:extLst xmlns:a="http://schemas.openxmlformats.org/drawingml/2006/main">
              <a:ext uri="{FF2B5EF4-FFF2-40B4-BE49-F238E27FC236}">
                <a16:creationId xmlns:a16="http://schemas.microsoft.com/office/drawing/2014/main" id="{93DA2E73-5D4C-E24A-9DBC-F14114AA2BD9}"/>
              </a:ext>
            </a:extLst>
          </p:cNvPr>
          <p:cNvSpPr>
            <a:spLocks xmlns:a="http://schemas.openxmlformats.org/drawingml/2006/main" noGrp="1"/>
          </p:cNvSpPr>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marL="0" algn="l" defTabSz="914400">
              <a:buNone/>
              <a:defRPr sz="700" kern="1200">
                <a:solidFill>
                  <a:schemeClr val="tx1">
                    <a:alpha val="30000"/>
                  </a:schemeClr>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marR="0" lvl="0" indent="0" algn="l" defTabSz="914400">
              <a:lnSpc>
                <a:spcPct val="100000"/>
              </a:lnSpc>
              <a:spcBef>
                <a:spcPts val="0"/>
              </a:spcBef>
              <a:spcAft>
                <a:spcPts val="0"/>
              </a:spcAft>
              <a:buClrTx/>
              <a:buSzTx/>
              <a:buFontTx/>
              <a:buNone/>
            </a:pPr>
            <a:fld id="{345D60D9-5372-5F40-9443-0F9AE5BDC3C8}" type="slidenum">
              <a:rPr sz="700" b="0" i="0" u="none" strike="noStrike" cap="none" spc="0" baseline="0">
                <a:ln>
                  <a:noFill/>
                </a:ln>
                <a:solidFill>
                  <a:srgbClr val="514C47"/>
                </a:solidFill>
                <a:latin typeface="Oracle Sans"/>
                <a:ea typeface="Oracle Sans"/>
                <a:cs typeface="Oracle Sans"/>
              </a:rPr>
              <a:t>‹#›</a:t>
            </a:fld>
            <a:endParaRPr sz="700" b="0" i="0" u="none" strike="noStrike" kern="1200" cap="none" spc="0" baseline="0">
              <a:ln>
                <a:noFill/>
              </a:ln>
              <a:solidFill>
                <a:srgbClr val="514C47"/>
              </a:solidFill>
              <a:latin typeface="Oracle Sans"/>
              <a:ea typeface="Oracle Sans"/>
              <a:cs typeface="Oracle Sans"/>
            </a:endParaRPr>
          </a:p>
        </p:txBody>
      </p:sp>
      <p:sp>
        <p:nvSpPr>
          <p:cNvPr id="4" name="Footer Placeholder 4">
            <a:extLst xmlns:a="http://schemas.openxmlformats.org/drawingml/2006/main">
              <a:ext uri="{FF2B5EF4-FFF2-40B4-BE49-F238E27FC236}">
                <a16:creationId xmlns:a16="http://schemas.microsoft.com/office/drawing/2014/main" id="{4386EF72-A9D7-B119-6AB5-B47EDC6DBD35}"/>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5" name="Date Placeholder 3">
            <a:extLst xmlns:a="http://schemas.openxmlformats.org/drawingml/2006/main">
              <a:ext uri="{FF2B5EF4-FFF2-40B4-BE49-F238E27FC236}">
                <a16:creationId xmlns:a16="http://schemas.microsoft.com/office/drawing/2014/main" id="{7AEA780F-E901-E29C-0D8B-69514942746E}"/>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98.xml><?xml version="1.0" encoding="utf-8"?>
<p:sldLayout xmlns:p="http://schemas.openxmlformats.org/presentationml/2006/main" preserve="1" userDrawn="1">
  <p:cSld name="Light - Story with photo and stats">
    <p:bg>
      <p:bgRef idx="1001">
        <a:schemeClr xmlns:a="http://schemas.openxmlformats.org/drawingml/2006/main" val="bg2"/>
      </p:bgRef>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lvl="0">
              <a:buNone/>
            </a:pPr>
            <a:r>
              <a:t>Click to insert partner logo</a:t>
            </a:r>
          </a:p>
        </p:txBody>
      </p:sp>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33" name="Slide Number Placeholder 7">
            <a:extLst xmlns:a="http://schemas.openxmlformats.org/drawingml/2006/main">
              <a:ext uri="{FF2B5EF4-FFF2-40B4-BE49-F238E27FC236}">
                <a16:creationId xmlns:a16="http://schemas.microsoft.com/office/drawing/2014/main" id="{4C0ED2E8-6351-ED49-B6CF-FA1F67B26896}"/>
              </a:ext>
            </a:extLst>
          </p:cNvPr>
          <p:cNvSpPr>
            <a:spLocks xmlns:a="http://schemas.openxmlformats.org/drawingml/2006/main" noGrp="1"/>
          </p:cNvSpPr>
          <p:nvPr>
            <p:ph type="sldNum" idx="39"/>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31" name="Footer Placeholder 4">
            <a:extLst xmlns:a="http://schemas.openxmlformats.org/drawingml/2006/main">
              <a:ext uri="{FF2B5EF4-FFF2-40B4-BE49-F238E27FC236}">
                <a16:creationId xmlns:a16="http://schemas.microsoft.com/office/drawing/2014/main" id="{970AF836-EBD7-FC48-8131-6B5102906FFD}"/>
              </a:ext>
            </a:extLst>
          </p:cNvPr>
          <p:cNvSpPr>
            <a:spLocks xmlns:a="http://schemas.openxmlformats.org/drawingml/2006/main" noGrp="1"/>
          </p:cNvSpPr>
          <p:nvPr>
            <p:ph type="ftr" idx="11"/>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30" name="Date Placeholder 2">
            <a:extLst xmlns:a="http://schemas.openxmlformats.org/drawingml/2006/main">
              <a:ext uri="{FF2B5EF4-FFF2-40B4-BE49-F238E27FC236}">
                <a16:creationId xmlns:a16="http://schemas.microsoft.com/office/drawing/2014/main" id="{67BD4534-5E82-594D-B1AB-A133054CA183}"/>
              </a:ext>
            </a:extLst>
          </p:cNvPr>
          <p:cNvSpPr>
            <a:spLocks xmlns:a="http://schemas.openxmlformats.org/drawingml/2006/main" noGrp="1"/>
          </p:cNvSpPr>
          <p:nvPr>
            <p:ph type="dt" idx="10"/>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400" b="1" i="0">
                <a:solidFill>
                  <a:schemeClr val="tx1"/>
                </a:solidFill>
                <a:latin typeface="Oracle Sans Tab"/>
                <a:ea typeface="Oracle Sans Tab"/>
                <a:cs typeface="Oracle Sans Tab"/>
              </a:defRPr>
            </a:lvl1pPr>
          </a:lstStyle>
          <a:p xmlns:a="http://schemas.openxmlformats.org/drawingml/2006/main">
            <a:pPr lvl="0">
              <a:buNone/>
            </a:pPr>
            <a:r>
              <a:t>Business challenges</a:t>
            </a:r>
            <a:endParaRP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703827"/>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400" b="1" i="0">
                <a:solidFill>
                  <a:schemeClr val="tx1"/>
                </a:solidFill>
                <a:latin typeface="Oracle Sans Tab"/>
                <a:ea typeface="Oracle Sans Tab"/>
                <a:cs typeface="Oracle Sans Tab"/>
              </a:defRPr>
            </a:lvl1pPr>
          </a:lstStyle>
          <a:p xmlns:a="http://schemas.openxmlformats.org/drawingml/2006/main">
            <a:pPr lvl="0">
              <a:buNone/>
            </a:pPr>
            <a:r>
              <a:t>Why Oracle</a:t>
            </a:r>
            <a:endParaRP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4048160"/>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870581"/>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400" b="1" i="0">
                <a:solidFill>
                  <a:schemeClr val="tx1"/>
                </a:solidFill>
                <a:latin typeface="Oracle Sans Tab"/>
                <a:ea typeface="Oracle Sans Tab"/>
                <a:cs typeface="Oracle Sans Tab"/>
              </a:defRPr>
            </a:lvl1pPr>
          </a:lstStyle>
          <a:p xmlns:a="http://schemas.openxmlformats.org/drawingml/2006/main">
            <a:pPr lvl="0">
              <a:buNone/>
            </a:pPr>
            <a:r>
              <a:t>Result</a:t>
            </a:r>
            <a:endParaRPr/>
          </a:p>
        </p:txBody>
      </p:sp>
      <p:sp>
        <p:nvSpPr>
          <p:cNvPr id="3" name="Text Placeholder 19">
            <a:extLst xmlns:a="http://schemas.openxmlformats.org/drawingml/2006/main">
              <a:ext uri="{FF2B5EF4-FFF2-40B4-BE49-F238E27FC236}">
                <a16:creationId xmlns:a16="http://schemas.microsoft.com/office/drawing/2014/main" id="{C9B029B0-1EAB-FE8A-291E-9E218344064A}"/>
              </a:ext>
            </a:extLst>
          </p:cNvPr>
          <p:cNvSpPr>
            <a:spLocks xmlns:a="http://schemas.openxmlformats.org/drawingml/2006/main" noGrp="1"/>
          </p:cNvSpPr>
          <p:nvPr>
            <p:ph type="body" idx="47"/>
          </p:nvPr>
        </p:nvSpPr>
        <p:spPr>
          <a:xfrm xmlns:a="http://schemas.openxmlformats.org/drawingml/2006/main">
            <a:off x="761999" y="52255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lvl="0">
              <a:buNone/>
            </a:pPr>
            <a:r>
              <a:t>Click to edit Master text styles</a:t>
            </a:r>
          </a:p>
          <a:p xmlns:a="http://schemas.openxmlformats.org/drawingml/2006/main">
            <a:pPr lvl="1">
              <a:buNone/>
            </a:pPr>
            <a:r>
              <a:t>Second level</a:t>
            </a:r>
          </a:p>
        </p:txBody>
      </p:sp>
      <p:sp>
        <p:nvSpPr>
          <p:cNvPr id="4" name="Text Placeholder 21">
            <a:extLst xmlns:a="http://schemas.openxmlformats.org/drawingml/2006/main">
              <a:ext uri="{FF2B5EF4-FFF2-40B4-BE49-F238E27FC236}">
                <a16:creationId xmlns:a16="http://schemas.microsoft.com/office/drawing/2014/main" id="{36B97647-97D2-408B-413C-E65D6A6051E5}"/>
              </a:ext>
            </a:extLst>
          </p:cNvPr>
          <p:cNvSpPr>
            <a:spLocks xmlns:a="http://schemas.openxmlformats.org/drawingml/2006/main" noGrp="1"/>
          </p:cNvSpPr>
          <p:nvPr>
            <p:ph type="body" idx="14" hasCustomPrompt="1"/>
          </p:nvPr>
        </p:nvSpPr>
        <p:spPr>
          <a:xfrm xmlns:a="http://schemas.openxmlformats.org/drawingml/2006/main">
            <a:off x="6739049" y="3922382"/>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lvl="0">
              <a:buNone/>
            </a:pPr>
            <a:r>
              <a:t>#Stat</a:t>
            </a:r>
            <a:endParaRPr/>
          </a:p>
        </p:txBody>
      </p:sp>
      <p:sp>
        <p:nvSpPr>
          <p:cNvPr id="5" name="Text Placeholder 21">
            <a:extLst xmlns:a="http://schemas.openxmlformats.org/drawingml/2006/main">
              <a:ext uri="{FF2B5EF4-FFF2-40B4-BE49-F238E27FC236}">
                <a16:creationId xmlns:a16="http://schemas.microsoft.com/office/drawing/2014/main" id="{3A3580F8-D690-3030-C6AC-4866E9825F61}"/>
              </a:ext>
            </a:extLst>
          </p:cNvPr>
          <p:cNvSpPr>
            <a:spLocks xmlns:a="http://schemas.openxmlformats.org/drawingml/2006/main" noGrp="1"/>
          </p:cNvSpPr>
          <p:nvPr>
            <p:ph type="body" idx="30" hasCustomPrompt="1"/>
          </p:nvPr>
        </p:nvSpPr>
        <p:spPr>
          <a:xfrm xmlns:a="http://schemas.openxmlformats.org/drawingml/2006/main">
            <a:off x="8448458" y="3933540"/>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endParaRPr/>
          </a:p>
        </p:txBody>
      </p:sp>
      <p:sp>
        <p:nvSpPr>
          <p:cNvPr id="7" name="Text Placeholder 21">
            <a:extLst xmlns:a="http://schemas.openxmlformats.org/drawingml/2006/main">
              <a:ext uri="{FF2B5EF4-FFF2-40B4-BE49-F238E27FC236}">
                <a16:creationId xmlns:a16="http://schemas.microsoft.com/office/drawing/2014/main" id="{44C5C283-5935-B42C-7120-D243BA9A2913}"/>
              </a:ext>
            </a:extLst>
          </p:cNvPr>
          <p:cNvSpPr>
            <a:spLocks xmlns:a="http://schemas.openxmlformats.org/drawingml/2006/main" noGrp="1"/>
          </p:cNvSpPr>
          <p:nvPr>
            <p:ph type="body" idx="31" hasCustomPrompt="1"/>
          </p:nvPr>
        </p:nvSpPr>
        <p:spPr>
          <a:xfrm xmlns:a="http://schemas.openxmlformats.org/drawingml/2006/main">
            <a:off x="6739049" y="4734009"/>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lvl="0">
              <a:buNone/>
            </a:pPr>
            <a:r>
              <a:t>#Stat</a:t>
            </a:r>
            <a:endParaRPr/>
          </a:p>
        </p:txBody>
      </p:sp>
      <p:sp>
        <p:nvSpPr>
          <p:cNvPr id="8" name="Text Placeholder 21">
            <a:extLst xmlns:a="http://schemas.openxmlformats.org/drawingml/2006/main">
              <a:ext uri="{FF2B5EF4-FFF2-40B4-BE49-F238E27FC236}">
                <a16:creationId xmlns:a16="http://schemas.microsoft.com/office/drawing/2014/main" id="{099F2B36-E543-7114-2E12-7E05E41FD12F}"/>
              </a:ext>
            </a:extLst>
          </p:cNvPr>
          <p:cNvSpPr>
            <a:spLocks xmlns:a="http://schemas.openxmlformats.org/drawingml/2006/main" noGrp="1"/>
          </p:cNvSpPr>
          <p:nvPr>
            <p:ph type="body" idx="48" hasCustomPrompt="1"/>
          </p:nvPr>
        </p:nvSpPr>
        <p:spPr>
          <a:xfrm xmlns:a="http://schemas.openxmlformats.org/drawingml/2006/main">
            <a:off x="8448458" y="4745167"/>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endParaRPr/>
          </a:p>
        </p:txBody>
      </p:sp>
      <p:sp>
        <p:nvSpPr>
          <p:cNvPr id="9" name="Text Placeholder 21">
            <a:extLst xmlns:a="http://schemas.openxmlformats.org/drawingml/2006/main">
              <a:ext uri="{FF2B5EF4-FFF2-40B4-BE49-F238E27FC236}">
                <a16:creationId xmlns:a16="http://schemas.microsoft.com/office/drawing/2014/main" id="{480E7235-27FC-1059-8FEC-3A55CCC728FE}"/>
              </a:ext>
            </a:extLst>
          </p:cNvPr>
          <p:cNvSpPr>
            <a:spLocks xmlns:a="http://schemas.openxmlformats.org/drawingml/2006/main" noGrp="1"/>
          </p:cNvSpPr>
          <p:nvPr>
            <p:ph type="body" idx="33" hasCustomPrompt="1"/>
          </p:nvPr>
        </p:nvSpPr>
        <p:spPr>
          <a:xfrm xmlns:a="http://schemas.openxmlformats.org/drawingml/2006/main">
            <a:off x="6739049" y="5546718"/>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lvl="0">
              <a:buNone/>
            </a:pPr>
            <a:r>
              <a:t>#Stat</a:t>
            </a:r>
            <a:endParaRPr/>
          </a:p>
        </p:txBody>
      </p:sp>
      <p:sp>
        <p:nvSpPr>
          <p:cNvPr id="11" name="Text Placeholder 21">
            <a:extLst xmlns:a="http://schemas.openxmlformats.org/drawingml/2006/main">
              <a:ext uri="{FF2B5EF4-FFF2-40B4-BE49-F238E27FC236}">
                <a16:creationId xmlns:a16="http://schemas.microsoft.com/office/drawing/2014/main" id="{360C9156-A92C-0F42-A924-D97D8BD8785F}"/>
              </a:ext>
            </a:extLst>
          </p:cNvPr>
          <p:cNvSpPr>
            <a:spLocks xmlns:a="http://schemas.openxmlformats.org/drawingml/2006/main" noGrp="1"/>
          </p:cNvSpPr>
          <p:nvPr>
            <p:ph type="body" idx="34" hasCustomPrompt="1"/>
          </p:nvPr>
        </p:nvSpPr>
        <p:spPr>
          <a:xfrm xmlns:a="http://schemas.openxmlformats.org/drawingml/2006/main">
            <a:off x="8448458" y="5557876"/>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lvl="0">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endParaRPr/>
          </a:p>
        </p:txBody>
      </p:sp>
      <p:sp>
        <p:nvSpPr>
          <p:cNvPr id="12" name="Picture Placeholder 17">
            <a:extLst xmlns:a="http://schemas.openxmlformats.org/drawingml/2006/main">
              <a:ext uri="{FF2B5EF4-FFF2-40B4-BE49-F238E27FC236}">
                <a16:creationId xmlns:a16="http://schemas.microsoft.com/office/drawing/2014/main" id="{37E1F626-6013-A11C-1493-E8B91C591978}"/>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endParaRPr/>
          </a:p>
          <a:p xmlns:a="http://schemas.openxmlformats.org/drawingml/2006/main">
            <a:endParaRPr/>
          </a:p>
          <a:p xmlns:a="http://schemas.openxmlformats.org/drawingml/2006/main">
            <a:endParaRPr/>
          </a:p>
        </p:txBody>
      </p:sp>
      <p:pic>
        <p:nvPicPr>
          <p:cNvPr id="6" name="OTag">
            <a:extLst xmlns:a="http://schemas.openxmlformats.org/drawingml/2006/main">
              <a:ext uri="{FF2B5EF4-FFF2-40B4-BE49-F238E27FC236}">
                <a16:creationId xmlns:a16="http://schemas.microsoft.com/office/drawing/2014/main" id="{40A80435-6F6E-427A-B69F-83C97247080F}"/>
              </a:ext>
            </a:extLst>
          </p:cNvPr>
          <p:cNvPicPr>
            <a:picLocks xmlns:a="http://schemas.openxmlformats.org/drawingml/2006/main" noChangeAspect="1"/>
          </p:cNvPicPr>
          <p:nvPr/>
        </p:nvPicPr>
        <p:blipFill>
          <a:blip xmlns:r="http://schemas.openxmlformats.org/officeDocument/2006/relationships" xmlns:a="http://schemas.openxmlformats.org/drawingml/2006/main" r:embed="R0933b3583f444534"/>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13" name="Graphic 12">
            <a:extLst xmlns:a="http://schemas.openxmlformats.org/drawingml/2006/main">
              <a:ext uri="{FF2B5EF4-FFF2-40B4-BE49-F238E27FC236}">
                <a16:creationId xmlns:a16="http://schemas.microsoft.com/office/drawing/2014/main" id="{979255B1-95FC-45BD-ACEA-8B204FDAD3D0}"/>
              </a:ext>
            </a:extLst>
          </p:cNvPr>
          <p:cNvPicPr>
            <a:picLocks xmlns:a="http://schemas.openxmlformats.org/drawingml/2006/main" noChangeAspect="1"/>
          </p:cNvPicPr>
          <p:nvPr/>
        </p:nvPicPr>
        <p:blipFill>
          <a:blip xmlns:r="http://schemas.openxmlformats.org/officeDocument/2006/relationships" xmlns:a="http://schemas.openxmlformats.org/drawingml/2006/main" r:embed="Rb21365d80d3d4d6f">
            <a:extLst>
              <a:ext uri="{96DAC541-7B7A-43D3-8B79-37D633B846F1}">
                <asvg:svgBlip xmlns:asvg="http://schemas.microsoft.com/office/drawing/2016/SVG/main" r:embed="Re9f441215a884037"/>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714C8117-8874-4C52-FD47-896710854EA6}"/>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Clr>
                <a:schemeClr val="tx1"/>
              </a:buClr>
              <a:buFont typeface="Arial"/>
              <a:buNone/>
              <a:defRPr sz="1200" b="1" i="0">
                <a:solidFill>
                  <a:schemeClr val="tx1"/>
                </a:solidFill>
                <a:latin typeface="Oracle Sans Tab"/>
                <a:ea typeface="Oracle Sans Tab"/>
                <a:cs typeface="Oracle Sans Tab"/>
              </a:defRPr>
            </a:lvl1pPr>
          </a:lstStyle>
          <a:p xmlns:a="http://schemas.openxmlformats.org/drawingml/2006/main">
            <a:pPr lvl="0">
              <a:buNone/>
            </a:pPr>
            <a:r>
              <a:t>Call to action</a:t>
            </a:r>
            <a:endParaRPr/>
          </a:p>
        </p:txBody>
      </p:sp>
    </p:spTree>
  </p:cSld>
</p:sldLayout>
</file>

<file path=ppt/slideLayouts/slideLayout99.xml><?xml version="1.0" encoding="utf-8"?>
<p:sldLayout xmlns:p="http://schemas.openxmlformats.org/presentationml/2006/main" preserve="1" userDrawn="1">
  <p:cSld name="Light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endParaRPr/>
          </a:p>
        </p:txBody>
      </p:sp>
      <p:sp>
        <p:nvSpPr>
          <p:cNvPr id="3" name="Slide Number Placeholder 5">
            <a:extLst xmlns:a="http://schemas.openxmlformats.org/drawingml/2006/main">
              <a:ext uri="{FF2B5EF4-FFF2-40B4-BE49-F238E27FC236}">
                <a16:creationId xmlns:a16="http://schemas.microsoft.com/office/drawing/2014/main" id="{BBB52B87-4D2F-759F-F825-1D8452D5364F}"/>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911B1AB9-997E-5411-2C56-8A3EC02DD499}"/>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434C0960-AEC7-0B85-1E58-B54E51F0ECD4}"/>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endParaRPr/>
          </a:p>
        </p:txBody>
      </p:sp>
    </p:spTree>
  </p:cSld>
</p:sldLayout>
</file>

<file path=ppt/slideLayouts/slideLayout100.xml><?xml version="1.0" encoding="utf-8"?>
<p:sldLayout xmlns:p="http://schemas.openxmlformats.org/presentationml/2006/main" preserve="1" userDrawn="1">
  <p:cSld name="Dark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rgbClr val="1C2020"/>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endParaRPr/>
          </a:p>
        </p:txBody>
      </p:sp>
      <p:sp>
        <p:nvSpPr>
          <p:cNvPr id="3" name="Slide Number Placeholder 5">
            <a:extLst xmlns:a="http://schemas.openxmlformats.org/drawingml/2006/main">
              <a:ext uri="{FF2B5EF4-FFF2-40B4-BE49-F238E27FC236}">
                <a16:creationId xmlns:a16="http://schemas.microsoft.com/office/drawing/2014/main" id="{BBB52B87-4D2F-759F-F825-1D8452D5364F}"/>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endParaRPr/>
          </a:p>
        </p:txBody>
      </p:sp>
      <p:sp>
        <p:nvSpPr>
          <p:cNvPr id="5" name="Footer Placeholder 4">
            <a:extLst xmlns:a="http://schemas.openxmlformats.org/drawingml/2006/main">
              <a:ext uri="{FF2B5EF4-FFF2-40B4-BE49-F238E27FC236}">
                <a16:creationId xmlns:a16="http://schemas.microsoft.com/office/drawing/2014/main" id="{911B1AB9-997E-5411-2C56-8A3EC02DD499}"/>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2025, Oracle and/or its affiliates |  Confidential: Internal/Restricted/Highly Restricted</a:t>
            </a:r>
            <a:endParaRPr/>
          </a:p>
        </p:txBody>
      </p:sp>
      <p:sp>
        <p:nvSpPr>
          <p:cNvPr id="6" name="Date Placeholder 3">
            <a:extLst xmlns:a="http://schemas.openxmlformats.org/drawingml/2006/main">
              <a:ext uri="{FF2B5EF4-FFF2-40B4-BE49-F238E27FC236}">
                <a16:creationId xmlns:a16="http://schemas.microsoft.com/office/drawing/2014/main" id="{434C0960-AEC7-0B85-1E58-B54E51F0ECD4}"/>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endParaRPr/>
          </a:p>
        </p:txBody>
      </p:sp>
    </p:spTree>
  </p:cSld>
</p:sldLayout>
</file>

<file path=ppt/slideLayouts/slideLayout101.xml><?xml version="1.0" encoding="utf-8"?>
<p:sldLayout xmlns:p="http://schemas.openxmlformats.org/presentationml/2006/main" preserve="1">
  <p:cSld name="Light - Closing Slide">
    <p:bg>
      <p:bgRef idx="1001">
        <a:schemeClr xmlns:a="http://schemas.openxmlformats.org/drawingml/2006/main" val="bg2"/>
      </p:bgRef>
    </p:bg>
    <p:spTree>
      <p:nvGrpSpPr>
        <p:cNvPr id="1" name=""/>
        <p:cNvGrpSpPr/>
        <p:nvPr/>
      </p:nvGrpSpPr>
      <p:grpSpPr>
        <a:xfrm xmlns:a="http://schemas.openxmlformats.org/drawingml/2006/main"/>
      </p:grpSpPr>
      <p:pic>
        <p:nvPicPr>
          <p:cNvPr id="2" name="Oracle Logo">
            <a:extLst xmlns:a="http://schemas.openxmlformats.org/drawingml/2006/main">
              <a:ext uri="{FF2B5EF4-FFF2-40B4-BE49-F238E27FC236}">
                <a16:creationId xmlns:a16="http://schemas.microsoft.com/office/drawing/2014/main" id="{2F764188-E499-4D55-A792-E5FA2D16492F}"/>
              </a:ext>
            </a:extLst>
          </p:cNvPr>
          <p:cNvPicPr>
            <a:picLocks xmlns:a="http://schemas.openxmlformats.org/drawingml/2006/main" noChangeAspect="1"/>
          </p:cNvPicPr>
          <p:nvPr/>
        </p:nvPicPr>
        <p:blipFill>
          <a:blip xmlns:r="http://schemas.openxmlformats.org/officeDocument/2006/relationships" xmlns:a="http://schemas.openxmlformats.org/drawingml/2006/main" r:embed="R1a627bcc985d45a0">
            <a:extLst>
              <a:ext uri="{96DAC541-7B7A-43D3-8B79-37D633B846F1}">
                <asvg:svgBlip xmlns:asvg="http://schemas.microsoft.com/office/drawing/2016/SVG/main" r:embed="Rab2597480e9440e1"/>
              </a:ext>
            </a:extLst>
          </a:blip>
          <a:srcRect xmlns:a="http://schemas.openxmlformats.org/drawingml/2006/main" l="0" t="0" r="0" b="0"/>
          <a:stretch xmlns:a="http://schemas.openxmlformats.org/drawingml/2006/main"/>
        </p:blipFill>
        <p:spPr>
          <a:xfrm xmlns:a="http://schemas.openxmlformats.org/drawingml/2006/main">
            <a:off x="4043835" y="2998299"/>
            <a:ext cx="4104330" cy="861403"/>
          </a:xfrm>
          <a:prstGeom xmlns:a="http://schemas.openxmlformats.org/drawingml/2006/main" prst="rect">
            <a:avLst/>
          </a:prstGeom>
        </p:spPr>
      </p:pic>
    </p:spTree>
  </p:cSld>
</p:sldLayout>
</file>

<file path=ppt/slideLayouts/slideLayout102.xml><?xml version="1.0" encoding="utf-8"?>
<p:sldLayout xmlns:p="http://schemas.openxmlformats.org/presentationml/2006/main" preserve="1">
  <p:cSld name="Dark - Closing Slide">
    <p:bg>
      <p:bgRef idx="1001">
        <a:schemeClr xmlns:a="http://schemas.openxmlformats.org/drawingml/2006/main" val="bg2"/>
      </p:bgRef>
    </p:bg>
    <p:spTree>
      <p:nvGrpSpPr>
        <p:cNvPr id="1" name=""/>
        <p:cNvGrpSpPr/>
        <p:nvPr/>
      </p:nvGrpSpPr>
      <p:grpSpPr>
        <a:xfrm xmlns:a="http://schemas.openxmlformats.org/drawingml/2006/main"/>
      </p:grpSpPr>
      <p:pic>
        <p:nvPicPr>
          <p:cNvPr id="4" name="Oracle Logo">
            <a:extLst xmlns:a="http://schemas.openxmlformats.org/drawingml/2006/main">
              <a:ext uri="{FF2B5EF4-FFF2-40B4-BE49-F238E27FC236}">
                <a16:creationId xmlns:a16="http://schemas.microsoft.com/office/drawing/2014/main" id="{65201199-4E65-494F-A044-A571583CDC6A}"/>
              </a:ext>
            </a:extLst>
          </p:cNvPr>
          <p:cNvPicPr>
            <a:picLocks xmlns:a="http://schemas.openxmlformats.org/drawingml/2006/main" noChangeAspect="1"/>
          </p:cNvPicPr>
          <p:nvPr/>
        </p:nvPicPr>
        <p:blipFill>
          <a:blip xmlns:r="http://schemas.openxmlformats.org/officeDocument/2006/relationships" xmlns:a="http://schemas.openxmlformats.org/drawingml/2006/main" r:embed="R8a26c1ddffbb4001">
            <a:extLst>
              <a:ext uri="{96DAC541-7B7A-43D3-8B79-37D633B846F1}">
                <asvg:svgBlip xmlns:asvg="http://schemas.microsoft.com/office/drawing/2016/SVG/main" r:embed="R88f2e678008c49e3"/>
              </a:ext>
            </a:extLst>
          </a:blip>
          <a:srcRect xmlns:a="http://schemas.openxmlformats.org/drawingml/2006/main" l="0" t="0" r="0" b="0"/>
          <a:stretch xmlns:a="http://schemas.openxmlformats.org/drawingml/2006/main"/>
        </p:blipFill>
        <p:spPr>
          <a:xfrm xmlns:a="http://schemas.openxmlformats.org/drawingml/2006/main">
            <a:off x="4043835" y="2998299"/>
            <a:ext cx="4104330" cy="861403"/>
          </a:xfrm>
          <a:prstGeom xmlns:a="http://schemas.openxmlformats.org/drawingml/2006/main" prst="rect">
            <a:avLst/>
          </a:prstGeom>
        </p:spPr>
      </p:pic>
    </p:spTree>
  </p:cSld>
</p:sldLayout>
</file>

<file path=ppt/slideLayouts/slideLayout103.xml><?xml version="1.0" encoding="utf-8"?>
<p:sldLayout xmlns:p="http://schemas.openxmlformats.org/presentationml/2006/main" showMasterSp="0" preserve="1">
  <p:cSld name="STOP">
    <p:bg>
      <p:bgPr>
        <a:solidFill xmlns:a="http://schemas.openxmlformats.org/drawingml/2006/main">
          <a:srgbClr val="C74634"/>
        </a:solidFill>
      </p:bgPr>
    </p:bg>
    <p:spTree>
      <p:nvGrpSpPr>
        <p:cNvPr id="1" name=""/>
        <p:cNvGrpSpPr/>
        <p:nvPr/>
      </p:nvGrpSpPr>
      <p:grpSpPr>
        <a:xfrm xmlns:a="http://schemas.openxmlformats.org/drawingml/2006/main"/>
      </p:grpSpPr>
      <p:sp>
        <p:nvSpPr>
          <p:cNvPr id="7" name="Freeform 5">
            <a:extLst xmlns:a="http://schemas.openxmlformats.org/drawingml/2006/main">
              <a:ext uri="{FF2B5EF4-FFF2-40B4-BE49-F238E27FC236}">
                <a16:creationId xmlns:a16="http://schemas.microsoft.com/office/drawing/2014/main" id="{8D479378-DEC7-2ADF-53B1-0BD27B66492B}"/>
              </a:ext>
            </a:extLst>
          </p:cNvPr>
          <p:cNvSpPr>
            <a:spLocks xmlns:a="http://schemas.openxmlformats.org/drawingml/2006/main" noGrp="1"/>
          </p:cNvSpPr>
          <p:nvPr/>
        </p:nvSpPr>
        <p:spPr>
          <a:xfrm xmlns:a="http://schemas.openxmlformats.org/drawingml/2006/main" rot="0" flipH="0" flipV="0">
            <a:off x="1697927" y="3324744"/>
            <a:ext cx="644484" cy="525669"/>
          </a:xfrm>
          <a:custGeom xmlns:a="http://schemas.openxmlformats.org/drawingml/2006/main">
            <a:gdLst>
              <a:gd name="T0" fmla="*/ 88 w 1583"/>
              <a:gd name="T1" fmla="*/ 402 h 1292"/>
              <a:gd name="T2" fmla="*/ 167 w 1583"/>
              <a:gd name="T3" fmla="*/ 464 h 1292"/>
              <a:gd name="T4" fmla="*/ 215 w 1583"/>
              <a:gd name="T5" fmla="*/ 521 h 1292"/>
              <a:gd name="T6" fmla="*/ 412 w 1583"/>
              <a:gd name="T7" fmla="*/ 856 h 1292"/>
              <a:gd name="T8" fmla="*/ 1174 w 1583"/>
              <a:gd name="T9" fmla="*/ 1291 h 1292"/>
              <a:gd name="T10" fmla="*/ 1511 w 1583"/>
              <a:gd name="T11" fmla="*/ 1291 h 1292"/>
              <a:gd name="T12" fmla="*/ 1582 w 1583"/>
              <a:gd name="T13" fmla="*/ 1220 h 1292"/>
              <a:gd name="T14" fmla="*/ 1511 w 1583"/>
              <a:gd name="T15" fmla="*/ 1150 h 1292"/>
              <a:gd name="T16" fmla="*/ 1174 w 1583"/>
              <a:gd name="T17" fmla="*/ 1150 h 1292"/>
              <a:gd name="T18" fmla="*/ 534 w 1583"/>
              <a:gd name="T19" fmla="*/ 783 h 1292"/>
              <a:gd name="T20" fmla="*/ 336 w 1583"/>
              <a:gd name="T21" fmla="*/ 447 h 1292"/>
              <a:gd name="T22" fmla="*/ 252 w 1583"/>
              <a:gd name="T23" fmla="*/ 351 h 1292"/>
              <a:gd name="T24" fmla="*/ 173 w 1583"/>
              <a:gd name="T25" fmla="*/ 290 h 1292"/>
              <a:gd name="T26" fmla="*/ 167 w 1583"/>
              <a:gd name="T27" fmla="*/ 234 h 1292"/>
              <a:gd name="T28" fmla="*/ 167 w 1583"/>
              <a:gd name="T29" fmla="*/ 231 h 1292"/>
              <a:gd name="T30" fmla="*/ 421 w 1583"/>
              <a:gd name="T31" fmla="*/ 214 h 1292"/>
              <a:gd name="T32" fmla="*/ 426 w 1583"/>
              <a:gd name="T33" fmla="*/ 220 h 1292"/>
              <a:gd name="T34" fmla="*/ 785 w 1583"/>
              <a:gd name="T35" fmla="*/ 614 h 1292"/>
              <a:gd name="T36" fmla="*/ 883 w 1583"/>
              <a:gd name="T37" fmla="*/ 614 h 1292"/>
              <a:gd name="T38" fmla="*/ 889 w 1583"/>
              <a:gd name="T39" fmla="*/ 518 h 1292"/>
              <a:gd name="T40" fmla="*/ 528 w 1583"/>
              <a:gd name="T41" fmla="*/ 124 h 1292"/>
              <a:gd name="T42" fmla="*/ 525 w 1583"/>
              <a:gd name="T43" fmla="*/ 121 h 1292"/>
              <a:gd name="T44" fmla="*/ 74 w 1583"/>
              <a:gd name="T45" fmla="*/ 132 h 1292"/>
              <a:gd name="T46" fmla="*/ 65 w 1583"/>
              <a:gd name="T47" fmla="*/ 141 h 1292"/>
              <a:gd name="T48" fmla="*/ 85 w 1583"/>
              <a:gd name="T49" fmla="*/ 397 h 1292"/>
              <a:gd name="T50" fmla="*/ 88 w 1583"/>
              <a:gd name="T51" fmla="*/ 402 h 1292"/>
            </a:gdLst>
            <a:rect l="0" t="0" r="r" b="b"/>
            <a:pathLst>
              <a:path w="1583" h="1292">
                <a:moveTo>
                  <a:pt x="88" y="402"/>
                </a:moveTo>
                <a:lnTo>
                  <a:pt x="167" y="464"/>
                </a:lnTo>
                <a:cubicBezTo>
                  <a:pt x="187" y="481"/>
                  <a:pt x="204" y="498"/>
                  <a:pt x="215" y="521"/>
                </a:cubicBezTo>
                <a:lnTo>
                  <a:pt x="412" y="856"/>
                </a:lnTo>
                <a:cubicBezTo>
                  <a:pt x="570" y="1127"/>
                  <a:pt x="861" y="1291"/>
                  <a:pt x="1174" y="1291"/>
                </a:cubicBezTo>
                <a:lnTo>
                  <a:pt x="1511" y="1291"/>
                </a:lnTo>
                <a:cubicBezTo>
                  <a:pt x="1551" y="1291"/>
                  <a:pt x="1582" y="1260"/>
                  <a:pt x="1582" y="1220"/>
                </a:cubicBezTo>
                <a:cubicBezTo>
                  <a:pt x="1582" y="1181"/>
                  <a:pt x="1551" y="1150"/>
                  <a:pt x="1511" y="1150"/>
                </a:cubicBezTo>
                <a:lnTo>
                  <a:pt x="1174" y="1150"/>
                </a:lnTo>
                <a:cubicBezTo>
                  <a:pt x="912" y="1150"/>
                  <a:pt x="666" y="1009"/>
                  <a:pt x="534" y="783"/>
                </a:cubicBezTo>
                <a:lnTo>
                  <a:pt x="336" y="447"/>
                </a:lnTo>
                <a:cubicBezTo>
                  <a:pt x="314" y="411"/>
                  <a:pt x="285" y="380"/>
                  <a:pt x="252" y="351"/>
                </a:cubicBezTo>
                <a:lnTo>
                  <a:pt x="173" y="290"/>
                </a:lnTo>
                <a:cubicBezTo>
                  <a:pt x="156" y="276"/>
                  <a:pt x="153" y="251"/>
                  <a:pt x="167" y="234"/>
                </a:cubicBezTo>
                <a:cubicBezTo>
                  <a:pt x="167" y="234"/>
                  <a:pt x="167" y="234"/>
                  <a:pt x="167" y="231"/>
                </a:cubicBezTo>
                <a:cubicBezTo>
                  <a:pt x="232" y="158"/>
                  <a:pt x="345" y="149"/>
                  <a:pt x="421" y="214"/>
                </a:cubicBezTo>
                <a:cubicBezTo>
                  <a:pt x="424" y="217"/>
                  <a:pt x="424" y="217"/>
                  <a:pt x="426" y="220"/>
                </a:cubicBezTo>
                <a:lnTo>
                  <a:pt x="785" y="614"/>
                </a:lnTo>
                <a:cubicBezTo>
                  <a:pt x="813" y="642"/>
                  <a:pt x="855" y="642"/>
                  <a:pt x="883" y="614"/>
                </a:cubicBezTo>
                <a:cubicBezTo>
                  <a:pt x="909" y="588"/>
                  <a:pt x="912" y="546"/>
                  <a:pt x="889" y="518"/>
                </a:cubicBezTo>
                <a:lnTo>
                  <a:pt x="528" y="124"/>
                </a:lnTo>
                <a:lnTo>
                  <a:pt x="525" y="121"/>
                </a:lnTo>
                <a:cubicBezTo>
                  <a:pt x="398" y="0"/>
                  <a:pt x="195" y="3"/>
                  <a:pt x="74" y="132"/>
                </a:cubicBezTo>
                <a:cubicBezTo>
                  <a:pt x="71" y="135"/>
                  <a:pt x="68" y="138"/>
                  <a:pt x="65" y="141"/>
                </a:cubicBezTo>
                <a:cubicBezTo>
                  <a:pt x="0" y="217"/>
                  <a:pt x="9" y="332"/>
                  <a:pt x="85" y="397"/>
                </a:cubicBezTo>
                <a:cubicBezTo>
                  <a:pt x="82" y="397"/>
                  <a:pt x="85" y="399"/>
                  <a:pt x="88" y="402"/>
                </a:cubicBezTo>
              </a:path>
            </a:pathLst>
          </a:custGeom>
          <a:solidFill xmlns:a="http://schemas.openxmlformats.org/drawingml/2006/main">
            <a:schemeClr val="tx1"/>
          </a:solidFill>
          <a:ln xmlns:a="http://schemas.openxmlformats.org/drawingml/2006/main">
            <a:noFill/>
          </a:ln>
        </p:spPr>
        <p:txBody>
          <a:bodyPr xmlns:a="http://schemas.openxmlformats.org/drawingml/2006/main" wrap="none" anchor="ctr"/>
          <a:lstStyle xmlns:a="http://schemas.openxmlformats.org/drawingml/2006/main"/>
          <a:p xmlns:a="http://schemas.openxmlformats.org/drawingml/2006/main">
            <a:endParaRPr/>
          </a:p>
        </p:txBody>
      </p:sp>
      <p:sp>
        <p:nvSpPr>
          <p:cNvPr id="8" name="Freeform 6">
            <a:extLst xmlns:a="http://schemas.openxmlformats.org/drawingml/2006/main">
              <a:ext uri="{FF2B5EF4-FFF2-40B4-BE49-F238E27FC236}">
                <a16:creationId xmlns:a16="http://schemas.microsoft.com/office/drawing/2014/main" id="{21479569-80A4-2098-1ABC-98C920F1FCDA}"/>
              </a:ext>
            </a:extLst>
          </p:cNvPr>
          <p:cNvSpPr>
            <a:spLocks xmlns:a="http://schemas.openxmlformats.org/drawingml/2006/main" noGrp="1"/>
          </p:cNvSpPr>
          <p:nvPr/>
        </p:nvSpPr>
        <p:spPr>
          <a:xfrm xmlns:a="http://schemas.openxmlformats.org/drawingml/2006/main" rot="0" flipH="0" flipV="0">
            <a:off x="1987765" y="2757669"/>
            <a:ext cx="624681" cy="649885"/>
          </a:xfrm>
          <a:custGeom xmlns:a="http://schemas.openxmlformats.org/drawingml/2006/main">
            <a:gdLst>
              <a:gd name="T0" fmla="*/ 958 w 1534"/>
              <a:gd name="T1" fmla="*/ 222 h 1595"/>
              <a:gd name="T2" fmla="*/ 853 w 1534"/>
              <a:gd name="T3" fmla="*/ 245 h 1595"/>
              <a:gd name="T4" fmla="*/ 598 w 1534"/>
              <a:gd name="T5" fmla="*/ 5 h 1595"/>
              <a:gd name="T6" fmla="*/ 358 w 1534"/>
              <a:gd name="T7" fmla="*/ 231 h 1595"/>
              <a:gd name="T8" fmla="*/ 25 w 1534"/>
              <a:gd name="T9" fmla="*/ 341 h 1595"/>
              <a:gd name="T10" fmla="*/ 0 w 1534"/>
              <a:gd name="T11" fmla="*/ 454 h 1595"/>
              <a:gd name="T12" fmla="*/ 0 w 1534"/>
              <a:gd name="T13" fmla="*/ 1523 h 1595"/>
              <a:gd name="T14" fmla="*/ 70 w 1534"/>
              <a:gd name="T15" fmla="*/ 1594 h 1595"/>
              <a:gd name="T16" fmla="*/ 141 w 1534"/>
              <a:gd name="T17" fmla="*/ 1523 h 1595"/>
              <a:gd name="T18" fmla="*/ 141 w 1534"/>
              <a:gd name="T19" fmla="*/ 457 h 1595"/>
              <a:gd name="T20" fmla="*/ 248 w 1534"/>
              <a:gd name="T21" fmla="*/ 349 h 1595"/>
              <a:gd name="T22" fmla="*/ 355 w 1534"/>
              <a:gd name="T23" fmla="*/ 457 h 1595"/>
              <a:gd name="T24" fmla="*/ 355 w 1534"/>
              <a:gd name="T25" fmla="*/ 457 h 1595"/>
              <a:gd name="T26" fmla="*/ 355 w 1534"/>
              <a:gd name="T27" fmla="*/ 1227 h 1595"/>
              <a:gd name="T28" fmla="*/ 425 w 1534"/>
              <a:gd name="T29" fmla="*/ 1297 h 1595"/>
              <a:gd name="T30" fmla="*/ 496 w 1534"/>
              <a:gd name="T31" fmla="*/ 1227 h 1595"/>
              <a:gd name="T32" fmla="*/ 496 w 1534"/>
              <a:gd name="T33" fmla="*/ 259 h 1595"/>
              <a:gd name="T34" fmla="*/ 603 w 1534"/>
              <a:gd name="T35" fmla="*/ 152 h 1595"/>
              <a:gd name="T36" fmla="*/ 709 w 1534"/>
              <a:gd name="T37" fmla="*/ 259 h 1595"/>
              <a:gd name="T38" fmla="*/ 709 w 1534"/>
              <a:gd name="T39" fmla="*/ 259 h 1595"/>
              <a:gd name="T40" fmla="*/ 709 w 1534"/>
              <a:gd name="T41" fmla="*/ 1224 h 1595"/>
              <a:gd name="T42" fmla="*/ 780 w 1534"/>
              <a:gd name="T43" fmla="*/ 1295 h 1595"/>
              <a:gd name="T44" fmla="*/ 850 w 1534"/>
              <a:gd name="T45" fmla="*/ 1224 h 1595"/>
              <a:gd name="T46" fmla="*/ 850 w 1534"/>
              <a:gd name="T47" fmla="*/ 468 h 1595"/>
              <a:gd name="T48" fmla="*/ 955 w 1534"/>
              <a:gd name="T49" fmla="*/ 364 h 1595"/>
              <a:gd name="T50" fmla="*/ 1059 w 1534"/>
              <a:gd name="T51" fmla="*/ 468 h 1595"/>
              <a:gd name="T52" fmla="*/ 1059 w 1534"/>
              <a:gd name="T53" fmla="*/ 1241 h 1595"/>
              <a:gd name="T54" fmla="*/ 1130 w 1534"/>
              <a:gd name="T55" fmla="*/ 1312 h 1595"/>
              <a:gd name="T56" fmla="*/ 1200 w 1534"/>
              <a:gd name="T57" fmla="*/ 1241 h 1595"/>
              <a:gd name="T58" fmla="*/ 1200 w 1534"/>
              <a:gd name="T59" fmla="*/ 694 h 1595"/>
              <a:gd name="T60" fmla="*/ 1296 w 1534"/>
              <a:gd name="T61" fmla="*/ 598 h 1595"/>
              <a:gd name="T62" fmla="*/ 1392 w 1534"/>
              <a:gd name="T63" fmla="*/ 694 h 1595"/>
              <a:gd name="T64" fmla="*/ 1392 w 1534"/>
              <a:gd name="T65" fmla="*/ 1328 h 1595"/>
              <a:gd name="T66" fmla="*/ 1463 w 1534"/>
              <a:gd name="T67" fmla="*/ 1399 h 1595"/>
              <a:gd name="T68" fmla="*/ 1533 w 1534"/>
              <a:gd name="T69" fmla="*/ 1328 h 1595"/>
              <a:gd name="T70" fmla="*/ 1533 w 1534"/>
              <a:gd name="T71" fmla="*/ 694 h 1595"/>
              <a:gd name="T72" fmla="*/ 1296 w 1534"/>
              <a:gd name="T73" fmla="*/ 459 h 1595"/>
              <a:gd name="T74" fmla="*/ 1203 w 1534"/>
              <a:gd name="T75" fmla="*/ 479 h 1595"/>
              <a:gd name="T76" fmla="*/ 1203 w 1534"/>
              <a:gd name="T77" fmla="*/ 468 h 1595"/>
              <a:gd name="T78" fmla="*/ 958 w 1534"/>
              <a:gd name="T79" fmla="*/ 222 h 1595"/>
            </a:gdLst>
            <a:rect l="0" t="0" r="r" b="b"/>
            <a:pathLst>
              <a:path w="1534" h="1595">
                <a:moveTo>
                  <a:pt x="958" y="222"/>
                </a:moveTo>
                <a:cubicBezTo>
                  <a:pt x="921" y="222"/>
                  <a:pt x="887" y="231"/>
                  <a:pt x="853" y="245"/>
                </a:cubicBezTo>
                <a:cubicBezTo>
                  <a:pt x="848" y="107"/>
                  <a:pt x="735" y="0"/>
                  <a:pt x="598" y="5"/>
                </a:cubicBezTo>
                <a:cubicBezTo>
                  <a:pt x="473" y="11"/>
                  <a:pt x="369" y="107"/>
                  <a:pt x="358" y="231"/>
                </a:cubicBezTo>
                <a:cubicBezTo>
                  <a:pt x="236" y="169"/>
                  <a:pt x="87" y="220"/>
                  <a:pt x="25" y="341"/>
                </a:cubicBezTo>
                <a:cubicBezTo>
                  <a:pt x="8" y="375"/>
                  <a:pt x="0" y="414"/>
                  <a:pt x="0" y="454"/>
                </a:cubicBezTo>
                <a:lnTo>
                  <a:pt x="0" y="1523"/>
                </a:lnTo>
                <a:cubicBezTo>
                  <a:pt x="0" y="1563"/>
                  <a:pt x="30" y="1594"/>
                  <a:pt x="70" y="1594"/>
                </a:cubicBezTo>
                <a:cubicBezTo>
                  <a:pt x="109" y="1594"/>
                  <a:pt x="141" y="1563"/>
                  <a:pt x="141" y="1523"/>
                </a:cubicBezTo>
                <a:lnTo>
                  <a:pt x="141" y="457"/>
                </a:lnTo>
                <a:cubicBezTo>
                  <a:pt x="141" y="397"/>
                  <a:pt x="189" y="349"/>
                  <a:pt x="248" y="349"/>
                </a:cubicBezTo>
                <a:cubicBezTo>
                  <a:pt x="307" y="349"/>
                  <a:pt x="355" y="397"/>
                  <a:pt x="355" y="457"/>
                </a:cubicBezTo>
                <a:lnTo>
                  <a:pt x="355" y="457"/>
                </a:lnTo>
                <a:lnTo>
                  <a:pt x="355" y="1227"/>
                </a:lnTo>
                <a:cubicBezTo>
                  <a:pt x="355" y="1266"/>
                  <a:pt x="385" y="1297"/>
                  <a:pt x="425" y="1297"/>
                </a:cubicBezTo>
                <a:cubicBezTo>
                  <a:pt x="464" y="1297"/>
                  <a:pt x="496" y="1266"/>
                  <a:pt x="496" y="1227"/>
                </a:cubicBezTo>
                <a:lnTo>
                  <a:pt x="496" y="259"/>
                </a:lnTo>
                <a:cubicBezTo>
                  <a:pt x="496" y="200"/>
                  <a:pt x="544" y="152"/>
                  <a:pt x="603" y="152"/>
                </a:cubicBezTo>
                <a:cubicBezTo>
                  <a:pt x="662" y="152"/>
                  <a:pt x="709" y="200"/>
                  <a:pt x="709" y="259"/>
                </a:cubicBezTo>
                <a:lnTo>
                  <a:pt x="709" y="259"/>
                </a:lnTo>
                <a:lnTo>
                  <a:pt x="709" y="1224"/>
                </a:lnTo>
                <a:cubicBezTo>
                  <a:pt x="709" y="1264"/>
                  <a:pt x="741" y="1295"/>
                  <a:pt x="780" y="1295"/>
                </a:cubicBezTo>
                <a:cubicBezTo>
                  <a:pt x="820" y="1295"/>
                  <a:pt x="850" y="1264"/>
                  <a:pt x="850" y="1224"/>
                </a:cubicBezTo>
                <a:lnTo>
                  <a:pt x="850" y="468"/>
                </a:lnTo>
                <a:cubicBezTo>
                  <a:pt x="850" y="411"/>
                  <a:pt x="896" y="364"/>
                  <a:pt x="955" y="364"/>
                </a:cubicBezTo>
                <a:cubicBezTo>
                  <a:pt x="1011" y="364"/>
                  <a:pt x="1059" y="409"/>
                  <a:pt x="1059" y="468"/>
                </a:cubicBezTo>
                <a:lnTo>
                  <a:pt x="1059" y="1241"/>
                </a:lnTo>
                <a:cubicBezTo>
                  <a:pt x="1059" y="1280"/>
                  <a:pt x="1091" y="1312"/>
                  <a:pt x="1130" y="1312"/>
                </a:cubicBezTo>
                <a:cubicBezTo>
                  <a:pt x="1170" y="1312"/>
                  <a:pt x="1200" y="1280"/>
                  <a:pt x="1200" y="1241"/>
                </a:cubicBezTo>
                <a:lnTo>
                  <a:pt x="1200" y="694"/>
                </a:lnTo>
                <a:cubicBezTo>
                  <a:pt x="1200" y="640"/>
                  <a:pt x="1242" y="598"/>
                  <a:pt x="1296" y="598"/>
                </a:cubicBezTo>
                <a:cubicBezTo>
                  <a:pt x="1350" y="598"/>
                  <a:pt x="1392" y="640"/>
                  <a:pt x="1392" y="694"/>
                </a:cubicBezTo>
                <a:lnTo>
                  <a:pt x="1392" y="1328"/>
                </a:lnTo>
                <a:cubicBezTo>
                  <a:pt x="1392" y="1368"/>
                  <a:pt x="1424" y="1399"/>
                  <a:pt x="1463" y="1399"/>
                </a:cubicBezTo>
                <a:cubicBezTo>
                  <a:pt x="1503" y="1399"/>
                  <a:pt x="1533" y="1368"/>
                  <a:pt x="1533" y="1328"/>
                </a:cubicBezTo>
                <a:lnTo>
                  <a:pt x="1533" y="694"/>
                </a:lnTo>
                <a:cubicBezTo>
                  <a:pt x="1533" y="564"/>
                  <a:pt x="1426" y="457"/>
                  <a:pt x="1296" y="459"/>
                </a:cubicBezTo>
                <a:cubicBezTo>
                  <a:pt x="1265" y="459"/>
                  <a:pt x="1231" y="465"/>
                  <a:pt x="1203" y="479"/>
                </a:cubicBezTo>
                <a:lnTo>
                  <a:pt x="1203" y="468"/>
                </a:lnTo>
                <a:cubicBezTo>
                  <a:pt x="1200" y="332"/>
                  <a:pt x="1093" y="225"/>
                  <a:pt x="958" y="222"/>
                </a:cubicBezTo>
              </a:path>
            </a:pathLst>
          </a:custGeom>
          <a:solidFill xmlns:a="http://schemas.openxmlformats.org/drawingml/2006/main">
            <a:schemeClr val="tx1"/>
          </a:solidFill>
          <a:ln xmlns:a="http://schemas.openxmlformats.org/drawingml/2006/main">
            <a:noFill/>
          </a:ln>
        </p:spPr>
        <p:txBody>
          <a:bodyPr xmlns:a="http://schemas.openxmlformats.org/drawingml/2006/main" wrap="none" anchor="ctr"/>
          <a:lstStyle xmlns:a="http://schemas.openxmlformats.org/drawingml/2006/main"/>
          <a:p xmlns:a="http://schemas.openxmlformats.org/drawingml/2006/main">
            <a:endParaRPr/>
          </a:p>
        </p:txBody>
      </p:sp>
      <p:sp>
        <p:nvSpPr>
          <p:cNvPr id="9" name="Freeform 7">
            <a:extLst xmlns:a="http://schemas.openxmlformats.org/drawingml/2006/main">
              <a:ext uri="{FF2B5EF4-FFF2-40B4-BE49-F238E27FC236}">
                <a16:creationId xmlns:a16="http://schemas.microsoft.com/office/drawing/2014/main" id="{FA1BF811-5A06-549B-D001-A8EB9DAFD738}"/>
              </a:ext>
            </a:extLst>
          </p:cNvPr>
          <p:cNvSpPr>
            <a:spLocks xmlns:a="http://schemas.openxmlformats.org/drawingml/2006/main" noGrp="1"/>
          </p:cNvSpPr>
          <p:nvPr/>
        </p:nvSpPr>
        <p:spPr>
          <a:xfrm xmlns:a="http://schemas.openxmlformats.org/drawingml/2006/main" rot="0" flipH="0" flipV="0">
            <a:off x="2074176" y="3418356"/>
            <a:ext cx="234030" cy="185424"/>
          </a:xfrm>
          <a:custGeom xmlns:a="http://schemas.openxmlformats.org/drawingml/2006/main">
            <a:gdLst>
              <a:gd name="T0" fmla="*/ 138 w 578"/>
              <a:gd name="T1" fmla="*/ 0 h 460"/>
              <a:gd name="T2" fmla="*/ 135 w 578"/>
              <a:gd name="T3" fmla="*/ 0 h 460"/>
              <a:gd name="T4" fmla="*/ 71 w 578"/>
              <a:gd name="T5" fmla="*/ 0 h 460"/>
              <a:gd name="T6" fmla="*/ 0 w 578"/>
              <a:gd name="T7" fmla="*/ 71 h 460"/>
              <a:gd name="T8" fmla="*/ 71 w 578"/>
              <a:gd name="T9" fmla="*/ 140 h 460"/>
              <a:gd name="T10" fmla="*/ 135 w 578"/>
              <a:gd name="T11" fmla="*/ 140 h 460"/>
              <a:gd name="T12" fmla="*/ 138 w 578"/>
              <a:gd name="T13" fmla="*/ 140 h 460"/>
              <a:gd name="T14" fmla="*/ 434 w 578"/>
              <a:gd name="T15" fmla="*/ 394 h 460"/>
              <a:gd name="T16" fmla="*/ 512 w 578"/>
              <a:gd name="T17" fmla="*/ 456 h 460"/>
              <a:gd name="T18" fmla="*/ 575 w 578"/>
              <a:gd name="T19" fmla="*/ 377 h 460"/>
              <a:gd name="T20" fmla="*/ 575 w 578"/>
              <a:gd name="T21" fmla="*/ 374 h 460"/>
              <a:gd name="T22" fmla="*/ 138 w 578"/>
              <a:gd name="T23" fmla="*/ 0 h 460"/>
            </a:gdLst>
            <a:rect l="0" t="0" r="r" b="b"/>
            <a:pathLst>
              <a:path w="578" h="460">
                <a:moveTo>
                  <a:pt x="138" y="0"/>
                </a:moveTo>
                <a:lnTo>
                  <a:pt x="135" y="0"/>
                </a:lnTo>
                <a:lnTo>
                  <a:pt x="71" y="0"/>
                </a:lnTo>
                <a:cubicBezTo>
                  <a:pt x="31" y="0"/>
                  <a:pt x="0" y="31"/>
                  <a:pt x="0" y="71"/>
                </a:cubicBezTo>
                <a:cubicBezTo>
                  <a:pt x="0" y="110"/>
                  <a:pt x="31" y="140"/>
                  <a:pt x="71" y="140"/>
                </a:cubicBezTo>
                <a:lnTo>
                  <a:pt x="135" y="140"/>
                </a:lnTo>
                <a:lnTo>
                  <a:pt x="138" y="140"/>
                </a:lnTo>
                <a:cubicBezTo>
                  <a:pt x="285" y="140"/>
                  <a:pt x="412" y="248"/>
                  <a:pt x="434" y="394"/>
                </a:cubicBezTo>
                <a:cubicBezTo>
                  <a:pt x="440" y="434"/>
                  <a:pt x="473" y="459"/>
                  <a:pt x="512" y="456"/>
                </a:cubicBezTo>
                <a:cubicBezTo>
                  <a:pt x="552" y="451"/>
                  <a:pt x="577" y="417"/>
                  <a:pt x="575" y="377"/>
                </a:cubicBezTo>
                <a:lnTo>
                  <a:pt x="575" y="374"/>
                </a:lnTo>
                <a:cubicBezTo>
                  <a:pt x="538" y="157"/>
                  <a:pt x="355" y="0"/>
                  <a:pt x="138" y="0"/>
                </a:cubicBezTo>
              </a:path>
            </a:pathLst>
          </a:custGeom>
          <a:solidFill xmlns:a="http://schemas.openxmlformats.org/drawingml/2006/main">
            <a:schemeClr val="tx1"/>
          </a:solidFill>
          <a:ln xmlns:a="http://schemas.openxmlformats.org/drawingml/2006/main">
            <a:noFill/>
          </a:ln>
        </p:spPr>
        <p:txBody>
          <a:bodyPr xmlns:a="http://schemas.openxmlformats.org/drawingml/2006/main" wrap="none" anchor="ctr"/>
          <a:lstStyle xmlns:a="http://schemas.openxmlformats.org/drawingml/2006/main"/>
          <a:p xmlns:a="http://schemas.openxmlformats.org/drawingml/2006/main">
            <a:endParaRPr/>
          </a:p>
        </p:txBody>
      </p:sp>
      <p:sp>
        <p:nvSpPr>
          <p:cNvPr id="10" name="Freeform 8">
            <a:extLst xmlns:a="http://schemas.openxmlformats.org/drawingml/2006/main">
              <a:ext uri="{FF2B5EF4-FFF2-40B4-BE49-F238E27FC236}">
                <a16:creationId xmlns:a16="http://schemas.microsoft.com/office/drawing/2014/main" id="{29B31A47-1DBD-1652-5D57-90F2000198A7}"/>
              </a:ext>
            </a:extLst>
          </p:cNvPr>
          <p:cNvSpPr>
            <a:spLocks xmlns:a="http://schemas.openxmlformats.org/drawingml/2006/main" noGrp="1"/>
          </p:cNvSpPr>
          <p:nvPr/>
        </p:nvSpPr>
        <p:spPr>
          <a:xfrm xmlns:a="http://schemas.openxmlformats.org/drawingml/2006/main" rot="0" flipH="0" flipV="0">
            <a:off x="2347812" y="3385952"/>
            <a:ext cx="496865" cy="496865"/>
          </a:xfrm>
          <a:custGeom xmlns:a="http://schemas.openxmlformats.org/drawingml/2006/main">
            <a:gdLst>
              <a:gd name="T0" fmla="*/ 582 w 1220"/>
              <a:gd name="T1" fmla="*/ 0 h 1220"/>
              <a:gd name="T2" fmla="*/ 0 w 1220"/>
              <a:gd name="T3" fmla="*/ 580 h 1220"/>
              <a:gd name="T4" fmla="*/ 170 w 1220"/>
              <a:gd name="T5" fmla="*/ 990 h 1220"/>
              <a:gd name="T6" fmla="*/ 170 w 1220"/>
              <a:gd name="T7" fmla="*/ 990 h 1220"/>
              <a:gd name="T8" fmla="*/ 991 w 1220"/>
              <a:gd name="T9" fmla="*/ 990 h 1220"/>
              <a:gd name="T10" fmla="*/ 991 w 1220"/>
              <a:gd name="T11" fmla="*/ 170 h 1220"/>
              <a:gd name="T12" fmla="*/ 582 w 1220"/>
              <a:gd name="T13" fmla="*/ 0 h 1220"/>
              <a:gd name="T14" fmla="*/ 892 w 1220"/>
              <a:gd name="T15" fmla="*/ 891 h 1220"/>
              <a:gd name="T16" fmla="*/ 271 w 1220"/>
              <a:gd name="T17" fmla="*/ 891 h 1220"/>
              <a:gd name="T18" fmla="*/ 271 w 1220"/>
              <a:gd name="T19" fmla="*/ 891 h 1220"/>
              <a:gd name="T20" fmla="*/ 271 w 1220"/>
              <a:gd name="T21" fmla="*/ 891 h 1220"/>
              <a:gd name="T22" fmla="*/ 271 w 1220"/>
              <a:gd name="T23" fmla="*/ 267 h 1220"/>
              <a:gd name="T24" fmla="*/ 895 w 1220"/>
              <a:gd name="T25" fmla="*/ 267 h 1220"/>
              <a:gd name="T26" fmla="*/ 892 w 1220"/>
              <a:gd name="T27" fmla="*/ 891 h 1220"/>
            </a:gdLst>
            <a:rect l="0" t="0" r="r" b="b"/>
            <a:pathLst>
              <a:path w="1220" h="1220">
                <a:moveTo>
                  <a:pt x="582" y="0"/>
                </a:moveTo>
                <a:cubicBezTo>
                  <a:pt x="260" y="0"/>
                  <a:pt x="0" y="259"/>
                  <a:pt x="0" y="580"/>
                </a:cubicBezTo>
                <a:cubicBezTo>
                  <a:pt x="0" y="736"/>
                  <a:pt x="62" y="882"/>
                  <a:pt x="170" y="990"/>
                </a:cubicBezTo>
                <a:lnTo>
                  <a:pt x="170" y="990"/>
                </a:lnTo>
                <a:cubicBezTo>
                  <a:pt x="395" y="1215"/>
                  <a:pt x="766" y="1219"/>
                  <a:pt x="991" y="990"/>
                </a:cubicBezTo>
                <a:cubicBezTo>
                  <a:pt x="1217" y="762"/>
                  <a:pt x="1219" y="394"/>
                  <a:pt x="991" y="170"/>
                </a:cubicBezTo>
                <a:cubicBezTo>
                  <a:pt x="883" y="59"/>
                  <a:pt x="737" y="0"/>
                  <a:pt x="582" y="0"/>
                </a:cubicBezTo>
                <a:close/>
                <a:moveTo>
                  <a:pt x="892" y="891"/>
                </a:moveTo>
                <a:cubicBezTo>
                  <a:pt x="720" y="1063"/>
                  <a:pt x="440" y="1063"/>
                  <a:pt x="271" y="891"/>
                </a:cubicBezTo>
                <a:lnTo>
                  <a:pt x="271" y="891"/>
                </a:lnTo>
                <a:lnTo>
                  <a:pt x="271" y="891"/>
                </a:lnTo>
                <a:cubicBezTo>
                  <a:pt x="99" y="719"/>
                  <a:pt x="99" y="439"/>
                  <a:pt x="271" y="267"/>
                </a:cubicBezTo>
                <a:cubicBezTo>
                  <a:pt x="443" y="96"/>
                  <a:pt x="723" y="96"/>
                  <a:pt x="895" y="267"/>
                </a:cubicBezTo>
                <a:cubicBezTo>
                  <a:pt x="1064" y="439"/>
                  <a:pt x="1064" y="719"/>
                  <a:pt x="892" y="891"/>
                </a:cubicBezTo>
                <a:close/>
              </a:path>
            </a:pathLst>
          </a:custGeom>
          <a:solidFill xmlns:a="http://schemas.openxmlformats.org/drawingml/2006/main">
            <a:schemeClr val="tx1"/>
          </a:solidFill>
          <a:ln xmlns:a="http://schemas.openxmlformats.org/drawingml/2006/main">
            <a:noFill/>
          </a:ln>
        </p:spPr>
        <p:txBody>
          <a:bodyPr xmlns:a="http://schemas.openxmlformats.org/drawingml/2006/main" wrap="none" anchor="ctr"/>
          <a:lstStyle xmlns:a="http://schemas.openxmlformats.org/drawingml/2006/main"/>
          <a:p xmlns:a="http://schemas.openxmlformats.org/drawingml/2006/main">
            <a:endParaRPr/>
          </a:p>
        </p:txBody>
      </p:sp>
      <p:sp>
        <p:nvSpPr>
          <p:cNvPr id="11" name="Freeform 9">
            <a:extLst xmlns:a="http://schemas.openxmlformats.org/drawingml/2006/main">
              <a:ext uri="{FF2B5EF4-FFF2-40B4-BE49-F238E27FC236}">
                <a16:creationId xmlns:a16="http://schemas.microsoft.com/office/drawing/2014/main" id="{98CEA400-2F99-24D8-1CAC-FD508D0F9288}"/>
              </a:ext>
            </a:extLst>
          </p:cNvPr>
          <p:cNvSpPr>
            <a:spLocks xmlns:a="http://schemas.openxmlformats.org/drawingml/2006/main" noGrp="1"/>
          </p:cNvSpPr>
          <p:nvPr/>
        </p:nvSpPr>
        <p:spPr>
          <a:xfrm xmlns:a="http://schemas.openxmlformats.org/drawingml/2006/main" rot="0" flipH="0" flipV="0">
            <a:off x="2493631" y="3528171"/>
            <a:ext cx="183624" cy="183624"/>
          </a:xfrm>
          <a:custGeom xmlns:a="http://schemas.openxmlformats.org/drawingml/2006/main">
            <a:gdLst>
              <a:gd name="T0" fmla="*/ 423 w 456"/>
              <a:gd name="T1" fmla="*/ 28 h 452"/>
              <a:gd name="T2" fmla="*/ 324 w 456"/>
              <a:gd name="T3" fmla="*/ 28 h 452"/>
              <a:gd name="T4" fmla="*/ 324 w 456"/>
              <a:gd name="T5" fmla="*/ 28 h 452"/>
              <a:gd name="T6" fmla="*/ 225 w 456"/>
              <a:gd name="T7" fmla="*/ 124 h 452"/>
              <a:gd name="T8" fmla="*/ 127 w 456"/>
              <a:gd name="T9" fmla="*/ 28 h 452"/>
              <a:gd name="T10" fmla="*/ 28 w 456"/>
              <a:gd name="T11" fmla="*/ 37 h 452"/>
              <a:gd name="T12" fmla="*/ 28 w 456"/>
              <a:gd name="T13" fmla="*/ 130 h 452"/>
              <a:gd name="T14" fmla="*/ 127 w 456"/>
              <a:gd name="T15" fmla="*/ 228 h 452"/>
              <a:gd name="T16" fmla="*/ 28 w 456"/>
              <a:gd name="T17" fmla="*/ 322 h 452"/>
              <a:gd name="T18" fmla="*/ 28 w 456"/>
              <a:gd name="T19" fmla="*/ 423 h 452"/>
              <a:gd name="T20" fmla="*/ 129 w 456"/>
              <a:gd name="T21" fmla="*/ 423 h 452"/>
              <a:gd name="T22" fmla="*/ 228 w 456"/>
              <a:gd name="T23" fmla="*/ 324 h 452"/>
              <a:gd name="T24" fmla="*/ 324 w 456"/>
              <a:gd name="T25" fmla="*/ 423 h 452"/>
              <a:gd name="T26" fmla="*/ 426 w 456"/>
              <a:gd name="T27" fmla="*/ 423 h 452"/>
              <a:gd name="T28" fmla="*/ 426 w 456"/>
              <a:gd name="T29" fmla="*/ 322 h 452"/>
              <a:gd name="T30" fmla="*/ 324 w 456"/>
              <a:gd name="T31" fmla="*/ 226 h 452"/>
              <a:gd name="T32" fmla="*/ 423 w 456"/>
              <a:gd name="T33" fmla="*/ 127 h 452"/>
              <a:gd name="T34" fmla="*/ 423 w 456"/>
              <a:gd name="T35" fmla="*/ 28 h 452"/>
            </a:gdLst>
            <a:rect l="0" t="0" r="r" b="b"/>
            <a:pathLst>
              <a:path w="456" h="452">
                <a:moveTo>
                  <a:pt x="423" y="28"/>
                </a:moveTo>
                <a:cubicBezTo>
                  <a:pt x="395" y="0"/>
                  <a:pt x="349" y="0"/>
                  <a:pt x="324" y="28"/>
                </a:cubicBezTo>
                <a:lnTo>
                  <a:pt x="324" y="28"/>
                </a:lnTo>
                <a:lnTo>
                  <a:pt x="225" y="124"/>
                </a:lnTo>
                <a:lnTo>
                  <a:pt x="127" y="28"/>
                </a:lnTo>
                <a:cubicBezTo>
                  <a:pt x="98" y="3"/>
                  <a:pt x="53" y="6"/>
                  <a:pt x="28" y="37"/>
                </a:cubicBezTo>
                <a:cubicBezTo>
                  <a:pt x="5" y="62"/>
                  <a:pt x="5" y="101"/>
                  <a:pt x="28" y="130"/>
                </a:cubicBezTo>
                <a:lnTo>
                  <a:pt x="127" y="228"/>
                </a:lnTo>
                <a:lnTo>
                  <a:pt x="28" y="322"/>
                </a:lnTo>
                <a:cubicBezTo>
                  <a:pt x="0" y="350"/>
                  <a:pt x="0" y="395"/>
                  <a:pt x="28" y="423"/>
                </a:cubicBezTo>
                <a:cubicBezTo>
                  <a:pt x="56" y="451"/>
                  <a:pt x="101" y="451"/>
                  <a:pt x="129" y="423"/>
                </a:cubicBezTo>
                <a:lnTo>
                  <a:pt x="228" y="324"/>
                </a:lnTo>
                <a:lnTo>
                  <a:pt x="324" y="423"/>
                </a:lnTo>
                <a:cubicBezTo>
                  <a:pt x="352" y="451"/>
                  <a:pt x="398" y="451"/>
                  <a:pt x="426" y="423"/>
                </a:cubicBezTo>
                <a:cubicBezTo>
                  <a:pt x="455" y="395"/>
                  <a:pt x="454" y="350"/>
                  <a:pt x="426" y="322"/>
                </a:cubicBezTo>
                <a:lnTo>
                  <a:pt x="324" y="226"/>
                </a:lnTo>
                <a:lnTo>
                  <a:pt x="423" y="127"/>
                </a:lnTo>
                <a:cubicBezTo>
                  <a:pt x="451" y="99"/>
                  <a:pt x="451" y="56"/>
                  <a:pt x="423" y="28"/>
                </a:cubicBezTo>
              </a:path>
            </a:pathLst>
          </a:custGeom>
          <a:solidFill xmlns:a="http://schemas.openxmlformats.org/drawingml/2006/main">
            <a:schemeClr val="tx1"/>
          </a:solidFill>
          <a:ln xmlns:a="http://schemas.openxmlformats.org/drawingml/2006/main">
            <a:noFill/>
          </a:ln>
        </p:spPr>
        <p:txBody>
          <a:bodyPr xmlns:a="http://schemas.openxmlformats.org/drawingml/2006/main" wrap="none" anchor="ctr"/>
          <a:lstStyle xmlns:a="http://schemas.openxmlformats.org/drawingml/2006/main"/>
          <a:p xmlns:a="http://schemas.openxmlformats.org/drawingml/2006/main">
            <a:endParaRPr/>
          </a:p>
        </p:txBody>
      </p:sp>
      <p:sp>
        <p:nvSpPr>
          <p:cNvPr id="12" name="TextBox 11">
            <a:extLst xmlns:a="http://schemas.openxmlformats.org/drawingml/2006/main">
              <a:ext uri="{FF2B5EF4-FFF2-40B4-BE49-F238E27FC236}">
                <a16:creationId xmlns:a16="http://schemas.microsoft.com/office/drawing/2014/main" id="{F8B44FF3-28AB-10D7-B1C4-E339265AAF9B}"/>
              </a:ext>
            </a:extLst>
          </p:cNvPr>
          <p:cNvSpPr>
            <a:spLocks xmlns:a="http://schemas.openxmlformats.org/drawingml/2006/main" noGrp="1"/>
          </p:cNvSpPr>
          <p:nvPr/>
        </p:nvSpPr>
        <p:spPr>
          <a:xfrm xmlns:a="http://schemas.openxmlformats.org/drawingml/2006/main">
            <a:off x="3261391" y="2485152"/>
            <a:ext cx="8046632" cy="188769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Any master slides that appear after this end slide have been accidentally imported from other slide decks and </a:t>
            </a:r>
            <a:br>
              <a:rPr sz="2000" b="0" i="0">
                <a:solidFill>
                  <a:schemeClr val="tx1"/>
                </a:solidFill>
                <a:latin typeface="Oracle Sans Tab"/>
                <a:ea typeface="Oracle Sans Tab"/>
                <a:cs typeface="Oracle Sans Tab"/>
              </a:rPr>
            </a:br>
            <a:r>
              <a:rPr sz="2000" b="0" i="0">
                <a:solidFill>
                  <a:schemeClr val="tx1"/>
                </a:solidFill>
                <a:latin typeface="Oracle Sans Tab"/>
                <a:ea typeface="Oracle Sans Tab"/>
                <a:cs typeface="Oracle Sans Tab"/>
              </a:rPr>
              <a:t>may not match the style of this template.</a:t>
            </a:r>
          </a:p>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Please locate slides that are referencing these imported slide layouts and reselect/apply a layout from the master slide options above.</a:t>
            </a: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emf" Id="R1af850d39f714e05" /><Relationship Type="http://schemas.openxmlformats.org/officeDocument/2006/relationships/theme" Target="/ppt/slideMasters/theme/theme2.xml" Id="R85799adfd1624167" /><Relationship Type="http://schemas.openxmlformats.org/officeDocument/2006/relationships/slideLayout" Target="/ppt/slideLayouts/slideLayout1.xml" Id="R55738f264fc5459e" /><Relationship Type="http://schemas.openxmlformats.org/officeDocument/2006/relationships/slideLayout" Target="/ppt/slideLayouts/slideLayout2.xml" Id="Re5b1e4b29571467d" /><Relationship Type="http://schemas.openxmlformats.org/officeDocument/2006/relationships/slideLayout" Target="/ppt/slideLayouts/slideLayout3.xml" Id="Rdeb91b271c784286" /><Relationship Type="http://schemas.openxmlformats.org/officeDocument/2006/relationships/slideLayout" Target="/ppt/slideLayouts/slideLayout4.xml" Id="R7e0d2801a41c42a3" /><Relationship Type="http://schemas.openxmlformats.org/officeDocument/2006/relationships/slideLayout" Target="/ppt/slideLayouts/slideLayout5.xml" Id="R344724ef48d74fab" /><Relationship Type="http://schemas.openxmlformats.org/officeDocument/2006/relationships/slideLayout" Target="/ppt/slideLayouts/slideLayout6.xml" Id="Ra2741ba089654810" /><Relationship Type="http://schemas.openxmlformats.org/officeDocument/2006/relationships/slideLayout" Target="/ppt/slideLayouts/slideLayout7.xml" Id="R2f7322c0fddd4bac" /><Relationship Type="http://schemas.openxmlformats.org/officeDocument/2006/relationships/slideLayout" Target="/ppt/slideLayouts/slideLayout8.xml" Id="R1bbb4d2df4904348" /><Relationship Type="http://schemas.openxmlformats.org/officeDocument/2006/relationships/slideLayout" Target="/ppt/slideLayouts/slideLayout9.xml" Id="R277e757629784d7a" /><Relationship Type="http://schemas.openxmlformats.org/officeDocument/2006/relationships/slideLayout" Target="/ppt/slideLayouts/slideLayout10.xml" Id="Ra65f7f22c46544a3" /><Relationship Type="http://schemas.openxmlformats.org/officeDocument/2006/relationships/slideLayout" Target="/ppt/slideLayouts/slideLayout11.xml" Id="R90dbf4c079264d59" /><Relationship Type="http://schemas.openxmlformats.org/officeDocument/2006/relationships/slideLayout" Target="/ppt/slideLayouts/slideLayout12.xml" Id="R480bedb8678e4639" /><Relationship Type="http://schemas.openxmlformats.org/officeDocument/2006/relationships/slideLayout" Target="/ppt/slideLayouts/slideLayout13.xml" Id="R67d0e255085e451c" /><Relationship Type="http://schemas.openxmlformats.org/officeDocument/2006/relationships/slideLayout" Target="/ppt/slideLayouts/slideLayout14.xml" Id="R7736ac9c11e6435c" /><Relationship Type="http://schemas.openxmlformats.org/officeDocument/2006/relationships/slideLayout" Target="/ppt/slideLayouts/slideLayout15.xml" Id="R21900863405946cd" /><Relationship Type="http://schemas.openxmlformats.org/officeDocument/2006/relationships/slideLayout" Target="/ppt/slideLayouts/slideLayout16.xml" Id="R75da28e8038b4c52" /><Relationship Type="http://schemas.openxmlformats.org/officeDocument/2006/relationships/slideLayout" Target="/ppt/slideLayouts/slideLayout17.xml" Id="R68d26787ab8342c5" /><Relationship Type="http://schemas.openxmlformats.org/officeDocument/2006/relationships/slideLayout" Target="/ppt/slideLayouts/slideLayout18.xml" Id="Rc04140eaedd54ce7" /><Relationship Type="http://schemas.openxmlformats.org/officeDocument/2006/relationships/slideLayout" Target="/ppt/slideLayouts/slideLayout19.xml" Id="R5946f270f76243d2" /><Relationship Type="http://schemas.openxmlformats.org/officeDocument/2006/relationships/slideLayout" Target="/ppt/slideLayouts/slideLayout20.xml" Id="Rd39f809c710b48c2" /><Relationship Type="http://schemas.openxmlformats.org/officeDocument/2006/relationships/slideLayout" Target="/ppt/slideLayouts/slideLayout21.xml" Id="Ra589fbfa835247f3" /><Relationship Type="http://schemas.openxmlformats.org/officeDocument/2006/relationships/slideLayout" Target="/ppt/slideLayouts/slideLayout22.xml" Id="R5a75dd9f890541ea" /><Relationship Type="http://schemas.openxmlformats.org/officeDocument/2006/relationships/slideLayout" Target="/ppt/slideLayouts/slideLayout23.xml" Id="R6e2a6a7073bc44af" /><Relationship Type="http://schemas.openxmlformats.org/officeDocument/2006/relationships/slideLayout" Target="/ppt/slideLayouts/slideLayout24.xml" Id="Ra366a7ef46c94c31" /><Relationship Type="http://schemas.openxmlformats.org/officeDocument/2006/relationships/slideLayout" Target="/ppt/slideLayouts/slideLayout25.xml" Id="Rfb58ca36a4cc420b" /><Relationship Type="http://schemas.openxmlformats.org/officeDocument/2006/relationships/slideLayout" Target="/ppt/slideLayouts/slideLayout26.xml" Id="R53eda12a2d9c4d7d" /><Relationship Type="http://schemas.openxmlformats.org/officeDocument/2006/relationships/slideLayout" Target="/ppt/slideLayouts/slideLayout27.xml" Id="R4bc7cf2015b1490c" /><Relationship Type="http://schemas.openxmlformats.org/officeDocument/2006/relationships/slideLayout" Target="/ppt/slideLayouts/slideLayout28.xml" Id="R8f0e408f7abd4df3" /><Relationship Type="http://schemas.openxmlformats.org/officeDocument/2006/relationships/slideLayout" Target="/ppt/slideLayouts/slideLayout29.xml" Id="R805280d4295346cd" /><Relationship Type="http://schemas.openxmlformats.org/officeDocument/2006/relationships/slideLayout" Target="/ppt/slideLayouts/slideLayout30.xml" Id="R21030bbc624b42c1" /><Relationship Type="http://schemas.openxmlformats.org/officeDocument/2006/relationships/slideLayout" Target="/ppt/slideLayouts/slideLayout31.xml" Id="R9a7690a641da4662" /><Relationship Type="http://schemas.openxmlformats.org/officeDocument/2006/relationships/slideLayout" Target="/ppt/slideLayouts/slideLayout32.xml" Id="R1b0963fdd22448f7" /><Relationship Type="http://schemas.openxmlformats.org/officeDocument/2006/relationships/slideLayout" Target="/ppt/slideLayouts/slideLayout33.xml" Id="R7934e37b74344d5e" /><Relationship Type="http://schemas.openxmlformats.org/officeDocument/2006/relationships/slideLayout" Target="/ppt/slideLayouts/slideLayout34.xml" Id="R68830e01b87d4a68" /><Relationship Type="http://schemas.openxmlformats.org/officeDocument/2006/relationships/slideLayout" Target="/ppt/slideLayouts/slideLayout35.xml" Id="R0b5299a2f14440a6" /><Relationship Type="http://schemas.openxmlformats.org/officeDocument/2006/relationships/slideLayout" Target="/ppt/slideLayouts/slideLayout36.xml" Id="R4fdedac4dedf4689" /><Relationship Type="http://schemas.openxmlformats.org/officeDocument/2006/relationships/slideLayout" Target="/ppt/slideLayouts/slideLayout37.xml" Id="R25fe3d6813654e0a" /><Relationship Type="http://schemas.openxmlformats.org/officeDocument/2006/relationships/slideLayout" Target="/ppt/slideLayouts/slideLayout38.xml" Id="Rad587df30e8443ed" /><Relationship Type="http://schemas.openxmlformats.org/officeDocument/2006/relationships/slideLayout" Target="/ppt/slideLayouts/slideLayout39.xml" Id="R526830ef0dd743b7" /><Relationship Type="http://schemas.openxmlformats.org/officeDocument/2006/relationships/slideLayout" Target="/ppt/slideLayouts/slideLayout40.xml" Id="R197b84bb8fc34d7f" /><Relationship Type="http://schemas.openxmlformats.org/officeDocument/2006/relationships/slideLayout" Target="/ppt/slideLayouts/slideLayout41.xml" Id="R64b41a85b1034860" /><Relationship Type="http://schemas.openxmlformats.org/officeDocument/2006/relationships/slideLayout" Target="/ppt/slideLayouts/slideLayout42.xml" Id="R72ef64300b1149ee" /><Relationship Type="http://schemas.openxmlformats.org/officeDocument/2006/relationships/slideLayout" Target="/ppt/slideLayouts/slideLayout43.xml" Id="R5c1dcf8affa9489e" /><Relationship Type="http://schemas.openxmlformats.org/officeDocument/2006/relationships/slideLayout" Target="/ppt/slideLayouts/slideLayout44.xml" Id="Ra8355591a6134cef" /><Relationship Type="http://schemas.openxmlformats.org/officeDocument/2006/relationships/slideLayout" Target="/ppt/slideLayouts/slideLayout45.xml" Id="R86a5f77541f745d1" /><Relationship Type="http://schemas.openxmlformats.org/officeDocument/2006/relationships/slideLayout" Target="/ppt/slideLayouts/slideLayout46.xml" Id="Re87d4297cfa14548" /><Relationship Type="http://schemas.openxmlformats.org/officeDocument/2006/relationships/slideLayout" Target="/ppt/slideLayouts/slideLayout47.xml" Id="R0f439e83c26b410c" /><Relationship Type="http://schemas.openxmlformats.org/officeDocument/2006/relationships/slideLayout" Target="/ppt/slideLayouts/slideLayout48.xml" Id="Rb5bd5e6fbbcf437b" /><Relationship Type="http://schemas.openxmlformats.org/officeDocument/2006/relationships/slideLayout" Target="/ppt/slideLayouts/slideLayout49.xml" Id="R38857aff62c24671" /><Relationship Type="http://schemas.openxmlformats.org/officeDocument/2006/relationships/slideLayout" Target="/ppt/slideLayouts/slideLayout50.xml" Id="R67e7422041dd4b12" /><Relationship Type="http://schemas.openxmlformats.org/officeDocument/2006/relationships/slideLayout" Target="/ppt/slideLayouts/slideLayout51.xml" Id="R015fe97c6c9545f1" /><Relationship Type="http://schemas.openxmlformats.org/officeDocument/2006/relationships/slideLayout" Target="/ppt/slideLayouts/slideLayout52.xml" Id="Rfdd44314fc704184" /><Relationship Type="http://schemas.openxmlformats.org/officeDocument/2006/relationships/slideLayout" Target="/ppt/slideLayouts/slideLayout53.xml" Id="R802f7516b71b4dd0" /><Relationship Type="http://schemas.openxmlformats.org/officeDocument/2006/relationships/slideLayout" Target="/ppt/slideLayouts/slideLayout54.xml" Id="Rea1aa87311a946df" /><Relationship Type="http://schemas.openxmlformats.org/officeDocument/2006/relationships/slideLayout" Target="/ppt/slideLayouts/slideLayout55.xml" Id="R92e172693fe34eb1" /><Relationship Type="http://schemas.openxmlformats.org/officeDocument/2006/relationships/slideLayout" Target="/ppt/slideLayouts/slideLayout56.xml" Id="Rc3b5ff74c48f417e" /><Relationship Type="http://schemas.openxmlformats.org/officeDocument/2006/relationships/slideLayout" Target="/ppt/slideLayouts/slideLayout57.xml" Id="R07396ded1c984790" /><Relationship Type="http://schemas.openxmlformats.org/officeDocument/2006/relationships/slideLayout" Target="/ppt/slideLayouts/slideLayout58.xml" Id="Rb1513c2016224db4" /><Relationship Type="http://schemas.openxmlformats.org/officeDocument/2006/relationships/slideLayout" Target="/ppt/slideLayouts/slideLayout59.xml" Id="Ra2907ff0d2b24c85" /><Relationship Type="http://schemas.openxmlformats.org/officeDocument/2006/relationships/slideLayout" Target="/ppt/slideLayouts/slideLayout60.xml" Id="R2cf58fd7f8154393" /><Relationship Type="http://schemas.openxmlformats.org/officeDocument/2006/relationships/slideLayout" Target="/ppt/slideLayouts/slideLayout61.xml" Id="Rf8d87eaa79d947c9" /><Relationship Type="http://schemas.openxmlformats.org/officeDocument/2006/relationships/slideLayout" Target="/ppt/slideLayouts/slideLayout62.xml" Id="R3d257d0511054c3e" /><Relationship Type="http://schemas.openxmlformats.org/officeDocument/2006/relationships/slideLayout" Target="/ppt/slideLayouts/slideLayout63.xml" Id="R90e7e290d8954fba" /><Relationship Type="http://schemas.openxmlformats.org/officeDocument/2006/relationships/slideLayout" Target="/ppt/slideLayouts/slideLayout64.xml" Id="R60a3b3cc03e842f5" /><Relationship Type="http://schemas.openxmlformats.org/officeDocument/2006/relationships/slideLayout" Target="/ppt/slideLayouts/slideLayout65.xml" Id="R995f07e7fdc34e61" /><Relationship Type="http://schemas.openxmlformats.org/officeDocument/2006/relationships/slideLayout" Target="/ppt/slideLayouts/slideLayout66.xml" Id="Rd006786eccdd435c" /><Relationship Type="http://schemas.openxmlformats.org/officeDocument/2006/relationships/slideLayout" Target="/ppt/slideLayouts/slideLayout67.xml" Id="R814fbcfc487a4ce2" /><Relationship Type="http://schemas.openxmlformats.org/officeDocument/2006/relationships/slideLayout" Target="/ppt/slideLayouts/slideLayout68.xml" Id="Rba080d4239ab4ed9" /><Relationship Type="http://schemas.openxmlformats.org/officeDocument/2006/relationships/slideLayout" Target="/ppt/slideLayouts/slideLayout69.xml" Id="R63a9039905ce45e3" /><Relationship Type="http://schemas.openxmlformats.org/officeDocument/2006/relationships/slideLayout" Target="/ppt/slideLayouts/slideLayout70.xml" Id="Rb76d7988f7fd4bdc" /><Relationship Type="http://schemas.openxmlformats.org/officeDocument/2006/relationships/slideLayout" Target="/ppt/slideLayouts/slideLayout71.xml" Id="R3100bdb335d2466c" /><Relationship Type="http://schemas.openxmlformats.org/officeDocument/2006/relationships/slideLayout" Target="/ppt/slideLayouts/slideLayout72.xml" Id="R5eece79ad0e843d6" /><Relationship Type="http://schemas.openxmlformats.org/officeDocument/2006/relationships/slideLayout" Target="/ppt/slideLayouts/slideLayout73.xml" Id="R222bfd7f09be4c33" /><Relationship Type="http://schemas.openxmlformats.org/officeDocument/2006/relationships/slideLayout" Target="/ppt/slideLayouts/slideLayout74.xml" Id="Rbffce7cf87c848c7" /><Relationship Type="http://schemas.openxmlformats.org/officeDocument/2006/relationships/slideLayout" Target="/ppt/slideLayouts/slideLayout75.xml" Id="R7d751a58dfc44304" /><Relationship Type="http://schemas.openxmlformats.org/officeDocument/2006/relationships/slideLayout" Target="/ppt/slideLayouts/slideLayout76.xml" Id="R4cbc17d4c93c4f82" /><Relationship Type="http://schemas.openxmlformats.org/officeDocument/2006/relationships/slideLayout" Target="/ppt/slideLayouts/slideLayout77.xml" Id="R8692a4752fee4e9a" /><Relationship Type="http://schemas.openxmlformats.org/officeDocument/2006/relationships/slideLayout" Target="/ppt/slideLayouts/slideLayout78.xml" Id="Rbeebf65739f749aa" /><Relationship Type="http://schemas.openxmlformats.org/officeDocument/2006/relationships/slideLayout" Target="/ppt/slideLayouts/slideLayout79.xml" Id="Re472b0235931422b" /><Relationship Type="http://schemas.openxmlformats.org/officeDocument/2006/relationships/slideLayout" Target="/ppt/slideLayouts/slideLayout80.xml" Id="R8bcd1ac7cdfb495f" /><Relationship Type="http://schemas.openxmlformats.org/officeDocument/2006/relationships/slideLayout" Target="/ppt/slideLayouts/slideLayout81.xml" Id="Rfaf817ba73a74e41" /><Relationship Type="http://schemas.openxmlformats.org/officeDocument/2006/relationships/slideLayout" Target="/ppt/slideLayouts/slideLayout82.xml" Id="R0f5f145402c744ff" /><Relationship Type="http://schemas.openxmlformats.org/officeDocument/2006/relationships/slideLayout" Target="/ppt/slideLayouts/slideLayout83.xml" Id="R553f159e18f64b05" /><Relationship Type="http://schemas.openxmlformats.org/officeDocument/2006/relationships/slideLayout" Target="/ppt/slideLayouts/slideLayout84.xml" Id="R786c8862ee544305" /><Relationship Type="http://schemas.openxmlformats.org/officeDocument/2006/relationships/slideLayout" Target="/ppt/slideLayouts/slideLayout85.xml" Id="R8cc63170b1014be7" /><Relationship Type="http://schemas.openxmlformats.org/officeDocument/2006/relationships/slideLayout" Target="/ppt/slideLayouts/slideLayout86.xml" Id="R168da19561f34bca" /><Relationship Type="http://schemas.openxmlformats.org/officeDocument/2006/relationships/slideLayout" Target="/ppt/slideLayouts/slideLayout87.xml" Id="Rc26bf9e2892f44d2" /><Relationship Type="http://schemas.openxmlformats.org/officeDocument/2006/relationships/slideLayout" Target="/ppt/slideLayouts/slideLayout88.xml" Id="R7b482f59db674d33" /><Relationship Type="http://schemas.openxmlformats.org/officeDocument/2006/relationships/slideLayout" Target="/ppt/slideLayouts/slideLayout89.xml" Id="R0ae4e27ca91e4394" /><Relationship Type="http://schemas.openxmlformats.org/officeDocument/2006/relationships/slideLayout" Target="/ppt/slideLayouts/slideLayout90.xml" Id="R268a63238f0b458c" /><Relationship Type="http://schemas.openxmlformats.org/officeDocument/2006/relationships/slideLayout" Target="/ppt/slideLayouts/slideLayout91.xml" Id="R2f599fa554dc493c" /><Relationship Type="http://schemas.openxmlformats.org/officeDocument/2006/relationships/slideLayout" Target="/ppt/slideLayouts/slideLayout92.xml" Id="R06bb5e23e0844565" /><Relationship Type="http://schemas.openxmlformats.org/officeDocument/2006/relationships/slideLayout" Target="/ppt/slideLayouts/slideLayout93.xml" Id="Ra8a65bf5012f4515" /><Relationship Type="http://schemas.openxmlformats.org/officeDocument/2006/relationships/slideLayout" Target="/ppt/slideLayouts/slideLayout94.xml" Id="R4ddaf685ee9f489b" /><Relationship Type="http://schemas.openxmlformats.org/officeDocument/2006/relationships/slideLayout" Target="/ppt/slideLayouts/slideLayout95.xml" Id="Rba12014d22ce4a12" /><Relationship Type="http://schemas.openxmlformats.org/officeDocument/2006/relationships/slideLayout" Target="/ppt/slideLayouts/slideLayout96.xml" Id="R6c00e56c317f4b66" /><Relationship Type="http://schemas.openxmlformats.org/officeDocument/2006/relationships/slideLayout" Target="/ppt/slideLayouts/slideLayout97.xml" Id="Rf7a9da3ba8124e12" /><Relationship Type="http://schemas.openxmlformats.org/officeDocument/2006/relationships/slideLayout" Target="/ppt/slideLayouts/slideLayout98.xml" Id="Read6c038d76e495c" /><Relationship Type="http://schemas.openxmlformats.org/officeDocument/2006/relationships/slideLayout" Target="/ppt/slideLayouts/slideLayout99.xml" Id="R85fa9f1f00244daf" /><Relationship Type="http://schemas.openxmlformats.org/officeDocument/2006/relationships/slideLayout" Target="/ppt/slideLayouts/slideLayout100.xml" Id="Rb2d5a2608d2f46ee" /><Relationship Type="http://schemas.openxmlformats.org/officeDocument/2006/relationships/slideLayout" Target="/ppt/slideLayouts/slideLayout101.xml" Id="R9e2ee25ed296457e" /><Relationship Type="http://schemas.openxmlformats.org/officeDocument/2006/relationships/slideLayout" Target="/ppt/slideLayouts/slideLayout102.xml" Id="Rafa68f25988c4f5e" /><Relationship Type="http://schemas.openxmlformats.org/officeDocument/2006/relationships/slideLayout" Target="/ppt/slideLayouts/slideLayout103.xml" Id="R6b7ba4bef46044ad" /></Relationships>
</file>

<file path=ppt/slideMasters/slideMaster1.xml><?xml version="1.0" encoding="utf-8"?>
<p:sldMaster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A70F255-3C2A-4AC7-8935-184146E3B6D6}"/>
              </a:ext>
            </a:extLst>
          </p:cNvPr>
          <p:cNvSpPr>
            <a:spLocks xmlns:a="http://schemas.openxmlformats.org/drawingml/2006/main" noGrp="1"/>
          </p:cNvSpPr>
          <p:nvPr>
            <p:ph type="title" idx="0"/>
          </p:nvPr>
        </p:nvSpPr>
        <p:spPr>
          <a:xfrm xmlns:a="http://schemas.openxmlformats.org/drawingml/2006/main">
            <a:off x="768875" y="182403"/>
            <a:ext cx="10671048" cy="822960"/>
          </a:xfrm>
          <a:prstGeom xmlns:a="http://schemas.openxmlformats.org/drawingml/2006/main" prst="rect">
            <a:avLst/>
          </a:prstGeom>
        </p:spPr>
        <p:txBody>
          <a:bodyPr xmlns:a="http://schemas.openxmlformats.org/drawingml/2006/main" vert="horz" lIns="0" tIns="0" rIns="0" bIns="0" anchor="b">
            <a:noAutofit/>
          </a:bodyPr>
          <a:lstStyle xmlns:a="http://schemas.openxmlformats.org/drawingml/2006/main"/>
          <a:p xmlns:a="http://schemas.openxmlformats.org/drawingml/2006/main">
            <a:pPr marL="0" lvl="0" indent="0">
              <a:spcBef>
                <a:spcPts val="1000"/>
              </a:spcBef>
              <a:buFont typeface="Arial"/>
              <a:buNone/>
            </a:pPr>
            <a:r>
              <a:t>Title</a:t>
            </a:r>
          </a:p>
        </p:txBody>
      </p:sp>
      <p:sp>
        <p:nvSpPr>
          <p:cNvPr id="4" name="Text Field">
            <a:extLst xmlns:a="http://schemas.openxmlformats.org/drawingml/2006/main">
              <a:ext uri="{FF2B5EF4-FFF2-40B4-BE49-F238E27FC236}">
                <a16:creationId xmlns:a16="http://schemas.microsoft.com/office/drawing/2014/main" id="{E46619B6-A626-4CDA-96E2-B94F4637C628}"/>
              </a:ext>
            </a:extLst>
          </p:cNvPr>
          <p:cNvSpPr>
            <a:spLocks xmlns:a="http://schemas.openxmlformats.org/drawingml/2006/main" noGrp="1"/>
          </p:cNvSpPr>
          <p:nvPr>
            <p:ph type="body" idx="1"/>
          </p:nvPr>
        </p:nvSpPr>
        <p:spPr>
          <a:xfrm xmlns:a="http://schemas.openxmlformats.org/drawingml/2006/main">
            <a:off x="768875" y="1600200"/>
            <a:ext cx="10671048" cy="4514850"/>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7" name="Slide Number">
            <a:extLst xmlns:a="http://schemas.openxmlformats.org/drawingml/2006/main">
              <a:ext uri="{FF2B5EF4-FFF2-40B4-BE49-F238E27FC236}">
                <a16:creationId xmlns:a16="http://schemas.microsoft.com/office/drawing/2014/main" id="{08A3F6CD-49F4-D74B-8C7F-D6CA71EFB13B}"/>
              </a:ext>
            </a:extLst>
          </p:cNvPr>
          <p:cNvSpPr>
            <a:spLocks xmlns:a="http://schemas.openxmlformats.org/drawingml/2006/main" noGrp="1"/>
          </p:cNvSpPr>
          <p:nvPr>
            <p:ph type="sldNum" idx="4"/>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8B8580"/>
                </a:solidFill>
                <a:latin typeface="+mn-lt"/>
                <a:ea typeface="+mn-lt"/>
                <a:cs typeface="+mn-lt"/>
              </a:defRPr>
            </a:lvl1pPr>
          </a:lstStyle>
          <a:p xmlns:a="http://schemas.openxmlformats.org/drawingml/2006/main">
            <a:fld id="{345D60D9-5372-5F40-9443-0F9AE5BDC3C8}" type="slidenum">
              <a:t>‹#›</a:t>
            </a:fld>
            <a:endParaRPr/>
          </a:p>
        </p:txBody>
      </p:sp>
      <p:sp>
        <p:nvSpPr>
          <p:cNvPr id="18" name="Footer">
            <a:extLst xmlns:a="http://schemas.openxmlformats.org/drawingml/2006/main">
              <a:ext uri="{FF2B5EF4-FFF2-40B4-BE49-F238E27FC236}">
                <a16:creationId xmlns:a16="http://schemas.microsoft.com/office/drawing/2014/main" id="{8E003242-6B91-1949-A5CA-15BA57A045C9}"/>
              </a:ext>
            </a:extLst>
          </p:cNvPr>
          <p:cNvSpPr>
            <a:spLocks xmlns:a="http://schemas.openxmlformats.org/drawingml/2006/main" noGrp="1"/>
          </p:cNvSpPr>
          <p:nvPr>
            <p:ph type="ftr" idx="3"/>
          </p:nvPr>
        </p:nvSpPr>
        <p:spPr>
          <a:xfrm xmlns:a="http://schemas.openxmlformats.org/drawingml/2006/main">
            <a:off x="1127759" y="6423978"/>
            <a:ext cx="5745379" cy="365125"/>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8B8580"/>
                </a:solidFill>
                <a:latin typeface="+mn-lt"/>
                <a:ea typeface="+mn-lt"/>
                <a:cs typeface="+mn-lt"/>
              </a:defRPr>
            </a:lvl1pPr>
          </a:lstStyle>
          <a:p xmlns:a="http://schemas.openxmlformats.org/drawingml/2006/main">
            <a:r>
              <a:t>Copyright © 2025, Oracle and/or its affiliates |  Confidential: Internal/Restricted/Highly Restricted</a:t>
            </a:r>
            <a:endParaRPr/>
          </a:p>
        </p:txBody>
      </p:sp>
      <p:sp>
        <p:nvSpPr>
          <p:cNvPr id="20" name="Date">
            <a:extLst xmlns:a="http://schemas.openxmlformats.org/drawingml/2006/main">
              <a:ext uri="{FF2B5EF4-FFF2-40B4-BE49-F238E27FC236}">
                <a16:creationId xmlns:a16="http://schemas.microsoft.com/office/drawing/2014/main" id="{65BA88F5-EF53-415B-8446-19188BE675D3}"/>
              </a:ext>
            </a:extLst>
          </p:cNvPr>
          <p:cNvSpPr>
            <a:spLocks xmlns:a="http://schemas.openxmlformats.org/drawingml/2006/main" noGrp="1"/>
          </p:cNvSpPr>
          <p:nvPr>
            <p:ph type="dt" idx="2"/>
          </p:nvPr>
        </p:nvSpPr>
        <p:spPr>
          <a:xfrm xmlns:a="http://schemas.openxmlformats.org/drawingml/2006/main">
            <a:off x="6873138" y="6425604"/>
            <a:ext cx="2743200" cy="36350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buNone/>
              <a:defRPr sz="800">
                <a:solidFill>
                  <a:srgbClr val="8B8580"/>
                </a:solidFill>
                <a:latin typeface="+mn-lt"/>
                <a:ea typeface="+mn-lt"/>
                <a:cs typeface="+mn-lt"/>
              </a:defRPr>
            </a:lvl1pPr>
          </a:lstStyle>
          <a:p xmlns:a="http://schemas.openxmlformats.org/drawingml/2006/main">
            <a:r>
              <a:t>[Date]</a:t>
            </a:r>
            <a:endParaRPr/>
          </a:p>
        </p:txBody>
      </p:sp>
      <p:pic>
        <p:nvPicPr>
          <p:cNvPr id="3" name="OTag">
            <a:extLst xmlns:a="http://schemas.openxmlformats.org/drawingml/2006/main">
              <a:ext uri="{FF2B5EF4-FFF2-40B4-BE49-F238E27FC236}">
                <a16:creationId xmlns:a16="http://schemas.microsoft.com/office/drawing/2014/main" id="{CF5A3F59-3702-4FD8-9944-916120119E6C}"/>
              </a:ext>
            </a:extLst>
          </p:cNvPr>
          <p:cNvPicPr>
            <a:picLocks xmlns:a="http://schemas.openxmlformats.org/drawingml/2006/main" noChangeAspect="1"/>
          </p:cNvPicPr>
          <p:nvPr/>
        </p:nvPicPr>
        <p:blipFill>
          <a:blip xmlns:r="http://schemas.openxmlformats.org/officeDocument/2006/relationships" xmlns:a="http://schemas.openxmlformats.org/drawingml/2006/main" r:embed="R1af850d39f714e05"/>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738f264fc5459e"/>
    <p:sldLayoutId xmlns:r="http://schemas.openxmlformats.org/officeDocument/2006/relationships" id="2147483650" r:id="Re5b1e4b29571467d"/>
    <p:sldLayoutId xmlns:r="http://schemas.openxmlformats.org/officeDocument/2006/relationships" id="2147483651" r:id="Rdeb91b271c784286"/>
    <p:sldLayoutId xmlns:r="http://schemas.openxmlformats.org/officeDocument/2006/relationships" id="2147483652" r:id="R7e0d2801a41c42a3"/>
    <p:sldLayoutId xmlns:r="http://schemas.openxmlformats.org/officeDocument/2006/relationships" id="2147483653" r:id="R344724ef48d74fab"/>
    <p:sldLayoutId xmlns:r="http://schemas.openxmlformats.org/officeDocument/2006/relationships" id="2147483654" r:id="Ra2741ba089654810"/>
    <p:sldLayoutId xmlns:r="http://schemas.openxmlformats.org/officeDocument/2006/relationships" id="2147483655" r:id="R2f7322c0fddd4bac"/>
    <p:sldLayoutId xmlns:r="http://schemas.openxmlformats.org/officeDocument/2006/relationships" id="2147483656" r:id="R1bbb4d2df4904348"/>
    <p:sldLayoutId xmlns:r="http://schemas.openxmlformats.org/officeDocument/2006/relationships" id="2147483657" r:id="R277e757629784d7a"/>
    <p:sldLayoutId xmlns:r="http://schemas.openxmlformats.org/officeDocument/2006/relationships" id="2147483658" r:id="Ra65f7f22c46544a3"/>
    <p:sldLayoutId xmlns:r="http://schemas.openxmlformats.org/officeDocument/2006/relationships" id="2147483659" r:id="R90dbf4c079264d59"/>
    <p:sldLayoutId xmlns:r="http://schemas.openxmlformats.org/officeDocument/2006/relationships" id="2147483660" r:id="R480bedb8678e4639"/>
    <p:sldLayoutId xmlns:r="http://schemas.openxmlformats.org/officeDocument/2006/relationships" id="2147483661" r:id="R67d0e255085e451c"/>
    <p:sldLayoutId xmlns:r="http://schemas.openxmlformats.org/officeDocument/2006/relationships" id="2147483662" r:id="R7736ac9c11e6435c"/>
    <p:sldLayoutId xmlns:r="http://schemas.openxmlformats.org/officeDocument/2006/relationships" id="2147483663" r:id="R21900863405946cd"/>
    <p:sldLayoutId xmlns:r="http://schemas.openxmlformats.org/officeDocument/2006/relationships" id="2147483664" r:id="R75da28e8038b4c52"/>
    <p:sldLayoutId xmlns:r="http://schemas.openxmlformats.org/officeDocument/2006/relationships" id="2147483665" r:id="R68d26787ab8342c5"/>
    <p:sldLayoutId xmlns:r="http://schemas.openxmlformats.org/officeDocument/2006/relationships" id="2147483666" r:id="Rc04140eaedd54ce7"/>
    <p:sldLayoutId xmlns:r="http://schemas.openxmlformats.org/officeDocument/2006/relationships" id="2147483667" r:id="R5946f270f76243d2"/>
    <p:sldLayoutId xmlns:r="http://schemas.openxmlformats.org/officeDocument/2006/relationships" id="2147483668" r:id="Rd39f809c710b48c2"/>
    <p:sldLayoutId xmlns:r="http://schemas.openxmlformats.org/officeDocument/2006/relationships" id="2147483669" r:id="Ra589fbfa835247f3"/>
    <p:sldLayoutId xmlns:r="http://schemas.openxmlformats.org/officeDocument/2006/relationships" id="2147483670" r:id="R5a75dd9f890541ea"/>
    <p:sldLayoutId xmlns:r="http://schemas.openxmlformats.org/officeDocument/2006/relationships" id="2147483671" r:id="R6e2a6a7073bc44af"/>
    <p:sldLayoutId xmlns:r="http://schemas.openxmlformats.org/officeDocument/2006/relationships" id="2147483672" r:id="Ra366a7ef46c94c31"/>
    <p:sldLayoutId xmlns:r="http://schemas.openxmlformats.org/officeDocument/2006/relationships" id="2147483673" r:id="Rfb58ca36a4cc420b"/>
    <p:sldLayoutId xmlns:r="http://schemas.openxmlformats.org/officeDocument/2006/relationships" id="2147483674" r:id="R53eda12a2d9c4d7d"/>
    <p:sldLayoutId xmlns:r="http://schemas.openxmlformats.org/officeDocument/2006/relationships" id="2147483675" r:id="R4bc7cf2015b1490c"/>
    <p:sldLayoutId xmlns:r="http://schemas.openxmlformats.org/officeDocument/2006/relationships" id="2147483676" r:id="R8f0e408f7abd4df3"/>
    <p:sldLayoutId xmlns:r="http://schemas.openxmlformats.org/officeDocument/2006/relationships" id="2147483677" r:id="R805280d4295346cd"/>
    <p:sldLayoutId xmlns:r="http://schemas.openxmlformats.org/officeDocument/2006/relationships" id="2147483678" r:id="R21030bbc624b42c1"/>
    <p:sldLayoutId xmlns:r="http://schemas.openxmlformats.org/officeDocument/2006/relationships" id="2147483679" r:id="R9a7690a641da4662"/>
    <p:sldLayoutId xmlns:r="http://schemas.openxmlformats.org/officeDocument/2006/relationships" id="2147483680" r:id="R1b0963fdd22448f7"/>
    <p:sldLayoutId xmlns:r="http://schemas.openxmlformats.org/officeDocument/2006/relationships" id="2147483681" r:id="R7934e37b74344d5e"/>
    <p:sldLayoutId xmlns:r="http://schemas.openxmlformats.org/officeDocument/2006/relationships" id="2147483682" r:id="R68830e01b87d4a68"/>
    <p:sldLayoutId xmlns:r="http://schemas.openxmlformats.org/officeDocument/2006/relationships" id="2147483683" r:id="R0b5299a2f14440a6"/>
    <p:sldLayoutId xmlns:r="http://schemas.openxmlformats.org/officeDocument/2006/relationships" id="2147483684" r:id="R4fdedac4dedf4689"/>
    <p:sldLayoutId xmlns:r="http://schemas.openxmlformats.org/officeDocument/2006/relationships" id="2147483685" r:id="R25fe3d6813654e0a"/>
    <p:sldLayoutId xmlns:r="http://schemas.openxmlformats.org/officeDocument/2006/relationships" id="2147483686" r:id="Rad587df30e8443ed"/>
    <p:sldLayoutId xmlns:r="http://schemas.openxmlformats.org/officeDocument/2006/relationships" id="2147483687" r:id="R526830ef0dd743b7"/>
    <p:sldLayoutId xmlns:r="http://schemas.openxmlformats.org/officeDocument/2006/relationships" id="2147483688" r:id="R197b84bb8fc34d7f"/>
    <p:sldLayoutId xmlns:r="http://schemas.openxmlformats.org/officeDocument/2006/relationships" id="2147483689" r:id="R64b41a85b1034860"/>
    <p:sldLayoutId xmlns:r="http://schemas.openxmlformats.org/officeDocument/2006/relationships" id="2147483690" r:id="R72ef64300b1149ee"/>
    <p:sldLayoutId xmlns:r="http://schemas.openxmlformats.org/officeDocument/2006/relationships" id="2147483691" r:id="R5c1dcf8affa9489e"/>
    <p:sldLayoutId xmlns:r="http://schemas.openxmlformats.org/officeDocument/2006/relationships" id="2147483692" r:id="Ra8355591a6134cef"/>
    <p:sldLayoutId xmlns:r="http://schemas.openxmlformats.org/officeDocument/2006/relationships" id="2147483693" r:id="R86a5f77541f745d1"/>
    <p:sldLayoutId xmlns:r="http://schemas.openxmlformats.org/officeDocument/2006/relationships" id="2147483694" r:id="Re87d4297cfa14548"/>
    <p:sldLayoutId xmlns:r="http://schemas.openxmlformats.org/officeDocument/2006/relationships" id="2147483695" r:id="R0f439e83c26b410c"/>
    <p:sldLayoutId xmlns:r="http://schemas.openxmlformats.org/officeDocument/2006/relationships" id="2147483696" r:id="Rb5bd5e6fbbcf437b"/>
    <p:sldLayoutId xmlns:r="http://schemas.openxmlformats.org/officeDocument/2006/relationships" id="2147483697" r:id="R38857aff62c24671"/>
    <p:sldLayoutId xmlns:r="http://schemas.openxmlformats.org/officeDocument/2006/relationships" id="2147483698" r:id="R67e7422041dd4b12"/>
    <p:sldLayoutId xmlns:r="http://schemas.openxmlformats.org/officeDocument/2006/relationships" id="2147483699" r:id="R015fe97c6c9545f1"/>
    <p:sldLayoutId xmlns:r="http://schemas.openxmlformats.org/officeDocument/2006/relationships" id="2147483700" r:id="Rfdd44314fc704184"/>
    <p:sldLayoutId xmlns:r="http://schemas.openxmlformats.org/officeDocument/2006/relationships" id="2147483701" r:id="R802f7516b71b4dd0"/>
    <p:sldLayoutId xmlns:r="http://schemas.openxmlformats.org/officeDocument/2006/relationships" id="2147483702" r:id="Rea1aa87311a946df"/>
    <p:sldLayoutId xmlns:r="http://schemas.openxmlformats.org/officeDocument/2006/relationships" id="2147483703" r:id="R92e172693fe34eb1"/>
    <p:sldLayoutId xmlns:r="http://schemas.openxmlformats.org/officeDocument/2006/relationships" id="2147483704" r:id="Rc3b5ff74c48f417e"/>
    <p:sldLayoutId xmlns:r="http://schemas.openxmlformats.org/officeDocument/2006/relationships" id="2147483705" r:id="R07396ded1c984790"/>
    <p:sldLayoutId xmlns:r="http://schemas.openxmlformats.org/officeDocument/2006/relationships" id="2147483706" r:id="Rb1513c2016224db4"/>
    <p:sldLayoutId xmlns:r="http://schemas.openxmlformats.org/officeDocument/2006/relationships" id="2147483707" r:id="Ra2907ff0d2b24c85"/>
    <p:sldLayoutId xmlns:r="http://schemas.openxmlformats.org/officeDocument/2006/relationships" id="2147483708" r:id="R2cf58fd7f8154393"/>
    <p:sldLayoutId xmlns:r="http://schemas.openxmlformats.org/officeDocument/2006/relationships" id="2147483709" r:id="Rf8d87eaa79d947c9"/>
    <p:sldLayoutId xmlns:r="http://schemas.openxmlformats.org/officeDocument/2006/relationships" id="2147483710" r:id="R3d257d0511054c3e"/>
    <p:sldLayoutId xmlns:r="http://schemas.openxmlformats.org/officeDocument/2006/relationships" id="2147483711" r:id="R90e7e290d8954fba"/>
    <p:sldLayoutId xmlns:r="http://schemas.openxmlformats.org/officeDocument/2006/relationships" id="2147483712" r:id="R60a3b3cc03e842f5"/>
    <p:sldLayoutId xmlns:r="http://schemas.openxmlformats.org/officeDocument/2006/relationships" id="2147483713" r:id="R995f07e7fdc34e61"/>
    <p:sldLayoutId xmlns:r="http://schemas.openxmlformats.org/officeDocument/2006/relationships" id="2147483714" r:id="Rd006786eccdd435c"/>
    <p:sldLayoutId xmlns:r="http://schemas.openxmlformats.org/officeDocument/2006/relationships" id="2147483715" r:id="R814fbcfc487a4ce2"/>
    <p:sldLayoutId xmlns:r="http://schemas.openxmlformats.org/officeDocument/2006/relationships" id="2147483716" r:id="Rba080d4239ab4ed9"/>
    <p:sldLayoutId xmlns:r="http://schemas.openxmlformats.org/officeDocument/2006/relationships" id="2147483717" r:id="R63a9039905ce45e3"/>
    <p:sldLayoutId xmlns:r="http://schemas.openxmlformats.org/officeDocument/2006/relationships" id="2147483718" r:id="Rb76d7988f7fd4bdc"/>
    <p:sldLayoutId xmlns:r="http://schemas.openxmlformats.org/officeDocument/2006/relationships" id="2147483719" r:id="R3100bdb335d2466c"/>
    <p:sldLayoutId xmlns:r="http://schemas.openxmlformats.org/officeDocument/2006/relationships" id="2147483720" r:id="R5eece79ad0e843d6"/>
    <p:sldLayoutId xmlns:r="http://schemas.openxmlformats.org/officeDocument/2006/relationships" id="2147483721" r:id="R222bfd7f09be4c33"/>
    <p:sldLayoutId xmlns:r="http://schemas.openxmlformats.org/officeDocument/2006/relationships" id="2147483722" r:id="Rbffce7cf87c848c7"/>
    <p:sldLayoutId xmlns:r="http://schemas.openxmlformats.org/officeDocument/2006/relationships" id="2147483723" r:id="R7d751a58dfc44304"/>
    <p:sldLayoutId xmlns:r="http://schemas.openxmlformats.org/officeDocument/2006/relationships" id="2147483724" r:id="R4cbc17d4c93c4f82"/>
    <p:sldLayoutId xmlns:r="http://schemas.openxmlformats.org/officeDocument/2006/relationships" id="2147483725" r:id="R8692a4752fee4e9a"/>
    <p:sldLayoutId xmlns:r="http://schemas.openxmlformats.org/officeDocument/2006/relationships" id="2147483726" r:id="Rbeebf65739f749aa"/>
    <p:sldLayoutId xmlns:r="http://schemas.openxmlformats.org/officeDocument/2006/relationships" id="2147483727" r:id="Re472b0235931422b"/>
    <p:sldLayoutId xmlns:r="http://schemas.openxmlformats.org/officeDocument/2006/relationships" id="2147483728" r:id="R8bcd1ac7cdfb495f"/>
    <p:sldLayoutId xmlns:r="http://schemas.openxmlformats.org/officeDocument/2006/relationships" id="2147483729" r:id="Rfaf817ba73a74e41"/>
    <p:sldLayoutId xmlns:r="http://schemas.openxmlformats.org/officeDocument/2006/relationships" id="2147483730" r:id="R0f5f145402c744ff"/>
    <p:sldLayoutId xmlns:r="http://schemas.openxmlformats.org/officeDocument/2006/relationships" id="2147483731" r:id="R553f159e18f64b05"/>
    <p:sldLayoutId xmlns:r="http://schemas.openxmlformats.org/officeDocument/2006/relationships" id="2147483732" r:id="R786c8862ee544305"/>
    <p:sldLayoutId xmlns:r="http://schemas.openxmlformats.org/officeDocument/2006/relationships" id="2147483733" r:id="R8cc63170b1014be7"/>
    <p:sldLayoutId xmlns:r="http://schemas.openxmlformats.org/officeDocument/2006/relationships" id="2147483734" r:id="R168da19561f34bca"/>
    <p:sldLayoutId xmlns:r="http://schemas.openxmlformats.org/officeDocument/2006/relationships" id="2147483735" r:id="Rc26bf9e2892f44d2"/>
    <p:sldLayoutId xmlns:r="http://schemas.openxmlformats.org/officeDocument/2006/relationships" id="2147483736" r:id="R7b482f59db674d33"/>
    <p:sldLayoutId xmlns:r="http://schemas.openxmlformats.org/officeDocument/2006/relationships" id="2147483737" r:id="R0ae4e27ca91e4394"/>
    <p:sldLayoutId xmlns:r="http://schemas.openxmlformats.org/officeDocument/2006/relationships" id="2147483738" r:id="R268a63238f0b458c"/>
    <p:sldLayoutId xmlns:r="http://schemas.openxmlformats.org/officeDocument/2006/relationships" id="2147483739" r:id="R2f599fa554dc493c"/>
    <p:sldLayoutId xmlns:r="http://schemas.openxmlformats.org/officeDocument/2006/relationships" id="2147483740" r:id="R06bb5e23e0844565"/>
    <p:sldLayoutId xmlns:r="http://schemas.openxmlformats.org/officeDocument/2006/relationships" id="2147483741" r:id="Ra8a65bf5012f4515"/>
    <p:sldLayoutId xmlns:r="http://schemas.openxmlformats.org/officeDocument/2006/relationships" id="2147483742" r:id="R4ddaf685ee9f489b"/>
    <p:sldLayoutId xmlns:r="http://schemas.openxmlformats.org/officeDocument/2006/relationships" id="2147483743" r:id="Rba12014d22ce4a12"/>
    <p:sldLayoutId xmlns:r="http://schemas.openxmlformats.org/officeDocument/2006/relationships" id="2147483744" r:id="R6c00e56c317f4b66"/>
    <p:sldLayoutId xmlns:r="http://schemas.openxmlformats.org/officeDocument/2006/relationships" id="2147483745" r:id="Rf7a9da3ba8124e12"/>
    <p:sldLayoutId xmlns:r="http://schemas.openxmlformats.org/officeDocument/2006/relationships" id="2147483746" r:id="Read6c038d76e495c"/>
    <p:sldLayoutId xmlns:r="http://schemas.openxmlformats.org/officeDocument/2006/relationships" id="2147483747" r:id="R85fa9f1f00244daf"/>
    <p:sldLayoutId xmlns:r="http://schemas.openxmlformats.org/officeDocument/2006/relationships" id="2147483748" r:id="Rb2d5a2608d2f46ee"/>
    <p:sldLayoutId xmlns:r="http://schemas.openxmlformats.org/officeDocument/2006/relationships" id="2147483749" r:id="R9e2ee25ed296457e"/>
    <p:sldLayoutId xmlns:r="http://schemas.openxmlformats.org/officeDocument/2006/relationships" id="2147483750" r:id="Rafa68f25988c4f5e"/>
    <p:sldLayoutId xmlns:r="http://schemas.openxmlformats.org/officeDocument/2006/relationships" id="2147483751" r:id="R6b7ba4bef46044ad"/>
  </p:sldLayoutIdLst>
  <p:hf hdr="0" dt="0"/>
  <p:txStyles>
    <p:titleStyle>
      <a:lvl1pPr xmlns:a="http://schemas.openxmlformats.org/drawingml/2006/main" algn="l" defTabSz="914400">
        <a:lnSpc>
          <a:spcPct val="95000"/>
        </a:lnSpc>
        <a:spcBef>
          <a:spcPct val="0"/>
        </a:spcBef>
        <a:buNone/>
        <a:defRPr sz="2400" b="1" i="0" kern="1200" baseline="0">
          <a:solidFill>
            <a:schemeClr val="tx1"/>
          </a:solidFill>
          <a:latin typeface="+mn-lt"/>
          <a:ea typeface="+mn-lt"/>
          <a:cs typeface="+mn-lt"/>
        </a:defRPr>
      </a:lvl1pPr>
    </p:titleStyle>
    <p:bodyStyle>
      <a:lvl1pPr xmlns:a="http://schemas.openxmlformats.org/drawingml/2006/main" marL="0" marR="0" indent="0" algn="l" defTabSz="914400">
        <a:lnSpc>
          <a:spcPct val="95000"/>
        </a:lnSpc>
        <a:spcBef>
          <a:spcPts val="600"/>
        </a:spcBef>
        <a:spcAft>
          <a:spcPts val="0"/>
        </a:spcAft>
        <a:buClrTx/>
        <a:buSzTx/>
        <a:buFont typeface="System Font Regular"/>
        <a:buNone/>
        <a:defRPr sz="1600" b="0" i="0" kern="1200">
          <a:solidFill>
            <a:schemeClr val="tx1"/>
          </a:solidFill>
          <a:latin typeface="Oracle Sans Tab"/>
          <a:ea typeface="Oracle Sans Tab"/>
          <a:cs typeface="Oracle Sans Tab"/>
        </a:defRPr>
      </a:lvl1pPr>
      <a:lvl2pPr xmlns:a="http://schemas.openxmlformats.org/drawingml/2006/main" marL="365760" marR="0" indent="-182880" algn="l" defTabSz="914400">
        <a:lnSpc>
          <a:spcPct val="95000"/>
        </a:lnSpc>
        <a:spcBef>
          <a:spcPts val="600"/>
        </a:spcBef>
        <a:spcAft>
          <a:spcPts val="0"/>
        </a:spcAft>
        <a:buClrTx/>
        <a:buSzPct val="100000"/>
        <a:buFont typeface="Arial"/>
        <a:buChar char="•"/>
        <a:defRPr sz="1600" b="0" i="0" kern="1200">
          <a:solidFill>
            <a:schemeClr val="tx1"/>
          </a:solidFill>
          <a:latin typeface="Oracle Sans"/>
          <a:ea typeface="Oracle Sans"/>
          <a:cs typeface="Oracle Sans"/>
        </a:defRPr>
      </a:lvl2pPr>
      <a:lvl3pPr xmlns:a="http://schemas.openxmlformats.org/drawingml/2006/main" marL="547688" marR="0" indent="-182563" algn="l" defTabSz="914400">
        <a:lnSpc>
          <a:spcPct val="95000"/>
        </a:lnSpc>
        <a:spcBef>
          <a:spcPts val="400"/>
        </a:spcBef>
        <a:spcAft>
          <a:spcPts val="0"/>
        </a:spcAft>
        <a:buClrTx/>
        <a:buSzPct val="100000"/>
        <a:buFont typeface="System Font Regular"/>
        <a:buChar char="-"/>
        <a:defRPr sz="1600" b="0" i="0" kern="1200">
          <a:solidFill>
            <a:schemeClr val="tx1"/>
          </a:solidFill>
          <a:latin typeface="Oracle Sans"/>
          <a:ea typeface="Oracle Sans"/>
          <a:cs typeface="Oracle Sans"/>
        </a:defRPr>
      </a:lvl3pPr>
      <a:lvl4pPr xmlns:a="http://schemas.openxmlformats.org/drawingml/2006/main" marL="730250" marR="0" indent="-182563" algn="l" defTabSz="914400">
        <a:lnSpc>
          <a:spcPct val="95000"/>
        </a:lnSpc>
        <a:spcBef>
          <a:spcPts val="400"/>
        </a:spcBef>
        <a:spcAft>
          <a:spcPts val="0"/>
        </a:spcAft>
        <a:buClrTx/>
        <a:buSzPct val="100000"/>
        <a:buFont typeface="Arial"/>
        <a:buChar char="•"/>
        <a:defRPr sz="1600" b="0" i="0" kern="1200">
          <a:solidFill>
            <a:schemeClr val="tx1"/>
          </a:solidFill>
          <a:latin typeface="Oracle Sans"/>
          <a:ea typeface="Oracle Sans"/>
          <a:cs typeface="Oracle Sans"/>
        </a:defRPr>
      </a:lvl4pPr>
      <a:lvl5pPr xmlns:a="http://schemas.openxmlformats.org/drawingml/2006/main" marL="914400" marR="0" indent="-182880" algn="l" defTabSz="914400">
        <a:lnSpc>
          <a:spcPct val="95000"/>
        </a:lnSpc>
        <a:spcBef>
          <a:spcPts val="400"/>
        </a:spcBef>
        <a:spcAft>
          <a:spcPts val="0"/>
        </a:spcAft>
        <a:buClrTx/>
        <a:buSzTx/>
        <a:buFont typeface="System Font Regular"/>
        <a:buChar char="-"/>
        <a:defRPr sz="1600" b="0" i="0" kern="1200">
          <a:solidFill>
            <a:schemeClr val="tx1"/>
          </a:solidFill>
          <a:latin typeface="Oracle Sans"/>
          <a:ea typeface="Oracle Sans"/>
          <a:cs typeface="Oracle Sans"/>
        </a:defRPr>
      </a:lvl5pPr>
      <a:lvl6pPr xmlns:a="http://schemas.openxmlformats.org/drawingml/2006/main" marL="1097280" indent="-182880" algn="l" defTabSz="914400">
        <a:lnSpc>
          <a:spcPct val="95000"/>
        </a:lnSpc>
        <a:spcBef>
          <a:spcPts val="400"/>
        </a:spcBef>
        <a:spcAft>
          <a:spcPts val="0"/>
        </a:spcAft>
        <a:buSzPct val="100000"/>
        <a:buFont typeface="Arial"/>
        <a:buChar char="•"/>
        <a:defRPr sz="1600" b="0" i="0" kern="1200">
          <a:solidFill>
            <a:schemeClr val="tx1"/>
          </a:solidFill>
          <a:latin typeface="Oracle Sans"/>
          <a:ea typeface="Oracle Sans"/>
          <a:cs typeface="Oracle Sans"/>
        </a:defRPr>
      </a:lvl6pPr>
      <a:lvl7pPr xmlns:a="http://schemas.openxmlformats.org/drawingml/2006/main" marL="1280160" indent="-182880" algn="l" defTabSz="914400">
        <a:lnSpc>
          <a:spcPct val="95000"/>
        </a:lnSpc>
        <a:spcBef>
          <a:spcPts val="400"/>
        </a:spcBef>
        <a:spcAft>
          <a:spcPts val="0"/>
        </a:spcAft>
        <a:buFont typeface="System Font Regular"/>
        <a:buChar char="-"/>
        <a:defRPr sz="1600" b="0" i="0" kern="1200">
          <a:solidFill>
            <a:schemeClr val="tx1"/>
          </a:solidFill>
          <a:latin typeface="Oracle Sans"/>
          <a:ea typeface="Oracle Sans"/>
          <a:cs typeface="Oracle Sans"/>
        </a:defRPr>
      </a:lvl7pPr>
      <a:lvl8pPr xmlns:a="http://schemas.openxmlformats.org/drawingml/2006/main" marL="1604963" indent="-203200" algn="l" defTabSz="914400">
        <a:lnSpc>
          <a:spcPct val="90000"/>
        </a:lnSpc>
        <a:spcBef>
          <a:spcPts val="500"/>
        </a:spcBef>
        <a:buFont typeface="Arial"/>
        <a:buChar char="•"/>
        <a:defRPr sz="1600" b="0" i="0" kern="1200">
          <a:solidFill>
            <a:schemeClr val="tx1"/>
          </a:solidFill>
          <a:latin typeface="Oracle Sans"/>
          <a:ea typeface="Oracle Sans"/>
          <a:cs typeface="Oracle Sans"/>
        </a:defRPr>
      </a:lvl8pPr>
      <a:lvl9pPr xmlns:a="http://schemas.openxmlformats.org/drawingml/2006/main" marL="1889125" indent="-203200" algn="l" defTabSz="914400">
        <a:lnSpc>
          <a:spcPct val="90000"/>
        </a:lnSpc>
        <a:spcBef>
          <a:spcPts val="500"/>
        </a:spcBef>
        <a:buFont typeface="System Font Regular"/>
        <a:buChar char="-"/>
        <a:defRPr sz="1600" b="0" i="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userDrawn="1">
          <p15:clr>
            <a:srgbClr xmlns:a="http://schemas.openxmlformats.org/drawingml/2006/main" val="F26B43"/>
          </p15:clr>
        </p15:guide>
        <p15:guide id="2" pos="3840" userDrawn="1">
          <p15:clr>
            <a:srgbClr xmlns:a="http://schemas.openxmlformats.org/drawingml/2006/main" val="F26B43"/>
          </p15:clr>
        </p15:guide>
        <p15:guide id="3" orient="horz" pos="1008" userDrawn="1">
          <p15:clr>
            <a:srgbClr xmlns:a="http://schemas.openxmlformats.org/drawingml/2006/main" val="5ACBF0"/>
          </p15:clr>
        </p15:guide>
        <p15:guide id="4" orient="horz" pos="3852" userDrawn="1">
          <p15:clr>
            <a:srgbClr xmlns:a="http://schemas.openxmlformats.org/drawingml/2006/main" val="F26B43"/>
          </p15:clr>
        </p15:guide>
        <p15:guide id="5" pos="480" userDrawn="1">
          <p15:clr>
            <a:srgbClr xmlns:a="http://schemas.openxmlformats.org/drawingml/2006/main" val="F26B43"/>
          </p15:clr>
        </p15:guide>
        <p15:guide id="6" orient="horz" pos="795" userDrawn="1">
          <p15:clr>
            <a:srgbClr xmlns:a="http://schemas.openxmlformats.org/drawingml/2006/main" val="F26B43"/>
          </p15:clr>
        </p15:guide>
        <p15:guide id="7" orient="horz" pos="590" userDrawn="1">
          <p15:clr>
            <a:srgbClr xmlns:a="http://schemas.openxmlformats.org/drawingml/2006/main" val="F26B43"/>
          </p15:clr>
        </p15:guide>
        <p15:guide id="8" pos="7212" userDrawn="1">
          <p15:clr>
            <a:srgbClr xmlns:a="http://schemas.openxmlformats.org/drawingml/2006/main" val="F26B43"/>
          </p15:clr>
        </p15:guide>
      </p15:sldGuideLst>
    </p:ext>
  </p:extLst>
</p:sldMaster>
</file>

<file path=ppt/slideMasters/theme/theme2.xml><?xml version="1.0" encoding="utf-8"?>
<a:theme xmlns:a="http://schemas.openxmlformats.org/drawingml/2006/main" name="Oracle-FY26-7.9">
  <a:themeElements>
    <a:clrScheme name="Custom 43">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43">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ddcacaa70dd44d74" /><Relationship Type="http://schemas.openxmlformats.org/officeDocument/2006/relationships/notesSlide" Target="/ppt/notesSlides/notesSlide1.xml" Id="Rcfe0bc9ef3644d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7.xml" Id="R33dab19044d4465c" /><Relationship Type="http://schemas.openxmlformats.org/officeDocument/2006/relationships/notesSlide" Target="/ppt/notesSlides/notesSlide2.xml" Id="Rdb3a13ed53fe48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59.xml" Id="R848bc92107a34c11" /><Relationship Type="http://schemas.openxmlformats.org/officeDocument/2006/relationships/notesSlide" Target="/ppt/notesSlides/notesSlide3.xml" Id="R0719c1118c204b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9.xml" Id="Rfc89c7c6e3a6469c" /><Relationship Type="http://schemas.openxmlformats.org/officeDocument/2006/relationships/notesSlide" Target="/ppt/notesSlides/notesSlide4.xml" Id="R20b60269035748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5.xml" Id="R36aa86cc296740ac" /><Relationship Type="http://schemas.openxmlformats.org/officeDocument/2006/relationships/notesSlide" Target="/ppt/notesSlides/notesSlide5.xml" Id="Rb1deeba0c5d04d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7.xml" Id="R10361404341b48e1" /><Relationship Type="http://schemas.openxmlformats.org/officeDocument/2006/relationships/image" Target="/ppt/media/image21.png" Id="R7ea1eb65295248b6" /><Relationship Type="http://schemas.openxmlformats.org/officeDocument/2006/relationships/notesSlide" Target="/ppt/notesSlides/notesSlide6.xml" Id="R67b5e39f027545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7.xml" Id="R2c03a2a0693b44f0" /><Relationship Type="http://schemas.openxmlformats.org/officeDocument/2006/relationships/notesSlide" Target="/ppt/notesSlides/notesSlide7.xml" Id="R9182878f86ee40c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7.xml" Id="Ra110824683ba4527" /><Relationship Type="http://schemas.openxmlformats.org/officeDocument/2006/relationships/notesSlide" Target="/ppt/notesSlides/notesSlide8.xml" Id="Raf56477b114c40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59.xml" Id="R5b11b8e6e13246f3" /><Relationship Type="http://schemas.openxmlformats.org/officeDocument/2006/relationships/notesSlide" Target="/ppt/notesSlides/notesSlide9.xml" Id="R5dd9a81265dd408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01.xml" Id="R6bcf20f556484880" /><Relationship Type="http://schemas.openxmlformats.org/officeDocument/2006/relationships/notesSlide" Target="/ppt/notesSlides/notesSlide10.xml" Id="Rcd3d68cbf5a44b4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8C11F99-03D3-469F-A4F0-CA2E408D8BD1}"/>
              </a:ext>
            </a:extLst>
          </p:cNvPr>
          <p:cNvSpPr>
            <a:spLocks xmlns:a="http://schemas.openxmlformats.org/drawingml/2006/main" noGrp="1"/>
          </p:cNvSpPr>
          <p:nvPr>
            <p:ph type="ctr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From data foundation to financial investigation</a:t>
            </a:r>
          </a:p>
        </p:txBody>
      </p:sp>
      <p:sp>
        <p:nvSpPr>
          <p:cNvPr id="3" name="Text Placeholder 2">
            <a:extLst xmlns:a="http://schemas.openxmlformats.org/drawingml/2006/main">
              <a:ext uri="{FF2B5EF4-FFF2-40B4-BE49-F238E27FC236}">
                <a16:creationId xmlns:a16="http://schemas.microsoft.com/office/drawing/2014/main" id="{129E22EE-7386-445B-BADE-5DFC1A2E4A17}"/>
              </a:ext>
            </a:extLst>
          </p:cNvPr>
          <p:cNvSpPr>
            <a:spLocks xmlns:a="http://schemas.openxmlformats.org/drawingml/2006/main" noGrp="1"/>
          </p:cNvSpPr>
          <p:nvPr>
            <p:ph type="body" idx="33"/>
          </p:nvPr>
        </p:nvSpPr>
        <p:spPr>
          <a:xfrm xmlns:a="http://schemas.openxmlformats.org/drawingml/2006/main">
            <a:off x="790575" y="3571875"/>
            <a:ext cx="6381750" cy="361950"/>
          </a:xfrm>
        </p:spPr>
        <p:txBody>
          <a:bodyPr xmlns:a="http://schemas.openxmlformats.org/drawingml/2006/main" wrap="square"/>
          <a:lstStyle xmlns:a="http://schemas.openxmlformats.org/drawingml/2006/main">
            <a:defPPr>
              <a:defRPr sz="1800">
                <a:solidFill>
                  <a:srgbClr val="312D2A"/>
                </a:solidFill>
              </a:defRPr>
            </a:defPPr>
            <a:lvl1pPr>
              <a:defRPr sz="1800">
                <a:solidFill>
                  <a:srgbClr val="312D2A"/>
                </a:solidFill>
              </a:defRPr>
            </a:lvl1pPr>
            <a:lvl2pPr>
              <a:defRPr sz="1800">
                <a:solidFill>
                  <a:srgbClr val="312D2A"/>
                </a:solidFill>
              </a:defRPr>
            </a:lvl2pPr>
            <a:lvl3pPr>
              <a:defRPr sz="1800">
                <a:solidFill>
                  <a:srgbClr val="312D2A"/>
                </a:solidFill>
              </a:defRPr>
            </a:lvl3pPr>
            <a:lvl4pPr>
              <a:defRPr sz="1800">
                <a:solidFill>
                  <a:srgbClr val="312D2A"/>
                </a:solidFill>
              </a:defRPr>
            </a:lvl4pPr>
            <a:lvl5pPr>
              <a:defRPr sz="1800">
                <a:solidFill>
                  <a:srgbClr val="312D2A"/>
                </a:solidFill>
              </a:defRPr>
            </a:lvl5pPr>
            <a:lvl6pPr>
              <a:defRPr sz="1800">
                <a:solidFill>
                  <a:srgbClr val="312D2A"/>
                </a:solidFill>
              </a:defRPr>
            </a:lvl6pPr>
            <a:lvl7pPr>
              <a:defRPr sz="1800">
                <a:solidFill>
                  <a:srgbClr val="312D2A"/>
                </a:solidFill>
              </a:defRPr>
            </a:lvl7pPr>
            <a:lvl8pPr>
              <a:defRPr sz="1800">
                <a:solidFill>
                  <a:srgbClr val="312D2A"/>
                </a:solidFill>
              </a:defRPr>
            </a:lvl8pPr>
            <a:lvl9pPr>
              <a:defRPr sz="1800">
                <a:solidFill>
                  <a:srgbClr val="312D2A"/>
                </a:solidFill>
              </a:defRPr>
            </a:lvl9pPr>
          </a:lstStyle>
          <a:p xmlns:a="http://schemas.openxmlformats.org/drawingml/2006/main">
            <a:pPr>
              <a:buNone/>
              <a:defRPr sz="1800">
                <a:solidFill>
                  <a:srgbClr val="312D2A"/>
                </a:solidFill>
              </a:defRPr>
            </a:pPr>
            <a:r>
              <a:rPr sz="1800">
                <a:solidFill>
                  <a:srgbClr val="312D2A"/>
                </a:solidFill>
              </a:rPr>
              <a:t>Oracle AI Data Platform • Meridian Demo Bank</a:t>
            </a:r>
          </a:p>
        </p:txBody>
      </p:sp>
      <p:sp>
        <p:nvSpPr>
          <p:cNvPr id="4" name="Text Placeholder 3">
            <a:extLst xmlns:a="http://schemas.openxmlformats.org/drawingml/2006/main">
              <a:ext uri="{FF2B5EF4-FFF2-40B4-BE49-F238E27FC236}">
                <a16:creationId xmlns:a16="http://schemas.microsoft.com/office/drawing/2014/main" id="{3641F5B1-3180-4C62-ABC2-7775F937B7F4}"/>
              </a:ext>
            </a:extLst>
          </p:cNvPr>
          <p:cNvSpPr>
            <a:spLocks xmlns:a="http://schemas.openxmlformats.org/drawingml/2006/main" noGrp="1"/>
          </p:cNvSpPr>
          <p:nvPr>
            <p:ph type="body" idx="35"/>
          </p:nvPr>
        </p:nvSpPr>
        <p:spPr/>
        <p:txBody>
          <a:bodyPr xmlns:a="http://schemas.openxmlformats.org/drawingml/2006/main"/>
          <a:lstStyle xmlns:a="http://schemas.openxmlformats.org/drawingml/2006/main"/>
          <a:p xmlns:a="http://schemas.openxmlformats.org/drawingml/2006/main"/>
        </p:txBody>
      </p:sp>
      <p:sp>
        <p:nvSpPr>
          <p:cNvPr id="5" name="Text Placeholder 4">
            <a:extLst xmlns:a="http://schemas.openxmlformats.org/drawingml/2006/main">
              <a:ext uri="{FF2B5EF4-FFF2-40B4-BE49-F238E27FC236}">
                <a16:creationId xmlns:a16="http://schemas.microsoft.com/office/drawing/2014/main" id="{7BCE0490-7CC3-425C-A535-D0AB1B7044AB}"/>
              </a:ext>
            </a:extLst>
          </p:cNvPr>
          <p:cNvSpPr>
            <a:spLocks xmlns:a="http://schemas.openxmlformats.org/drawingml/2006/main" noGrp="1"/>
          </p:cNvSpPr>
          <p:nvPr>
            <p:ph type="body" idx="34"/>
          </p:nvPr>
        </p:nvSpPr>
        <p:spPr/>
        <p:txBody>
          <a:bodyPr xmlns:a="http://schemas.openxmlformats.org/drawingml/2006/main"/>
          <a:lstStyle xmlns:a="http://schemas.openxmlformats.org/drawingml/2006/main"/>
          <a:p xmlns:a="http://schemas.openxmlformats.org/drawingml/2006/main"/>
        </p:txBody>
      </p:sp>
      <p:sp>
        <p:nvSpPr>
          <p:cNvPr id="6" name="TextBox 5">
            <a:extLst xmlns:a="http://schemas.openxmlformats.org/drawingml/2006/main">
              <a:ext uri="{FF2B5EF4-FFF2-40B4-BE49-F238E27FC236}">
                <a16:creationId xmlns:a16="http://schemas.microsoft.com/office/drawing/2014/main" id="{46C28F53-09A8-41E8-B970-1E8E595F37B3}"/>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7" name="TextBox 6">
            <a:extLst xmlns:a="http://schemas.openxmlformats.org/drawingml/2006/main">
              <a:ext uri="{FF2B5EF4-FFF2-40B4-BE49-F238E27FC236}">
                <a16:creationId xmlns:a16="http://schemas.microsoft.com/office/drawing/2014/main" id="{51EB23EB-24E0-4CA2-9EED-75B026037A06}"/>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1</a:t>
            </a:r>
          </a:p>
        </p:txBody>
      </p:sp>
      <p:sp>
        <p:nvSpPr>
          <p:cNvPr id="8" name="">
            <a:extLst xmlns:a="http://schemas.openxmlformats.org/drawingml/2006/main">
              <a:ext uri="{FF2B5EF4-FFF2-40B4-BE49-F238E27FC236}">
                <a16:creationId xmlns:a16="http://schemas.microsoft.com/office/drawing/2014/main" id="{B014A4F6-F58B-4055-BA2F-DC0BB112FF02}"/>
              </a:ext>
            </a:extLst>
          </p:cNvPr>
          <p:cNvSpPr>
            <a:spLocks xmlns:a="http://schemas.openxmlformats.org/drawingml/2006/main" noGrp="1"/>
          </p:cNvSpPr>
          <p:nvPr/>
        </p:nvSpPr>
        <p:spPr>
          <a:xfrm xmlns:a="http://schemas.openxmlformats.org/drawingml/2006/main">
            <a:off x="800100" y="497205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Abhijit Khuperkar  •  18 October 2026</a:t>
            </a:r>
          </a:p>
        </p:txBody>
      </p:sp>
      <p:sp>
        <p:nvSpPr>
          <p:cNvPr id="9" name="">
            <a:extLst xmlns:a="http://schemas.openxmlformats.org/drawingml/2006/main">
              <a:ext uri="{FF2B5EF4-FFF2-40B4-BE49-F238E27FC236}">
                <a16:creationId xmlns:a16="http://schemas.microsoft.com/office/drawing/2014/main" id="{BC1D035F-8A76-4493-8120-B573E646C5F6}"/>
              </a:ext>
            </a:extLst>
          </p:cNvPr>
          <p:cNvSpPr>
            <a:spLocks xmlns:a="http://schemas.openxmlformats.org/drawingml/2006/main" noGrp="1"/>
          </p:cNvSpPr>
          <p:nvPr/>
        </p:nvSpPr>
        <p:spPr>
          <a:xfrm xmlns:a="http://schemas.openxmlformats.org/drawingml/2006/main">
            <a:off x="800100" y="538162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975" b="0">
                <a:solidFill>
                  <a:srgbClr val="6C655F"/>
                </a:solidFill>
              </a:defRPr>
            </a:defPPr>
            <a:lvl1pPr>
              <a:defRPr sz="975" b="0">
                <a:solidFill>
                  <a:srgbClr val="6C655F"/>
                </a:solidFill>
              </a:defRPr>
            </a:lvl1pPr>
            <a:lvl2pPr>
              <a:defRPr sz="975" b="0">
                <a:solidFill>
                  <a:srgbClr val="6C655F"/>
                </a:solidFill>
              </a:defRPr>
            </a:lvl2pPr>
            <a:lvl3pPr>
              <a:defRPr sz="975" b="0">
                <a:solidFill>
                  <a:srgbClr val="6C655F"/>
                </a:solidFill>
              </a:defRPr>
            </a:lvl3pPr>
            <a:lvl4pPr>
              <a:defRPr sz="975" b="0">
                <a:solidFill>
                  <a:srgbClr val="6C655F"/>
                </a:solidFill>
              </a:defRPr>
            </a:lvl4pPr>
            <a:lvl5pPr>
              <a:defRPr sz="975" b="0">
                <a:solidFill>
                  <a:srgbClr val="6C655F"/>
                </a:solidFill>
              </a:defRPr>
            </a:lvl5pPr>
            <a:lvl6pPr>
              <a:defRPr sz="975" b="0">
                <a:solidFill>
                  <a:srgbClr val="6C655F"/>
                </a:solidFill>
              </a:defRPr>
            </a:lvl6pPr>
            <a:lvl7pPr>
              <a:defRPr sz="975" b="0">
                <a:solidFill>
                  <a:srgbClr val="6C655F"/>
                </a:solidFill>
              </a:defRPr>
            </a:lvl7pPr>
            <a:lvl8pPr>
              <a:defRPr sz="975" b="0">
                <a:solidFill>
                  <a:srgbClr val="6C655F"/>
                </a:solidFill>
              </a:defRPr>
            </a:lvl8pPr>
            <a:lvl9pPr>
              <a:defRPr sz="975" b="0">
                <a:solidFill>
                  <a:srgbClr val="6C655F"/>
                </a:solidFill>
              </a:defRPr>
            </a:lvl9pPr>
          </a:lstStyle>
          <a:p xmlns:a="http://schemas.openxmlformats.org/drawingml/2006/main">
            <a:pPr>
              <a:defRPr sz="975" b="0">
                <a:solidFill>
                  <a:srgbClr val="6C655F"/>
                </a:solidFill>
              </a:defRPr>
            </a:pPr>
            <a:r>
              <a:rPr sz="975" b="0">
                <a:solidFill>
                  <a:srgbClr val="6C655F"/>
                </a:solidFill>
              </a:rPr>
              <a:t>Demonstration dataset • USD display assumption</a:t>
            </a:r>
          </a:p>
        </p:txBody>
      </p:sp>
    </p:spTree>
    <p:extLst>
      <p:ext uri="{BB962C8B-B14F-4D97-AF65-F5344CB8AC3E}">
        <p14:creationId xmlns:p14="http://schemas.microsoft.com/office/powerpoint/2010/main" val="127349645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01D58BE-0837-4122-879A-22EEA69AD3CF}"/>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AI outcomes depend on data and workflow design</a:t>
            </a:r>
          </a:p>
        </p:txBody>
      </p:sp>
      <p:sp>
        <p:nvSpPr>
          <p:cNvPr id="5" name="Text Placeholder 4">
            <a:extLst xmlns:a="http://schemas.openxmlformats.org/drawingml/2006/main">
              <a:ext uri="{FF2B5EF4-FFF2-40B4-BE49-F238E27FC236}">
                <a16:creationId xmlns:a16="http://schemas.microsoft.com/office/drawing/2014/main" id="{81EE5E7F-D09D-4949-B77C-5C31D2A2AAFC}"/>
              </a:ext>
            </a:extLst>
          </p:cNvPr>
          <p:cNvSpPr>
            <a:spLocks xmlns:a="http://schemas.openxmlformats.org/drawingml/2006/main" noGrp="1"/>
          </p:cNvSpPr>
          <p:nvPr>
            <p:ph type="body" idx="11"/>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Two independent research findings; different survey populations</a:t>
            </a:r>
          </a:p>
        </p:txBody>
      </p:sp>
      <p:sp>
        <p:nvSpPr>
          <p:cNvPr id="6" name="TextBox 5">
            <a:extLst xmlns:a="http://schemas.openxmlformats.org/drawingml/2006/main">
              <a:ext uri="{FF2B5EF4-FFF2-40B4-BE49-F238E27FC236}">
                <a16:creationId xmlns:a16="http://schemas.microsoft.com/office/drawing/2014/main" id="{FB875334-2FA8-4E31-8C13-BD2A3ACFABC7}"/>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7" name="TextBox 6">
            <a:extLst xmlns:a="http://schemas.openxmlformats.org/drawingml/2006/main">
              <a:ext uri="{FF2B5EF4-FFF2-40B4-BE49-F238E27FC236}">
                <a16:creationId xmlns:a16="http://schemas.microsoft.com/office/drawing/2014/main" id="{56A10F54-8375-468F-B9CE-2887B5745741}"/>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2</a:t>
            </a:r>
          </a:p>
        </p:txBody>
      </p:sp>
      <p:sp>
        <p:nvSpPr>
          <p:cNvPr id="8" name="">
            <a:extLst xmlns:a="http://schemas.openxmlformats.org/drawingml/2006/main">
              <a:ext uri="{FF2B5EF4-FFF2-40B4-BE49-F238E27FC236}">
                <a16:creationId xmlns:a16="http://schemas.microsoft.com/office/drawing/2014/main" id="{BAFA6A9D-AEBF-4E1C-B49F-30E3E53F1705}"/>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77B92F-F646-458B-B9CB-566E636E9C68}"/>
              </a:ext>
            </a:extLst>
          </p:cNvPr>
          <p:cNvSpPr>
            <a:spLocks xmlns:a="http://schemas.openxmlformats.org/drawingml/2006/main" noGrp="1"/>
          </p:cNvSpPr>
          <p:nvPr/>
        </p:nvSpPr>
        <p:spPr>
          <a:xfrm xmlns:a="http://schemas.openxmlformats.org/drawingml/2006/main">
            <a:off x="762000" y="1952625"/>
            <a:ext cx="5095875" cy="3333750"/>
          </a:xfrm>
          <a:prstGeom xmlns:a="http://schemas.openxmlformats.org/drawingml/2006/main" prst="roundRect">
            <a:avLst>
              <a:gd name="adj" fmla="val 2286"/>
            </a:avLst>
          </a:prstGeom>
          <a:solidFill xmlns:a="http://schemas.openxmlformats.org/drawingml/2006/main">
            <a:srgbClr val="F7F5F1"/>
          </a:solidFill>
          <a:ln xmlns:a="http://schemas.openxmlformats.org/drawingml/2006/main" w="9525">
            <a:solidFill>
              <a:srgbClr val="D9D3CC"/>
            </a:solidFill>
            <a:prstDash val="solid"/>
          </a:ln>
        </p:spPr>
      </p:sp>
      <p:sp>
        <p:nvSpPr>
          <p:cNvPr id="10" name="">
            <a:extLst xmlns:a="http://schemas.openxmlformats.org/drawingml/2006/main">
              <a:ext uri="{FF2B5EF4-FFF2-40B4-BE49-F238E27FC236}">
                <a16:creationId xmlns:a16="http://schemas.microsoft.com/office/drawing/2014/main" id="{CE16B429-8BCD-4C55-9446-E4B5761D3F59}"/>
              </a:ext>
            </a:extLst>
          </p:cNvPr>
          <p:cNvSpPr>
            <a:spLocks xmlns:a="http://schemas.openxmlformats.org/drawingml/2006/main" noGrp="1"/>
          </p:cNvSpPr>
          <p:nvPr/>
        </p:nvSpPr>
        <p:spPr>
          <a:xfrm xmlns:a="http://schemas.openxmlformats.org/drawingml/2006/main">
            <a:off x="6334125" y="1952625"/>
            <a:ext cx="5095875" cy="3333750"/>
          </a:xfrm>
          <a:prstGeom xmlns:a="http://schemas.openxmlformats.org/drawingml/2006/main" prst="roundRect">
            <a:avLst>
              <a:gd name="adj" fmla="val 2286"/>
            </a:avLst>
          </a:prstGeom>
          <a:solidFill xmlns:a="http://schemas.openxmlformats.org/drawingml/2006/main">
            <a:srgbClr val="F7F5F1"/>
          </a:solidFill>
          <a:ln xmlns:a="http://schemas.openxmlformats.org/drawingml/2006/main" w="9525">
            <a:solidFill>
              <a:srgbClr val="D9D3CC"/>
            </a:solidFill>
            <a:prstDash val="solid"/>
          </a:ln>
        </p:spPr>
      </p:sp>
      <p:sp>
        <p:nvSpPr>
          <p:cNvPr id="11" name="">
            <a:extLst xmlns:a="http://schemas.openxmlformats.org/drawingml/2006/main">
              <a:ext uri="{FF2B5EF4-FFF2-40B4-BE49-F238E27FC236}">
                <a16:creationId xmlns:a16="http://schemas.microsoft.com/office/drawing/2014/main" id="{0E5225E0-F82F-4CBC-8903-EE9EE258670E}"/>
              </a:ext>
            </a:extLst>
          </p:cNvPr>
          <p:cNvSpPr>
            <a:spLocks xmlns:a="http://schemas.openxmlformats.org/drawingml/2006/main" noGrp="1"/>
          </p:cNvSpPr>
          <p:nvPr/>
        </p:nvSpPr>
        <p:spPr>
          <a:xfrm xmlns:a="http://schemas.openxmlformats.org/drawingml/2006/main">
            <a:off x="1028700" y="2190750"/>
            <a:ext cx="4381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5400" b="1">
                <a:solidFill>
                  <a:srgbClr val="C74634"/>
                </a:solidFill>
              </a:defRPr>
            </a:defPPr>
            <a:lvl1pPr>
              <a:defRPr sz="5400" b="1">
                <a:solidFill>
                  <a:srgbClr val="C74634"/>
                </a:solidFill>
              </a:defRPr>
            </a:lvl1pPr>
            <a:lvl2pPr>
              <a:defRPr sz="5400" b="1">
                <a:solidFill>
                  <a:srgbClr val="C74634"/>
                </a:solidFill>
              </a:defRPr>
            </a:lvl2pPr>
            <a:lvl3pPr>
              <a:defRPr sz="5400" b="1">
                <a:solidFill>
                  <a:srgbClr val="C74634"/>
                </a:solidFill>
              </a:defRPr>
            </a:lvl3pPr>
            <a:lvl4pPr>
              <a:defRPr sz="5400" b="1">
                <a:solidFill>
                  <a:srgbClr val="C74634"/>
                </a:solidFill>
              </a:defRPr>
            </a:lvl4pPr>
            <a:lvl5pPr>
              <a:defRPr sz="5400" b="1">
                <a:solidFill>
                  <a:srgbClr val="C74634"/>
                </a:solidFill>
              </a:defRPr>
            </a:lvl5pPr>
            <a:lvl6pPr>
              <a:defRPr sz="5400" b="1">
                <a:solidFill>
                  <a:srgbClr val="C74634"/>
                </a:solidFill>
              </a:defRPr>
            </a:lvl6pPr>
            <a:lvl7pPr>
              <a:defRPr sz="5400" b="1">
                <a:solidFill>
                  <a:srgbClr val="C74634"/>
                </a:solidFill>
              </a:defRPr>
            </a:lvl7pPr>
            <a:lvl8pPr>
              <a:defRPr sz="5400" b="1">
                <a:solidFill>
                  <a:srgbClr val="C74634"/>
                </a:solidFill>
              </a:defRPr>
            </a:lvl8pPr>
            <a:lvl9pPr>
              <a:defRPr sz="5400" b="1">
                <a:solidFill>
                  <a:srgbClr val="C74634"/>
                </a:solidFill>
              </a:defRPr>
            </a:lvl9pPr>
          </a:lstStyle>
          <a:p xmlns:a="http://schemas.openxmlformats.org/drawingml/2006/main">
            <a:pPr>
              <a:defRPr sz="5400" b="1">
                <a:solidFill>
                  <a:srgbClr val="C74634"/>
                </a:solidFill>
              </a:defRPr>
            </a:pPr>
            <a:r>
              <a:rPr sz="5400" b="1">
                <a:solidFill>
                  <a:srgbClr val="C74634"/>
                </a:solidFill>
              </a:rPr>
              <a:t>63%</a:t>
            </a:r>
          </a:p>
        </p:txBody>
      </p:sp>
      <p:sp>
        <p:nvSpPr>
          <p:cNvPr id="12" name="">
            <a:extLst xmlns:a="http://schemas.openxmlformats.org/drawingml/2006/main">
              <a:ext uri="{FF2B5EF4-FFF2-40B4-BE49-F238E27FC236}">
                <a16:creationId xmlns:a16="http://schemas.microsoft.com/office/drawing/2014/main" id="{2A1C4B80-A4AB-450A-893F-9E8A075F3597}"/>
              </a:ext>
            </a:extLst>
          </p:cNvPr>
          <p:cNvSpPr>
            <a:spLocks xmlns:a="http://schemas.openxmlformats.org/drawingml/2006/main" noGrp="1"/>
          </p:cNvSpPr>
          <p:nvPr/>
        </p:nvSpPr>
        <p:spPr>
          <a:xfrm xmlns:a="http://schemas.openxmlformats.org/drawingml/2006/main">
            <a:off x="1028700" y="3181350"/>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0">
                <a:solidFill>
                  <a:srgbClr val="312D2A"/>
                </a:solidFill>
              </a:defRPr>
            </a:defPPr>
            <a:lvl1pPr>
              <a:defRPr sz="1875" b="0">
                <a:solidFill>
                  <a:srgbClr val="312D2A"/>
                </a:solidFill>
              </a:defRPr>
            </a:lvl1pPr>
            <a:lvl2pPr>
              <a:defRPr sz="1875" b="0">
                <a:solidFill>
                  <a:srgbClr val="312D2A"/>
                </a:solidFill>
              </a:defRPr>
            </a:lvl2pPr>
            <a:lvl3pPr>
              <a:defRPr sz="1875" b="0">
                <a:solidFill>
                  <a:srgbClr val="312D2A"/>
                </a:solidFill>
              </a:defRPr>
            </a:lvl3pPr>
            <a:lvl4pPr>
              <a:defRPr sz="1875" b="0">
                <a:solidFill>
                  <a:srgbClr val="312D2A"/>
                </a:solidFill>
              </a:defRPr>
            </a:lvl4pPr>
            <a:lvl5pPr>
              <a:defRPr sz="1875" b="0">
                <a:solidFill>
                  <a:srgbClr val="312D2A"/>
                </a:solidFill>
              </a:defRPr>
            </a:lvl5pPr>
            <a:lvl6pPr>
              <a:defRPr sz="1875" b="0">
                <a:solidFill>
                  <a:srgbClr val="312D2A"/>
                </a:solidFill>
              </a:defRPr>
            </a:lvl6pPr>
            <a:lvl7pPr>
              <a:defRPr sz="1875" b="0">
                <a:solidFill>
                  <a:srgbClr val="312D2A"/>
                </a:solidFill>
              </a:defRPr>
            </a:lvl7pPr>
            <a:lvl8pPr>
              <a:defRPr sz="1875" b="0">
                <a:solidFill>
                  <a:srgbClr val="312D2A"/>
                </a:solidFill>
              </a:defRPr>
            </a:lvl8pPr>
            <a:lvl9pPr>
              <a:defRPr sz="1875" b="0">
                <a:solidFill>
                  <a:srgbClr val="312D2A"/>
                </a:solidFill>
              </a:defRPr>
            </a:lvl9pPr>
          </a:lstStyle>
          <a:p xmlns:a="http://schemas.openxmlformats.org/drawingml/2006/main">
            <a:pPr>
              <a:defRPr sz="1875" b="0">
                <a:solidFill>
                  <a:srgbClr val="312D2A"/>
                </a:solidFill>
              </a:defRPr>
            </a:pPr>
            <a:r>
              <a:rPr sz="1875" b="0">
                <a:solidFill>
                  <a:srgbClr val="312D2A"/>
                </a:solidFill>
              </a:rPr>
              <a:t>Lacked or were unsure of suitable data-management practices for AI.</a:t>
            </a:r>
          </a:p>
        </p:txBody>
      </p:sp>
      <p:sp>
        <p:nvSpPr>
          <p:cNvPr id="13" name="">
            <a:extLst xmlns:a="http://schemas.openxmlformats.org/drawingml/2006/main">
              <a:ext uri="{FF2B5EF4-FFF2-40B4-BE49-F238E27FC236}">
                <a16:creationId xmlns:a16="http://schemas.microsoft.com/office/drawing/2014/main" id="{FE613257-2E48-4E3E-8060-B17DEF5C23FF}"/>
              </a:ext>
            </a:extLst>
          </p:cNvPr>
          <p:cNvSpPr>
            <a:spLocks xmlns:a="http://schemas.openxmlformats.org/drawingml/2006/main" noGrp="1"/>
          </p:cNvSpPr>
          <p:nvPr/>
        </p:nvSpPr>
        <p:spPr>
          <a:xfrm xmlns:a="http://schemas.openxmlformats.org/drawingml/2006/main">
            <a:off x="1028700" y="468630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C655F"/>
                </a:solidFill>
              </a:defRPr>
            </a:defPPr>
            <a:lvl1pPr>
              <a:defRPr sz="1275" b="0">
                <a:solidFill>
                  <a:srgbClr val="6C655F"/>
                </a:solidFill>
              </a:defRPr>
            </a:lvl1pPr>
            <a:lvl2pPr>
              <a:defRPr sz="1275" b="0">
                <a:solidFill>
                  <a:srgbClr val="6C655F"/>
                </a:solidFill>
              </a:defRPr>
            </a:lvl2pPr>
            <a:lvl3pPr>
              <a:defRPr sz="1275" b="0">
                <a:solidFill>
                  <a:srgbClr val="6C655F"/>
                </a:solidFill>
              </a:defRPr>
            </a:lvl3pPr>
            <a:lvl4pPr>
              <a:defRPr sz="1275" b="0">
                <a:solidFill>
                  <a:srgbClr val="6C655F"/>
                </a:solidFill>
              </a:defRPr>
            </a:lvl4pPr>
            <a:lvl5pPr>
              <a:defRPr sz="1275" b="0">
                <a:solidFill>
                  <a:srgbClr val="6C655F"/>
                </a:solidFill>
              </a:defRPr>
            </a:lvl5pPr>
            <a:lvl6pPr>
              <a:defRPr sz="1275" b="0">
                <a:solidFill>
                  <a:srgbClr val="6C655F"/>
                </a:solidFill>
              </a:defRPr>
            </a:lvl6pPr>
            <a:lvl7pPr>
              <a:defRPr sz="1275" b="0">
                <a:solidFill>
                  <a:srgbClr val="6C655F"/>
                </a:solidFill>
              </a:defRPr>
            </a:lvl7pPr>
            <a:lvl8pPr>
              <a:defRPr sz="1275" b="0">
                <a:solidFill>
                  <a:srgbClr val="6C655F"/>
                </a:solidFill>
              </a:defRPr>
            </a:lvl8pPr>
            <a:lvl9pPr>
              <a:defRPr sz="1275" b="0">
                <a:solidFill>
                  <a:srgbClr val="6C655F"/>
                </a:solidFill>
              </a:defRPr>
            </a:lvl9pPr>
          </a:lstStyle>
          <a:p xmlns:a="http://schemas.openxmlformats.org/drawingml/2006/main">
            <a:pPr>
              <a:defRPr sz="1275" b="0">
                <a:solidFill>
                  <a:srgbClr val="6C655F"/>
                </a:solidFill>
              </a:defRPr>
            </a:pPr>
            <a:r>
              <a:rPr sz="1275" b="0">
                <a:solidFill>
                  <a:srgbClr val="6C655F"/>
                </a:solidFill>
              </a:rPr>
              <a:t>Gartner • July 2024 survey • n=1,203</a:t>
            </a:r>
          </a:p>
        </p:txBody>
      </p:sp>
      <p:sp>
        <p:nvSpPr>
          <p:cNvPr id="14" name="">
            <a:extLst xmlns:a="http://schemas.openxmlformats.org/drawingml/2006/main">
              <a:ext uri="{FF2B5EF4-FFF2-40B4-BE49-F238E27FC236}">
                <a16:creationId xmlns:a16="http://schemas.microsoft.com/office/drawing/2014/main" id="{F6C5F039-A958-4FF2-BFE4-E97596D2DDE9}"/>
              </a:ext>
            </a:extLst>
          </p:cNvPr>
          <p:cNvSpPr>
            <a:spLocks xmlns:a="http://schemas.openxmlformats.org/drawingml/2006/main" noGrp="1"/>
          </p:cNvSpPr>
          <p:nvPr/>
        </p:nvSpPr>
        <p:spPr>
          <a:xfrm xmlns:a="http://schemas.openxmlformats.org/drawingml/2006/main">
            <a:off x="6600825" y="2190750"/>
            <a:ext cx="4381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5400" b="1">
                <a:solidFill>
                  <a:srgbClr val="C74634"/>
                </a:solidFill>
              </a:defRPr>
            </a:defPPr>
            <a:lvl1pPr>
              <a:defRPr sz="5400" b="1">
                <a:solidFill>
                  <a:srgbClr val="C74634"/>
                </a:solidFill>
              </a:defRPr>
            </a:lvl1pPr>
            <a:lvl2pPr>
              <a:defRPr sz="5400" b="1">
                <a:solidFill>
                  <a:srgbClr val="C74634"/>
                </a:solidFill>
              </a:defRPr>
            </a:lvl2pPr>
            <a:lvl3pPr>
              <a:defRPr sz="5400" b="1">
                <a:solidFill>
                  <a:srgbClr val="C74634"/>
                </a:solidFill>
              </a:defRPr>
            </a:lvl3pPr>
            <a:lvl4pPr>
              <a:defRPr sz="5400" b="1">
                <a:solidFill>
                  <a:srgbClr val="C74634"/>
                </a:solidFill>
              </a:defRPr>
            </a:lvl4pPr>
            <a:lvl5pPr>
              <a:defRPr sz="5400" b="1">
                <a:solidFill>
                  <a:srgbClr val="C74634"/>
                </a:solidFill>
              </a:defRPr>
            </a:lvl5pPr>
            <a:lvl6pPr>
              <a:defRPr sz="5400" b="1">
                <a:solidFill>
                  <a:srgbClr val="C74634"/>
                </a:solidFill>
              </a:defRPr>
            </a:lvl6pPr>
            <a:lvl7pPr>
              <a:defRPr sz="5400" b="1">
                <a:solidFill>
                  <a:srgbClr val="C74634"/>
                </a:solidFill>
              </a:defRPr>
            </a:lvl7pPr>
            <a:lvl8pPr>
              <a:defRPr sz="5400" b="1">
                <a:solidFill>
                  <a:srgbClr val="C74634"/>
                </a:solidFill>
              </a:defRPr>
            </a:lvl8pPr>
            <a:lvl9pPr>
              <a:defRPr sz="5400" b="1">
                <a:solidFill>
                  <a:srgbClr val="C74634"/>
                </a:solidFill>
              </a:defRPr>
            </a:lvl9pPr>
          </a:lstStyle>
          <a:p xmlns:a="http://schemas.openxmlformats.org/drawingml/2006/main">
            <a:pPr>
              <a:defRPr sz="5400" b="1">
                <a:solidFill>
                  <a:srgbClr val="C74634"/>
                </a:solidFill>
              </a:defRPr>
            </a:pPr>
            <a:r>
              <a:rPr sz="5400" b="1">
                <a:solidFill>
                  <a:srgbClr val="C74634"/>
                </a:solidFill>
              </a:rPr>
              <a:t>21%</a:t>
            </a:r>
          </a:p>
        </p:txBody>
      </p:sp>
      <p:sp>
        <p:nvSpPr>
          <p:cNvPr id="15" name="">
            <a:extLst xmlns:a="http://schemas.openxmlformats.org/drawingml/2006/main">
              <a:ext uri="{FF2B5EF4-FFF2-40B4-BE49-F238E27FC236}">
                <a16:creationId xmlns:a16="http://schemas.microsoft.com/office/drawing/2014/main" id="{3F04A5F0-27F4-473C-8A3D-C0B8596F575D}"/>
              </a:ext>
            </a:extLst>
          </p:cNvPr>
          <p:cNvSpPr>
            <a:spLocks xmlns:a="http://schemas.openxmlformats.org/drawingml/2006/main" noGrp="1"/>
          </p:cNvSpPr>
          <p:nvPr/>
        </p:nvSpPr>
        <p:spPr>
          <a:xfrm xmlns:a="http://schemas.openxmlformats.org/drawingml/2006/main">
            <a:off x="6600825" y="3181350"/>
            <a:ext cx="4524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0">
                <a:solidFill>
                  <a:srgbClr val="312D2A"/>
                </a:solidFill>
              </a:defRPr>
            </a:defPPr>
            <a:lvl1pPr>
              <a:defRPr sz="1875" b="0">
                <a:solidFill>
                  <a:srgbClr val="312D2A"/>
                </a:solidFill>
              </a:defRPr>
            </a:lvl1pPr>
            <a:lvl2pPr>
              <a:defRPr sz="1875" b="0">
                <a:solidFill>
                  <a:srgbClr val="312D2A"/>
                </a:solidFill>
              </a:defRPr>
            </a:lvl2pPr>
            <a:lvl3pPr>
              <a:defRPr sz="1875" b="0">
                <a:solidFill>
                  <a:srgbClr val="312D2A"/>
                </a:solidFill>
              </a:defRPr>
            </a:lvl3pPr>
            <a:lvl4pPr>
              <a:defRPr sz="1875" b="0">
                <a:solidFill>
                  <a:srgbClr val="312D2A"/>
                </a:solidFill>
              </a:defRPr>
            </a:lvl4pPr>
            <a:lvl5pPr>
              <a:defRPr sz="1875" b="0">
                <a:solidFill>
                  <a:srgbClr val="312D2A"/>
                </a:solidFill>
              </a:defRPr>
            </a:lvl5pPr>
            <a:lvl6pPr>
              <a:defRPr sz="1875" b="0">
                <a:solidFill>
                  <a:srgbClr val="312D2A"/>
                </a:solidFill>
              </a:defRPr>
            </a:lvl6pPr>
            <a:lvl7pPr>
              <a:defRPr sz="1875" b="0">
                <a:solidFill>
                  <a:srgbClr val="312D2A"/>
                </a:solidFill>
              </a:defRPr>
            </a:lvl7pPr>
            <a:lvl8pPr>
              <a:defRPr sz="1875" b="0">
                <a:solidFill>
                  <a:srgbClr val="312D2A"/>
                </a:solidFill>
              </a:defRPr>
            </a:lvl8pPr>
            <a:lvl9pPr>
              <a:defRPr sz="1875" b="0">
                <a:solidFill>
                  <a:srgbClr val="312D2A"/>
                </a:solidFill>
              </a:defRPr>
            </a:lvl9pPr>
          </a:lstStyle>
          <a:p xmlns:a="http://schemas.openxmlformats.org/drawingml/2006/main">
            <a:pPr>
              <a:defRPr sz="1875" b="0">
                <a:solidFill>
                  <a:srgbClr val="312D2A"/>
                </a:solidFill>
              </a:defRPr>
            </a:pPr>
            <a:r>
              <a:rPr sz="1875" b="0">
                <a:solidFill>
                  <a:srgbClr val="312D2A"/>
                </a:solidFill>
              </a:rPr>
              <a:t>Reported fundamental redesign of at least some workflows.</a:t>
            </a:r>
          </a:p>
        </p:txBody>
      </p:sp>
      <p:sp>
        <p:nvSpPr>
          <p:cNvPr id="16" name="">
            <a:extLst xmlns:a="http://schemas.openxmlformats.org/drawingml/2006/main">
              <a:ext uri="{FF2B5EF4-FFF2-40B4-BE49-F238E27FC236}">
                <a16:creationId xmlns:a16="http://schemas.microsoft.com/office/drawing/2014/main" id="{8E2C9137-40D3-48BB-9E94-F4717F7FF294}"/>
              </a:ext>
            </a:extLst>
          </p:cNvPr>
          <p:cNvSpPr>
            <a:spLocks xmlns:a="http://schemas.openxmlformats.org/drawingml/2006/main" noGrp="1"/>
          </p:cNvSpPr>
          <p:nvPr/>
        </p:nvSpPr>
        <p:spPr>
          <a:xfrm xmlns:a="http://schemas.openxmlformats.org/drawingml/2006/main">
            <a:off x="6600825" y="4648200"/>
            <a:ext cx="452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C655F"/>
                </a:solidFill>
              </a:defRPr>
            </a:defPPr>
            <a:lvl1pPr>
              <a:defRPr sz="1275" b="0">
                <a:solidFill>
                  <a:srgbClr val="6C655F"/>
                </a:solidFill>
              </a:defRPr>
            </a:lvl1pPr>
            <a:lvl2pPr>
              <a:defRPr sz="1275" b="0">
                <a:solidFill>
                  <a:srgbClr val="6C655F"/>
                </a:solidFill>
              </a:defRPr>
            </a:lvl2pPr>
            <a:lvl3pPr>
              <a:defRPr sz="1275" b="0">
                <a:solidFill>
                  <a:srgbClr val="6C655F"/>
                </a:solidFill>
              </a:defRPr>
            </a:lvl3pPr>
            <a:lvl4pPr>
              <a:defRPr sz="1275" b="0">
                <a:solidFill>
                  <a:srgbClr val="6C655F"/>
                </a:solidFill>
              </a:defRPr>
            </a:lvl4pPr>
            <a:lvl5pPr>
              <a:defRPr sz="1275" b="0">
                <a:solidFill>
                  <a:srgbClr val="6C655F"/>
                </a:solidFill>
              </a:defRPr>
            </a:lvl5pPr>
            <a:lvl6pPr>
              <a:defRPr sz="1275" b="0">
                <a:solidFill>
                  <a:srgbClr val="6C655F"/>
                </a:solidFill>
              </a:defRPr>
            </a:lvl6pPr>
            <a:lvl7pPr>
              <a:defRPr sz="1275" b="0">
                <a:solidFill>
                  <a:srgbClr val="6C655F"/>
                </a:solidFill>
              </a:defRPr>
            </a:lvl7pPr>
            <a:lvl8pPr>
              <a:defRPr sz="1275" b="0">
                <a:solidFill>
                  <a:srgbClr val="6C655F"/>
                </a:solidFill>
              </a:defRPr>
            </a:lvl8pPr>
            <a:lvl9pPr>
              <a:defRPr sz="1275" b="0">
                <a:solidFill>
                  <a:srgbClr val="6C655F"/>
                </a:solidFill>
              </a:defRPr>
            </a:lvl9pPr>
          </a:lstStyle>
          <a:p xmlns:a="http://schemas.openxmlformats.org/drawingml/2006/main">
            <a:pPr>
              <a:defRPr sz="1275" b="0">
                <a:solidFill>
                  <a:srgbClr val="6C655F"/>
                </a:solidFill>
              </a:defRPr>
            </a:pPr>
            <a:r>
              <a:rPr sz="1275" b="0">
                <a:solidFill>
                  <a:srgbClr val="6C655F"/>
                </a:solidFill>
              </a:rPr>
              <a:t>McKinsey • respondents using generative AI</a:t>
            </a:r>
          </a:p>
        </p:txBody>
      </p:sp>
      <p:sp>
        <p:nvSpPr>
          <p:cNvPr id="17" name="">
            <a:extLst xmlns:a="http://schemas.openxmlformats.org/drawingml/2006/main">
              <a:ext uri="{FF2B5EF4-FFF2-40B4-BE49-F238E27FC236}">
                <a16:creationId xmlns:a16="http://schemas.microsoft.com/office/drawing/2014/main" id="{E8D8BDCD-16B9-4B7D-AB3D-CA93072EBCF1}"/>
              </a:ext>
            </a:extLst>
          </p:cNvPr>
          <p:cNvSpPr>
            <a:spLocks xmlns:a="http://schemas.openxmlformats.org/drawingml/2006/main" noGrp="1"/>
          </p:cNvSpPr>
          <p:nvPr/>
        </p:nvSpPr>
        <p:spPr>
          <a:xfrm xmlns:a="http://schemas.openxmlformats.org/drawingml/2006/main">
            <a:off x="762000" y="56769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C655F"/>
                </a:solidFill>
              </a:defRPr>
            </a:defPPr>
            <a:lvl1pPr>
              <a:defRPr sz="1200" b="0">
                <a:solidFill>
                  <a:srgbClr val="6C655F"/>
                </a:solidFill>
              </a:defRPr>
            </a:lvl1pPr>
            <a:lvl2pPr>
              <a:defRPr sz="1200" b="0">
                <a:solidFill>
                  <a:srgbClr val="6C655F"/>
                </a:solidFill>
              </a:defRPr>
            </a:lvl2pPr>
            <a:lvl3pPr>
              <a:defRPr sz="1200" b="0">
                <a:solidFill>
                  <a:srgbClr val="6C655F"/>
                </a:solidFill>
              </a:defRPr>
            </a:lvl3pPr>
            <a:lvl4pPr>
              <a:defRPr sz="1200" b="0">
                <a:solidFill>
                  <a:srgbClr val="6C655F"/>
                </a:solidFill>
              </a:defRPr>
            </a:lvl4pPr>
            <a:lvl5pPr>
              <a:defRPr sz="1200" b="0">
                <a:solidFill>
                  <a:srgbClr val="6C655F"/>
                </a:solidFill>
              </a:defRPr>
            </a:lvl5pPr>
            <a:lvl6pPr>
              <a:defRPr sz="1200" b="0">
                <a:solidFill>
                  <a:srgbClr val="6C655F"/>
                </a:solidFill>
              </a:defRPr>
            </a:lvl6pPr>
            <a:lvl7pPr>
              <a:defRPr sz="1200" b="0">
                <a:solidFill>
                  <a:srgbClr val="6C655F"/>
                </a:solidFill>
              </a:defRPr>
            </a:lvl7pPr>
            <a:lvl8pPr>
              <a:defRPr sz="1200" b="0">
                <a:solidFill>
                  <a:srgbClr val="6C655F"/>
                </a:solidFill>
              </a:defRPr>
            </a:lvl8pPr>
            <a:lvl9pPr>
              <a:defRPr sz="1200" b="0">
                <a:solidFill>
                  <a:srgbClr val="6C655F"/>
                </a:solidFill>
              </a:defRPr>
            </a:lvl9pPr>
          </a:lstStyle>
          <a:p xmlns:a="http://schemas.openxmlformats.org/drawingml/2006/main">
            <a:pPr>
              <a:defRPr sz="1200" b="0">
                <a:solidFill>
                  <a:srgbClr val="6C655F"/>
                </a:solidFill>
              </a:defRPr>
            </a:pPr>
            <a:r>
              <a:rPr sz="1200" b="0">
                <a:solidFill>
                  <a:srgbClr val="6C655F"/>
                </a:solidFill>
              </a:rPr>
              <a:t>Different survey populations. These findings motivate the design; they do not measure this project’s impact.</a:t>
            </a:r>
          </a:p>
        </p:txBody>
      </p:sp>
    </p:spTree>
    <p:extLst>
      <p:ext uri="{BB962C8B-B14F-4D97-AF65-F5344CB8AC3E}">
        <p14:creationId xmlns:p14="http://schemas.microsoft.com/office/powerpoint/2010/main" val="198617468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cxnSp>
        <p:nvCxnSpPr>
          <p:cNvPr id="41" name="">
            <a:extLst xmlns:a="http://schemas.openxmlformats.org/drawingml/2006/main">
              <a:ext uri="{FF2B5EF4-FFF2-40B4-BE49-F238E27FC236}">
                <a16:creationId xmlns:a16="http://schemas.microsoft.com/office/drawing/2014/main" id="{B47011D0-A894-46E7-88EF-A314BC820A97}"/>
              </a:ext>
            </a:extLst>
          </p:cNvPr>
          <p:cNvCxnSpPr>
            <a:stCxn xmlns:a="http://schemas.openxmlformats.org/drawingml/2006/main" id="28" idx="3"/>
            <a:endCxn xmlns:a="http://schemas.openxmlformats.org/drawingml/2006/main" id="24" idx="2"/>
          </p:cNvCxnSpPr>
          <p:nvPr/>
        </p:nvCxnSpPr>
        <p:spPr>
          <a:xfrm xmlns:a="http://schemas.openxmlformats.org/drawingml/2006/main" flipV="1">
            <a:off x="7143750" y="5095875"/>
            <a:ext cx="2762250" cy="728663"/>
          </a:xfrm>
          <a:prstGeom xmlns:a="http://schemas.openxmlformats.org/drawingml/2006/main" prst="bentConnector2">
            <a:avLst/>
          </a:prstGeom>
          <a:ln xmlns:a="http://schemas.openxmlformats.org/drawingml/2006/main" w="19050">
            <a:solidFill>
              <a:srgbClr val="6C655F"/>
            </a:solidFill>
            <a:prstDash val="solid"/>
            <a:tailEnd type="triangle" w="sm" len="sm"/>
          </a:ln>
        </p:spPr>
      </p:cxnSp>
      <p:cxnSp>
        <p:nvCxnSpPr>
          <p:cNvPr id="40" name="">
            <a:extLst xmlns:a="http://schemas.openxmlformats.org/drawingml/2006/main">
              <a:ext uri="{FF2B5EF4-FFF2-40B4-BE49-F238E27FC236}">
                <a16:creationId xmlns:a16="http://schemas.microsoft.com/office/drawing/2014/main" id="{7CA7770C-81A4-4445-ADA3-B7E6FC64C8FF}"/>
              </a:ext>
            </a:extLst>
          </p:cNvPr>
          <p:cNvCxnSpPr>
            <a:stCxn xmlns:a="http://schemas.openxmlformats.org/drawingml/2006/main" id="20" idx="3"/>
            <a:endCxn xmlns:a="http://schemas.openxmlformats.org/drawingml/2006/main" id="24" idx="1"/>
          </p:cNvCxnSpPr>
          <p:nvPr/>
        </p:nvCxnSpPr>
        <p:spPr>
          <a:xfrm xmlns:a="http://schemas.openxmlformats.org/drawingml/2006/main">
            <a:off x="7143750" y="4476750"/>
            <a:ext cx="1238250" cy="0"/>
          </a:xfrm>
          <a:prstGeom xmlns:a="http://schemas.openxmlformats.org/drawingml/2006/main" prst="straightConnector1">
            <a:avLst/>
          </a:prstGeom>
          <a:ln xmlns:a="http://schemas.openxmlformats.org/drawingml/2006/main" w="19050">
            <a:solidFill>
              <a:srgbClr val="6C655F"/>
            </a:solidFill>
            <a:prstDash val="solid"/>
            <a:tailEnd type="triangle" w="sm" len="sm"/>
          </a:ln>
        </p:spPr>
      </p:cxnSp>
      <p:cxnSp>
        <p:nvCxnSpPr>
          <p:cNvPr id="39" name="">
            <a:extLst xmlns:a="http://schemas.openxmlformats.org/drawingml/2006/main">
              <a:ext uri="{FF2B5EF4-FFF2-40B4-BE49-F238E27FC236}">
                <a16:creationId xmlns:a16="http://schemas.microsoft.com/office/drawing/2014/main" id="{C13B5B7A-F846-4F12-9600-9D83BC339B2E}"/>
              </a:ext>
            </a:extLst>
          </p:cNvPr>
          <p:cNvCxnSpPr>
            <a:stCxn xmlns:a="http://schemas.openxmlformats.org/drawingml/2006/main" id="8" idx="3"/>
            <a:endCxn xmlns:a="http://schemas.openxmlformats.org/drawingml/2006/main" id="20" idx="1"/>
          </p:cNvCxnSpPr>
          <p:nvPr/>
        </p:nvCxnSpPr>
        <p:spPr>
          <a:xfrm xmlns:a="http://schemas.openxmlformats.org/drawingml/2006/main">
            <a:off x="3143250" y="3024188"/>
            <a:ext cx="1143000" cy="1452563"/>
          </a:xfrm>
          <a:prstGeom xmlns:a="http://schemas.openxmlformats.org/drawingml/2006/main" prst="bentConnector3">
            <a:avLst>
              <a:gd name="adj1" fmla="val 50000"/>
            </a:avLst>
          </a:prstGeom>
          <a:ln xmlns:a="http://schemas.openxmlformats.org/drawingml/2006/main" w="19050">
            <a:solidFill>
              <a:srgbClr val="6C655F"/>
            </a:solidFill>
            <a:prstDash val="solid"/>
            <a:tailEnd type="triangle" w="sm" len="sm"/>
          </a:ln>
        </p:spPr>
      </p:cxnSp>
      <p:cxnSp>
        <p:nvCxnSpPr>
          <p:cNvPr id="38" name="">
            <a:extLst xmlns:a="http://schemas.openxmlformats.org/drawingml/2006/main">
              <a:ext uri="{FF2B5EF4-FFF2-40B4-BE49-F238E27FC236}">
                <a16:creationId xmlns:a16="http://schemas.microsoft.com/office/drawing/2014/main" id="{74E4EC6D-7F12-49BC-98BD-03E0E955CAFF}"/>
              </a:ext>
            </a:extLst>
          </p:cNvPr>
          <p:cNvCxnSpPr>
            <a:stCxn xmlns:a="http://schemas.openxmlformats.org/drawingml/2006/main" id="12" idx="3"/>
            <a:endCxn xmlns:a="http://schemas.openxmlformats.org/drawingml/2006/main" id="16" idx="1"/>
          </p:cNvCxnSpPr>
          <p:nvPr/>
        </p:nvCxnSpPr>
        <p:spPr>
          <a:xfrm xmlns:a="http://schemas.openxmlformats.org/drawingml/2006/main">
            <a:off x="7143750" y="2571750"/>
            <a:ext cx="1238250" cy="0"/>
          </a:xfrm>
          <a:prstGeom xmlns:a="http://schemas.openxmlformats.org/drawingml/2006/main" prst="straightConnector1">
            <a:avLst/>
          </a:prstGeom>
          <a:ln xmlns:a="http://schemas.openxmlformats.org/drawingml/2006/main" w="19050">
            <a:solidFill>
              <a:srgbClr val="6C655F"/>
            </a:solidFill>
            <a:prstDash val="solid"/>
            <a:tailEnd type="triangle" w="sm" len="sm"/>
          </a:ln>
        </p:spPr>
      </p:cxnSp>
      <p:cxnSp>
        <p:nvCxnSpPr>
          <p:cNvPr id="37" name="">
            <a:extLst xmlns:a="http://schemas.openxmlformats.org/drawingml/2006/main">
              <a:ext uri="{FF2B5EF4-FFF2-40B4-BE49-F238E27FC236}">
                <a16:creationId xmlns:a16="http://schemas.microsoft.com/office/drawing/2014/main" id="{C5B0BB07-6FD1-49C6-A4EE-8372CD950336}"/>
              </a:ext>
            </a:extLst>
          </p:cNvPr>
          <p:cNvCxnSpPr>
            <a:stCxn xmlns:a="http://schemas.openxmlformats.org/drawingml/2006/main" id="8" idx="3"/>
            <a:endCxn xmlns:a="http://schemas.openxmlformats.org/drawingml/2006/main" id="12" idx="1"/>
          </p:cNvCxnSpPr>
          <p:nvPr/>
        </p:nvCxnSpPr>
        <p:spPr>
          <a:xfrm xmlns:a="http://schemas.openxmlformats.org/drawingml/2006/main" flipV="1">
            <a:off x="3143250" y="2571750"/>
            <a:ext cx="1143000" cy="452438"/>
          </a:xfrm>
          <a:prstGeom xmlns:a="http://schemas.openxmlformats.org/drawingml/2006/main" prst="bentConnector3">
            <a:avLst>
              <a:gd name="adj1" fmla="val 50000"/>
            </a:avLst>
          </a:prstGeom>
          <a:ln xmlns:a="http://schemas.openxmlformats.org/drawingml/2006/main" w="19050">
            <a:solidFill>
              <a:srgbClr val="6C655F"/>
            </a:solidFill>
            <a:prstDash val="solid"/>
            <a:tailEnd type="triangle" w="sm" len="sm"/>
          </a:ln>
        </p:spPr>
      </p:cxnSp>
      <p:sp>
        <p:nvSpPr>
          <p:cNvPr id="2" name="Title 1">
            <a:extLst xmlns:a="http://schemas.openxmlformats.org/drawingml/2006/main">
              <a:ext uri="{FF2B5EF4-FFF2-40B4-BE49-F238E27FC236}">
                <a16:creationId xmlns:a16="http://schemas.microsoft.com/office/drawing/2014/main" id="{EE616004-8DDB-4A39-9774-2DB127546BE1}"/>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Make the serving paths explicit</a:t>
            </a:r>
          </a:p>
        </p:txBody>
      </p:sp>
      <p:sp>
        <p:nvSpPr>
          <p:cNvPr id="4" name="TextBox 3">
            <a:extLst xmlns:a="http://schemas.openxmlformats.org/drawingml/2006/main">
              <a:ext uri="{FF2B5EF4-FFF2-40B4-BE49-F238E27FC236}">
                <a16:creationId xmlns:a16="http://schemas.microsoft.com/office/drawing/2014/main" id="{8EE430A0-B00A-457B-B6F1-E6B9F0186A55}"/>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5" name="TextBox 4">
            <a:extLst xmlns:a="http://schemas.openxmlformats.org/drawingml/2006/main">
              <a:ext uri="{FF2B5EF4-FFF2-40B4-BE49-F238E27FC236}">
                <a16:creationId xmlns:a16="http://schemas.microsoft.com/office/drawing/2014/main" id="{902C4A0A-9BE1-4728-97A1-FF85AC130CCA}"/>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3</a:t>
            </a:r>
          </a:p>
        </p:txBody>
      </p:sp>
      <p:sp>
        <p:nvSpPr>
          <p:cNvPr id="6" name="">
            <a:extLst xmlns:a="http://schemas.openxmlformats.org/drawingml/2006/main">
              <a:ext uri="{FF2B5EF4-FFF2-40B4-BE49-F238E27FC236}">
                <a16:creationId xmlns:a16="http://schemas.microsoft.com/office/drawing/2014/main" id="{E62C662A-AC5B-410D-ABC6-B89F35861C1F}"/>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FB8474A-D1CF-4E7F-8D08-A58216C3B19C}"/>
              </a:ext>
            </a:extLst>
          </p:cNvPr>
          <p:cNvSpPr>
            <a:spLocks xmlns:a="http://schemas.openxmlformats.org/drawingml/2006/main" noGrp="1"/>
          </p:cNvSpPr>
          <p:nvPr/>
        </p:nvSpPr>
        <p:spPr>
          <a:xfrm xmlns:a="http://schemas.openxmlformats.org/drawingml/2006/main">
            <a:off x="762000" y="11620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0">
                <a:solidFill>
                  <a:srgbClr val="6C655F"/>
                </a:solidFill>
              </a:defRPr>
            </a:defPPr>
            <a:lvl1pPr>
              <a:defRPr sz="1725" b="0">
                <a:solidFill>
                  <a:srgbClr val="6C655F"/>
                </a:solidFill>
              </a:defRPr>
            </a:lvl1pPr>
            <a:lvl2pPr>
              <a:defRPr sz="1725" b="0">
                <a:solidFill>
                  <a:srgbClr val="6C655F"/>
                </a:solidFill>
              </a:defRPr>
            </a:lvl2pPr>
            <a:lvl3pPr>
              <a:defRPr sz="1725" b="0">
                <a:solidFill>
                  <a:srgbClr val="6C655F"/>
                </a:solidFill>
              </a:defRPr>
            </a:lvl3pPr>
            <a:lvl4pPr>
              <a:defRPr sz="1725" b="0">
                <a:solidFill>
                  <a:srgbClr val="6C655F"/>
                </a:solidFill>
              </a:defRPr>
            </a:lvl4pPr>
            <a:lvl5pPr>
              <a:defRPr sz="1725" b="0">
                <a:solidFill>
                  <a:srgbClr val="6C655F"/>
                </a:solidFill>
              </a:defRPr>
            </a:lvl5pPr>
            <a:lvl6pPr>
              <a:defRPr sz="1725" b="0">
                <a:solidFill>
                  <a:srgbClr val="6C655F"/>
                </a:solidFill>
              </a:defRPr>
            </a:lvl6pPr>
            <a:lvl7pPr>
              <a:defRPr sz="1725" b="0">
                <a:solidFill>
                  <a:srgbClr val="6C655F"/>
                </a:solidFill>
              </a:defRPr>
            </a:lvl7pPr>
            <a:lvl8pPr>
              <a:defRPr sz="1725" b="0">
                <a:solidFill>
                  <a:srgbClr val="6C655F"/>
                </a:solidFill>
              </a:defRPr>
            </a:lvl8pPr>
            <a:lvl9pPr>
              <a:defRPr sz="1725" b="0">
                <a:solidFill>
                  <a:srgbClr val="6C655F"/>
                </a:solidFill>
              </a:defRPr>
            </a:lvl9pPr>
          </a:lstStyle>
          <a:p xmlns:a="http://schemas.openxmlformats.org/drawingml/2006/main">
            <a:pPr>
              <a:defRPr sz="1725" b="0">
                <a:solidFill>
                  <a:srgbClr val="6C655F"/>
                </a:solidFill>
              </a:defRPr>
            </a:pPr>
            <a:r>
              <a:rPr sz="1725" b="0">
                <a:solidFill>
                  <a:srgbClr val="6C655F"/>
                </a:solidFill>
              </a:rPr>
              <a:t>Gold data supports analytics and a separate agent snapshot path</a:t>
            </a:r>
          </a:p>
        </p:txBody>
      </p:sp>
      <p:sp>
        <p:nvSpPr>
          <p:cNvPr id="8" name="">
            <a:extLst xmlns:a="http://schemas.openxmlformats.org/drawingml/2006/main">
              <a:ext uri="{FF2B5EF4-FFF2-40B4-BE49-F238E27FC236}">
                <a16:creationId xmlns:a16="http://schemas.microsoft.com/office/drawing/2014/main" id="{1685DE10-5BF8-4327-8ACF-A8C2F7819EE0}"/>
              </a:ext>
            </a:extLst>
          </p:cNvPr>
          <p:cNvSpPr>
            <a:spLocks xmlns:a="http://schemas.openxmlformats.org/drawingml/2006/main" noGrp="1"/>
          </p:cNvSpPr>
          <p:nvPr/>
        </p:nvSpPr>
        <p:spPr>
          <a:xfrm xmlns:a="http://schemas.openxmlformats.org/drawingml/2006/main">
            <a:off x="762000" y="2286000"/>
            <a:ext cx="2381250" cy="1476375"/>
          </a:xfrm>
          <a:prstGeom xmlns:a="http://schemas.openxmlformats.org/drawingml/2006/main" prst="roundRect">
            <a:avLst>
              <a:gd name="adj" fmla="val 5161"/>
            </a:avLst>
          </a:prstGeom>
          <a:solidFill xmlns:a="http://schemas.openxmlformats.org/drawingml/2006/main">
            <a:srgbClr val="FFFFFF"/>
          </a:solidFill>
          <a:ln xmlns:a="http://schemas.openxmlformats.org/drawingml/2006/main" w="9525">
            <a:solidFill>
              <a:srgbClr val="D9D3CC"/>
            </a:solidFill>
            <a:prstDash val="solid"/>
          </a:ln>
        </p:spPr>
      </p:sp>
      <p:sp>
        <p:nvSpPr>
          <p:cNvPr id="9" name="">
            <a:extLst xmlns:a="http://schemas.openxmlformats.org/drawingml/2006/main">
              <a:ext uri="{FF2B5EF4-FFF2-40B4-BE49-F238E27FC236}">
                <a16:creationId xmlns:a16="http://schemas.microsoft.com/office/drawing/2014/main" id="{15F2FE72-F107-493D-9E35-E5B3DE048671}"/>
              </a:ext>
            </a:extLst>
          </p:cNvPr>
          <p:cNvSpPr>
            <a:spLocks xmlns:a="http://schemas.openxmlformats.org/drawingml/2006/main" noGrp="1"/>
          </p:cNvSpPr>
          <p:nvPr/>
        </p:nvSpPr>
        <p:spPr>
          <a:xfrm xmlns:a="http://schemas.openxmlformats.org/drawingml/2006/main">
            <a:off x="762000" y="2400300"/>
            <a:ext cx="38100" cy="1247775"/>
          </a:xfrm>
          <a:prstGeom xmlns:a="http://schemas.openxmlformats.org/drawingml/2006/main" prst="rect">
            <a:avLst/>
          </a:prstGeom>
          <a:solidFill xmlns:a="http://schemas.openxmlformats.org/drawingml/2006/main">
            <a:srgbClr val="C7463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06AD1DD-5F61-4882-9EF9-C70D162BCEC9}"/>
              </a:ext>
            </a:extLst>
          </p:cNvPr>
          <p:cNvSpPr>
            <a:spLocks xmlns:a="http://schemas.openxmlformats.org/drawingml/2006/main" noGrp="1"/>
          </p:cNvSpPr>
          <p:nvPr/>
        </p:nvSpPr>
        <p:spPr>
          <a:xfrm xmlns:a="http://schemas.openxmlformats.org/drawingml/2006/main">
            <a:off x="933450" y="2428875"/>
            <a:ext cx="2038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312D2A"/>
                </a:solidFill>
              </a:defRPr>
            </a:defPPr>
            <a:lvl1pPr>
              <a:defRPr sz="1800" b="1">
                <a:solidFill>
                  <a:srgbClr val="312D2A"/>
                </a:solidFill>
              </a:defRPr>
            </a:lvl1pPr>
            <a:lvl2pPr>
              <a:defRPr sz="1800" b="1">
                <a:solidFill>
                  <a:srgbClr val="312D2A"/>
                </a:solidFill>
              </a:defRPr>
            </a:lvl2pPr>
            <a:lvl3pPr>
              <a:defRPr sz="1800" b="1">
                <a:solidFill>
                  <a:srgbClr val="312D2A"/>
                </a:solidFill>
              </a:defRPr>
            </a:lvl3pPr>
            <a:lvl4pPr>
              <a:defRPr sz="1800" b="1">
                <a:solidFill>
                  <a:srgbClr val="312D2A"/>
                </a:solidFill>
              </a:defRPr>
            </a:lvl4pPr>
            <a:lvl5pPr>
              <a:defRPr sz="1800" b="1">
                <a:solidFill>
                  <a:srgbClr val="312D2A"/>
                </a:solidFill>
              </a:defRPr>
            </a:lvl5pPr>
            <a:lvl6pPr>
              <a:defRPr sz="1800" b="1">
                <a:solidFill>
                  <a:srgbClr val="312D2A"/>
                </a:solidFill>
              </a:defRPr>
            </a:lvl6pPr>
            <a:lvl7pPr>
              <a:defRPr sz="1800" b="1">
                <a:solidFill>
                  <a:srgbClr val="312D2A"/>
                </a:solidFill>
              </a:defRPr>
            </a:lvl7pPr>
            <a:lvl8pPr>
              <a:defRPr sz="1800" b="1">
                <a:solidFill>
                  <a:srgbClr val="312D2A"/>
                </a:solidFill>
              </a:defRPr>
            </a:lvl8pPr>
            <a:lvl9pPr>
              <a:defRPr sz="1800" b="1">
                <a:solidFill>
                  <a:srgbClr val="312D2A"/>
                </a:solidFill>
              </a:defRPr>
            </a:lvl9pPr>
          </a:lstStyle>
          <a:p xmlns:a="http://schemas.openxmlformats.org/drawingml/2006/main">
            <a:pPr>
              <a:defRPr sz="1800" b="1">
                <a:solidFill>
                  <a:srgbClr val="312D2A"/>
                </a:solidFill>
              </a:defRPr>
            </a:pPr>
            <a:r>
              <a:rPr sz="1800" b="1">
                <a:solidFill>
                  <a:srgbClr val="312D2A"/>
                </a:solidFill>
              </a:rPr>
              <a:t>Spark medallion</a:t>
            </a:r>
          </a:p>
        </p:txBody>
      </p:sp>
      <p:sp>
        <p:nvSpPr>
          <p:cNvPr id="11" name="">
            <a:extLst xmlns:a="http://schemas.openxmlformats.org/drawingml/2006/main">
              <a:ext uri="{FF2B5EF4-FFF2-40B4-BE49-F238E27FC236}">
                <a16:creationId xmlns:a16="http://schemas.microsoft.com/office/drawing/2014/main" id="{58F4635B-F09D-4D4A-96AB-52C7DC0C7B75}"/>
              </a:ext>
            </a:extLst>
          </p:cNvPr>
          <p:cNvSpPr>
            <a:spLocks xmlns:a="http://schemas.openxmlformats.org/drawingml/2006/main" noGrp="1"/>
          </p:cNvSpPr>
          <p:nvPr/>
        </p:nvSpPr>
        <p:spPr>
          <a:xfrm xmlns:a="http://schemas.openxmlformats.org/drawingml/2006/main">
            <a:off x="933450" y="2828925"/>
            <a:ext cx="20383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6C655F"/>
                </a:solidFill>
              </a:defRPr>
            </a:defPPr>
            <a:lvl1pPr>
              <a:defRPr sz="1575" b="0">
                <a:solidFill>
                  <a:srgbClr val="6C655F"/>
                </a:solidFill>
              </a:defRPr>
            </a:lvl1pPr>
            <a:lvl2pPr>
              <a:defRPr sz="1575" b="0">
                <a:solidFill>
                  <a:srgbClr val="6C655F"/>
                </a:solidFill>
              </a:defRPr>
            </a:lvl2pPr>
            <a:lvl3pPr>
              <a:defRPr sz="1575" b="0">
                <a:solidFill>
                  <a:srgbClr val="6C655F"/>
                </a:solidFill>
              </a:defRPr>
            </a:lvl3pPr>
            <a:lvl4pPr>
              <a:defRPr sz="1575" b="0">
                <a:solidFill>
                  <a:srgbClr val="6C655F"/>
                </a:solidFill>
              </a:defRPr>
            </a:lvl4pPr>
            <a:lvl5pPr>
              <a:defRPr sz="1575" b="0">
                <a:solidFill>
                  <a:srgbClr val="6C655F"/>
                </a:solidFill>
              </a:defRPr>
            </a:lvl5pPr>
            <a:lvl6pPr>
              <a:defRPr sz="1575" b="0">
                <a:solidFill>
                  <a:srgbClr val="6C655F"/>
                </a:solidFill>
              </a:defRPr>
            </a:lvl6pPr>
            <a:lvl7pPr>
              <a:defRPr sz="1575" b="0">
                <a:solidFill>
                  <a:srgbClr val="6C655F"/>
                </a:solidFill>
              </a:defRPr>
            </a:lvl7pPr>
            <a:lvl8pPr>
              <a:defRPr sz="1575" b="0">
                <a:solidFill>
                  <a:srgbClr val="6C655F"/>
                </a:solidFill>
              </a:defRPr>
            </a:lvl8pPr>
            <a:lvl9pPr>
              <a:defRPr sz="1575" b="0">
                <a:solidFill>
                  <a:srgbClr val="6C655F"/>
                </a:solidFill>
              </a:defRPr>
            </a:lvl9pPr>
          </a:lstStyle>
          <a:p xmlns:a="http://schemas.openxmlformats.org/drawingml/2006/main">
            <a:pPr>
              <a:defRPr sz="1575" b="0">
                <a:solidFill>
                  <a:srgbClr val="6C655F"/>
                </a:solidFill>
              </a:defRPr>
            </a:pPr>
            <a:r>
              <a:rPr sz="1575" b="0">
                <a:solidFill>
                  <a:srgbClr val="6C655F"/>
                </a:solidFill>
              </a:rPr>
              <a:t>Bronze → Silver → Gold</a:t>
            </a:r>
          </a:p>
          <a:p xmlns:a="http://schemas.openxmlformats.org/drawingml/2006/main">
            <a:pPr>
              <a:defRPr sz="1575" b="0">
                <a:solidFill>
                  <a:srgbClr val="6C655F"/>
                </a:solidFill>
              </a:defRPr>
            </a:pPr>
            <a:r>
              <a:rPr sz="1575" b="0">
                <a:solidFill>
                  <a:srgbClr val="6C655F"/>
                </a:solidFill>
              </a:rPr>
              <a:t>Delta tables</a:t>
            </a:r>
          </a:p>
        </p:txBody>
      </p:sp>
      <p:sp>
        <p:nvSpPr>
          <p:cNvPr id="12" name="">
            <a:extLst xmlns:a="http://schemas.openxmlformats.org/drawingml/2006/main">
              <a:ext uri="{FF2B5EF4-FFF2-40B4-BE49-F238E27FC236}">
                <a16:creationId xmlns:a16="http://schemas.microsoft.com/office/drawing/2014/main" id="{60D8A90A-7DC9-43F3-ABD6-4E6EB8ABE1D7}"/>
              </a:ext>
            </a:extLst>
          </p:cNvPr>
          <p:cNvSpPr>
            <a:spLocks xmlns:a="http://schemas.openxmlformats.org/drawingml/2006/main" noGrp="1"/>
          </p:cNvSpPr>
          <p:nvPr/>
        </p:nvSpPr>
        <p:spPr>
          <a:xfrm xmlns:a="http://schemas.openxmlformats.org/drawingml/2006/main">
            <a:off x="4286250" y="1952625"/>
            <a:ext cx="2857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D3CC"/>
            </a:solidFill>
            <a:prstDash val="solid"/>
          </a:ln>
        </p:spPr>
      </p:sp>
      <p:sp>
        <p:nvSpPr>
          <p:cNvPr id="13" name="">
            <a:extLst xmlns:a="http://schemas.openxmlformats.org/drawingml/2006/main">
              <a:ext uri="{FF2B5EF4-FFF2-40B4-BE49-F238E27FC236}">
                <a16:creationId xmlns:a16="http://schemas.microsoft.com/office/drawing/2014/main" id="{3840F270-FE5A-44B0-998B-CB260C69684C}"/>
              </a:ext>
            </a:extLst>
          </p:cNvPr>
          <p:cNvSpPr>
            <a:spLocks xmlns:a="http://schemas.openxmlformats.org/drawingml/2006/main" noGrp="1"/>
          </p:cNvSpPr>
          <p:nvPr/>
        </p:nvSpPr>
        <p:spPr>
          <a:xfrm xmlns:a="http://schemas.openxmlformats.org/drawingml/2006/main">
            <a:off x="4286250" y="2066925"/>
            <a:ext cx="38100" cy="1009650"/>
          </a:xfrm>
          <a:prstGeom xmlns:a="http://schemas.openxmlformats.org/drawingml/2006/main" prst="rect">
            <a:avLst/>
          </a:prstGeom>
          <a:solidFill xmlns:a="http://schemas.openxmlformats.org/drawingml/2006/main">
            <a:srgbClr val="537D6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8F3EB78-9F59-4CF3-B5A7-DFC255873569}"/>
              </a:ext>
            </a:extLst>
          </p:cNvPr>
          <p:cNvSpPr>
            <a:spLocks xmlns:a="http://schemas.openxmlformats.org/drawingml/2006/main" noGrp="1"/>
          </p:cNvSpPr>
          <p:nvPr/>
        </p:nvSpPr>
        <p:spPr>
          <a:xfrm xmlns:a="http://schemas.openxmlformats.org/drawingml/2006/main">
            <a:off x="4457700" y="20955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312D2A"/>
                </a:solidFill>
              </a:defRPr>
            </a:defPPr>
            <a:lvl1pPr>
              <a:defRPr sz="1725" b="1">
                <a:solidFill>
                  <a:srgbClr val="312D2A"/>
                </a:solidFill>
              </a:defRPr>
            </a:lvl1pPr>
            <a:lvl2pPr>
              <a:defRPr sz="1725" b="1">
                <a:solidFill>
                  <a:srgbClr val="312D2A"/>
                </a:solidFill>
              </a:defRPr>
            </a:lvl2pPr>
            <a:lvl3pPr>
              <a:defRPr sz="1725" b="1">
                <a:solidFill>
                  <a:srgbClr val="312D2A"/>
                </a:solidFill>
              </a:defRPr>
            </a:lvl3pPr>
            <a:lvl4pPr>
              <a:defRPr sz="1725" b="1">
                <a:solidFill>
                  <a:srgbClr val="312D2A"/>
                </a:solidFill>
              </a:defRPr>
            </a:lvl4pPr>
            <a:lvl5pPr>
              <a:defRPr sz="1725" b="1">
                <a:solidFill>
                  <a:srgbClr val="312D2A"/>
                </a:solidFill>
              </a:defRPr>
            </a:lvl5pPr>
            <a:lvl6pPr>
              <a:defRPr sz="1725" b="1">
                <a:solidFill>
                  <a:srgbClr val="312D2A"/>
                </a:solidFill>
              </a:defRPr>
            </a:lvl6pPr>
            <a:lvl7pPr>
              <a:defRPr sz="1725" b="1">
                <a:solidFill>
                  <a:srgbClr val="312D2A"/>
                </a:solidFill>
              </a:defRPr>
            </a:lvl7pPr>
            <a:lvl8pPr>
              <a:defRPr sz="1725" b="1">
                <a:solidFill>
                  <a:srgbClr val="312D2A"/>
                </a:solidFill>
              </a:defRPr>
            </a:lvl8pPr>
            <a:lvl9pPr>
              <a:defRPr sz="1725" b="1">
                <a:solidFill>
                  <a:srgbClr val="312D2A"/>
                </a:solidFill>
              </a:defRPr>
            </a:lvl9pPr>
          </a:lstStyle>
          <a:p xmlns:a="http://schemas.openxmlformats.org/drawingml/2006/main">
            <a:pPr>
              <a:defRPr sz="1725" b="1">
                <a:solidFill>
                  <a:srgbClr val="312D2A"/>
                </a:solidFill>
              </a:defRPr>
            </a:pPr>
            <a:r>
              <a:rPr sz="1725" b="1">
                <a:solidFill>
                  <a:srgbClr val="312D2A"/>
                </a:solidFill>
              </a:rPr>
              <a:t>AILH publication</a:t>
            </a:r>
          </a:p>
        </p:txBody>
      </p:sp>
      <p:sp>
        <p:nvSpPr>
          <p:cNvPr id="15" name="">
            <a:extLst xmlns:a="http://schemas.openxmlformats.org/drawingml/2006/main">
              <a:ext uri="{FF2B5EF4-FFF2-40B4-BE49-F238E27FC236}">
                <a16:creationId xmlns:a16="http://schemas.microsoft.com/office/drawing/2014/main" id="{BB56B06C-56FA-4A5A-95B8-A14BC46023E0}"/>
              </a:ext>
            </a:extLst>
          </p:cNvPr>
          <p:cNvSpPr>
            <a:spLocks xmlns:a="http://schemas.openxmlformats.org/drawingml/2006/main" noGrp="1"/>
          </p:cNvSpPr>
          <p:nvPr/>
        </p:nvSpPr>
        <p:spPr>
          <a:xfrm xmlns:a="http://schemas.openxmlformats.org/drawingml/2006/main">
            <a:off x="4457700" y="2495550"/>
            <a:ext cx="2514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Two native Oracle Gold tables</a:t>
            </a:r>
          </a:p>
          <a:p xmlns:a="http://schemas.openxmlformats.org/drawingml/2006/main">
            <a:pPr>
              <a:defRPr sz="1425" b="0">
                <a:solidFill>
                  <a:srgbClr val="6C655F"/>
                </a:solidFill>
              </a:defRPr>
            </a:pPr>
            <a:r>
              <a:rPr sz="1425" b="0">
                <a:solidFill>
                  <a:srgbClr val="6C655F"/>
                </a:solidFill>
              </a:rPr>
              <a:t>Schema + full-row verification</a:t>
            </a:r>
          </a:p>
        </p:txBody>
      </p:sp>
      <p:sp>
        <p:nvSpPr>
          <p:cNvPr id="16" name="">
            <a:extLst xmlns:a="http://schemas.openxmlformats.org/drawingml/2006/main">
              <a:ext uri="{FF2B5EF4-FFF2-40B4-BE49-F238E27FC236}">
                <a16:creationId xmlns:a16="http://schemas.microsoft.com/office/drawing/2014/main" id="{D2508C6D-C8B8-46B8-BD9D-BD2FAA7AF122}"/>
              </a:ext>
            </a:extLst>
          </p:cNvPr>
          <p:cNvSpPr>
            <a:spLocks xmlns:a="http://schemas.openxmlformats.org/drawingml/2006/main" noGrp="1"/>
          </p:cNvSpPr>
          <p:nvPr/>
        </p:nvSpPr>
        <p:spPr>
          <a:xfrm xmlns:a="http://schemas.openxmlformats.org/drawingml/2006/main">
            <a:off x="8382000" y="1952625"/>
            <a:ext cx="30480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D3CC"/>
            </a:solidFill>
            <a:prstDash val="solid"/>
          </a:ln>
        </p:spPr>
      </p:sp>
      <p:sp>
        <p:nvSpPr>
          <p:cNvPr id="17" name="">
            <a:extLst xmlns:a="http://schemas.openxmlformats.org/drawingml/2006/main">
              <a:ext uri="{FF2B5EF4-FFF2-40B4-BE49-F238E27FC236}">
                <a16:creationId xmlns:a16="http://schemas.microsoft.com/office/drawing/2014/main" id="{21B0EA38-711C-43D7-8EB4-630FCB8E43B2}"/>
              </a:ext>
            </a:extLst>
          </p:cNvPr>
          <p:cNvSpPr>
            <a:spLocks xmlns:a="http://schemas.openxmlformats.org/drawingml/2006/main" noGrp="1"/>
          </p:cNvSpPr>
          <p:nvPr/>
        </p:nvSpPr>
        <p:spPr>
          <a:xfrm xmlns:a="http://schemas.openxmlformats.org/drawingml/2006/main">
            <a:off x="8382000" y="2066925"/>
            <a:ext cx="38100" cy="1009650"/>
          </a:xfrm>
          <a:prstGeom xmlns:a="http://schemas.openxmlformats.org/drawingml/2006/main" prst="rect">
            <a:avLst/>
          </a:prstGeom>
          <a:solidFill xmlns:a="http://schemas.openxmlformats.org/drawingml/2006/main">
            <a:srgbClr val="537D6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A67F923-86C4-47B3-B422-B0E0A4D256A5}"/>
              </a:ext>
            </a:extLst>
          </p:cNvPr>
          <p:cNvSpPr>
            <a:spLocks xmlns:a="http://schemas.openxmlformats.org/drawingml/2006/main" noGrp="1"/>
          </p:cNvSpPr>
          <p:nvPr/>
        </p:nvSpPr>
        <p:spPr>
          <a:xfrm xmlns:a="http://schemas.openxmlformats.org/drawingml/2006/main">
            <a:off x="8553450" y="20955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312D2A"/>
                </a:solidFill>
              </a:defRPr>
            </a:defPPr>
            <a:lvl1pPr>
              <a:defRPr sz="1725" b="1">
                <a:solidFill>
                  <a:srgbClr val="312D2A"/>
                </a:solidFill>
              </a:defRPr>
            </a:lvl1pPr>
            <a:lvl2pPr>
              <a:defRPr sz="1725" b="1">
                <a:solidFill>
                  <a:srgbClr val="312D2A"/>
                </a:solidFill>
              </a:defRPr>
            </a:lvl2pPr>
            <a:lvl3pPr>
              <a:defRPr sz="1725" b="1">
                <a:solidFill>
                  <a:srgbClr val="312D2A"/>
                </a:solidFill>
              </a:defRPr>
            </a:lvl3pPr>
            <a:lvl4pPr>
              <a:defRPr sz="1725" b="1">
                <a:solidFill>
                  <a:srgbClr val="312D2A"/>
                </a:solidFill>
              </a:defRPr>
            </a:lvl4pPr>
            <a:lvl5pPr>
              <a:defRPr sz="1725" b="1">
                <a:solidFill>
                  <a:srgbClr val="312D2A"/>
                </a:solidFill>
              </a:defRPr>
            </a:lvl5pPr>
            <a:lvl6pPr>
              <a:defRPr sz="1725" b="1">
                <a:solidFill>
                  <a:srgbClr val="312D2A"/>
                </a:solidFill>
              </a:defRPr>
            </a:lvl6pPr>
            <a:lvl7pPr>
              <a:defRPr sz="1725" b="1">
                <a:solidFill>
                  <a:srgbClr val="312D2A"/>
                </a:solidFill>
              </a:defRPr>
            </a:lvl7pPr>
            <a:lvl8pPr>
              <a:defRPr sz="1725" b="1">
                <a:solidFill>
                  <a:srgbClr val="312D2A"/>
                </a:solidFill>
              </a:defRPr>
            </a:lvl8pPr>
            <a:lvl9pPr>
              <a:defRPr sz="1725" b="1">
                <a:solidFill>
                  <a:srgbClr val="312D2A"/>
                </a:solidFill>
              </a:defRPr>
            </a:lvl9pPr>
          </a:lstStyle>
          <a:p xmlns:a="http://schemas.openxmlformats.org/drawingml/2006/main">
            <a:pPr>
              <a:defRPr sz="1725" b="1">
                <a:solidFill>
                  <a:srgbClr val="312D2A"/>
                </a:solidFill>
              </a:defRPr>
            </a:pPr>
            <a:r>
              <a:rPr sz="1725" b="1">
                <a:solidFill>
                  <a:srgbClr val="312D2A"/>
                </a:solidFill>
              </a:rPr>
              <a:t>Oracle Analytics Cloud</a:t>
            </a:r>
          </a:p>
        </p:txBody>
      </p:sp>
      <p:sp>
        <p:nvSpPr>
          <p:cNvPr id="19" name="">
            <a:extLst xmlns:a="http://schemas.openxmlformats.org/drawingml/2006/main">
              <a:ext uri="{FF2B5EF4-FFF2-40B4-BE49-F238E27FC236}">
                <a16:creationId xmlns:a16="http://schemas.microsoft.com/office/drawing/2014/main" id="{9220E037-9A2D-4553-BDCB-94A2A3137E0C}"/>
              </a:ext>
            </a:extLst>
          </p:cNvPr>
          <p:cNvSpPr>
            <a:spLocks xmlns:a="http://schemas.openxmlformats.org/drawingml/2006/main" noGrp="1"/>
          </p:cNvSpPr>
          <p:nvPr/>
        </p:nvSpPr>
        <p:spPr>
          <a:xfrm xmlns:a="http://schemas.openxmlformats.org/drawingml/2006/main">
            <a:off x="8553450" y="2495550"/>
            <a:ext cx="2705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6C655F"/>
                </a:solidFill>
              </a:defRPr>
            </a:defPPr>
            <a:lvl1pPr>
              <a:defRPr sz="1500" b="0">
                <a:solidFill>
                  <a:srgbClr val="6C655F"/>
                </a:solidFill>
              </a:defRPr>
            </a:lvl1pPr>
            <a:lvl2pPr>
              <a:defRPr sz="1500" b="0">
                <a:solidFill>
                  <a:srgbClr val="6C655F"/>
                </a:solidFill>
              </a:defRPr>
            </a:lvl2pPr>
            <a:lvl3pPr>
              <a:defRPr sz="1500" b="0">
                <a:solidFill>
                  <a:srgbClr val="6C655F"/>
                </a:solidFill>
              </a:defRPr>
            </a:lvl3pPr>
            <a:lvl4pPr>
              <a:defRPr sz="1500" b="0">
                <a:solidFill>
                  <a:srgbClr val="6C655F"/>
                </a:solidFill>
              </a:defRPr>
            </a:lvl4pPr>
            <a:lvl5pPr>
              <a:defRPr sz="1500" b="0">
                <a:solidFill>
                  <a:srgbClr val="6C655F"/>
                </a:solidFill>
              </a:defRPr>
            </a:lvl5pPr>
            <a:lvl6pPr>
              <a:defRPr sz="1500" b="0">
                <a:solidFill>
                  <a:srgbClr val="6C655F"/>
                </a:solidFill>
              </a:defRPr>
            </a:lvl6pPr>
            <a:lvl7pPr>
              <a:defRPr sz="1500" b="0">
                <a:solidFill>
                  <a:srgbClr val="6C655F"/>
                </a:solidFill>
              </a:defRPr>
            </a:lvl7pPr>
            <a:lvl8pPr>
              <a:defRPr sz="1500" b="0">
                <a:solidFill>
                  <a:srgbClr val="6C655F"/>
                </a:solidFill>
              </a:defRPr>
            </a:lvl8pPr>
            <a:lvl9pPr>
              <a:defRPr sz="1500" b="0">
                <a:solidFill>
                  <a:srgbClr val="6C655F"/>
                </a:solidFill>
              </a:defRPr>
            </a:lvl9pPr>
          </a:lstStyle>
          <a:p xmlns:a="http://schemas.openxmlformats.org/drawingml/2006/main">
            <a:pPr>
              <a:defRPr sz="1500" b="0">
                <a:solidFill>
                  <a:srgbClr val="6C655F"/>
                </a:solidFill>
              </a:defRPr>
            </a:pPr>
            <a:r>
              <a:rPr sz="1500" b="0">
                <a:solidFill>
                  <a:srgbClr val="6C655F"/>
                </a:solidFill>
              </a:rPr>
              <a:t>Portfolio • trends • queue</a:t>
            </a:r>
          </a:p>
          <a:p xmlns:a="http://schemas.openxmlformats.org/drawingml/2006/main">
            <a:pPr>
              <a:defRPr sz="1500" b="0">
                <a:solidFill>
                  <a:srgbClr val="6C655F"/>
                </a:solidFill>
              </a:defRPr>
            </a:pPr>
            <a:r>
              <a:rPr sz="1500" b="0">
                <a:solidFill>
                  <a:srgbClr val="6C655F"/>
                </a:solidFill>
              </a:rPr>
              <a:t>Six executive canvases</a:t>
            </a:r>
          </a:p>
        </p:txBody>
      </p:sp>
      <p:sp>
        <p:nvSpPr>
          <p:cNvPr id="20" name="">
            <a:extLst xmlns:a="http://schemas.openxmlformats.org/drawingml/2006/main">
              <a:ext uri="{FF2B5EF4-FFF2-40B4-BE49-F238E27FC236}">
                <a16:creationId xmlns:a16="http://schemas.microsoft.com/office/drawing/2014/main" id="{86308C45-0A15-47E8-B25F-B937FD76656C}"/>
              </a:ext>
            </a:extLst>
          </p:cNvPr>
          <p:cNvSpPr>
            <a:spLocks xmlns:a="http://schemas.openxmlformats.org/drawingml/2006/main" noGrp="1"/>
          </p:cNvSpPr>
          <p:nvPr/>
        </p:nvSpPr>
        <p:spPr>
          <a:xfrm xmlns:a="http://schemas.openxmlformats.org/drawingml/2006/main">
            <a:off x="4286250" y="3857625"/>
            <a:ext cx="2857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D3CC"/>
            </a:solidFill>
            <a:prstDash val="solid"/>
          </a:ln>
        </p:spPr>
      </p:sp>
      <p:sp>
        <p:nvSpPr>
          <p:cNvPr id="21" name="">
            <a:extLst xmlns:a="http://schemas.openxmlformats.org/drawingml/2006/main">
              <a:ext uri="{FF2B5EF4-FFF2-40B4-BE49-F238E27FC236}">
                <a16:creationId xmlns:a16="http://schemas.microsoft.com/office/drawing/2014/main" id="{70A2906A-84CB-4939-8751-6AD2F8543339}"/>
              </a:ext>
            </a:extLst>
          </p:cNvPr>
          <p:cNvSpPr>
            <a:spLocks xmlns:a="http://schemas.openxmlformats.org/drawingml/2006/main" noGrp="1"/>
          </p:cNvSpPr>
          <p:nvPr/>
        </p:nvSpPr>
        <p:spPr>
          <a:xfrm xmlns:a="http://schemas.openxmlformats.org/drawingml/2006/main">
            <a:off x="4286250" y="3971925"/>
            <a:ext cx="38100" cy="1009650"/>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4EEE9A5-05EC-40DE-96B8-26F15292DB09}"/>
              </a:ext>
            </a:extLst>
          </p:cNvPr>
          <p:cNvSpPr>
            <a:spLocks xmlns:a="http://schemas.openxmlformats.org/drawingml/2006/main" noGrp="1"/>
          </p:cNvSpPr>
          <p:nvPr/>
        </p:nvSpPr>
        <p:spPr>
          <a:xfrm xmlns:a="http://schemas.openxmlformats.org/drawingml/2006/main">
            <a:off x="4457700" y="40005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312D2A"/>
                </a:solidFill>
              </a:defRPr>
            </a:defPPr>
            <a:lvl1pPr>
              <a:defRPr sz="1725" b="1">
                <a:solidFill>
                  <a:srgbClr val="312D2A"/>
                </a:solidFill>
              </a:defRPr>
            </a:lvl1pPr>
            <a:lvl2pPr>
              <a:defRPr sz="1725" b="1">
                <a:solidFill>
                  <a:srgbClr val="312D2A"/>
                </a:solidFill>
              </a:defRPr>
            </a:lvl2pPr>
            <a:lvl3pPr>
              <a:defRPr sz="1725" b="1">
                <a:solidFill>
                  <a:srgbClr val="312D2A"/>
                </a:solidFill>
              </a:defRPr>
            </a:lvl3pPr>
            <a:lvl4pPr>
              <a:defRPr sz="1725" b="1">
                <a:solidFill>
                  <a:srgbClr val="312D2A"/>
                </a:solidFill>
              </a:defRPr>
            </a:lvl4pPr>
            <a:lvl5pPr>
              <a:defRPr sz="1725" b="1">
                <a:solidFill>
                  <a:srgbClr val="312D2A"/>
                </a:solidFill>
              </a:defRPr>
            </a:lvl5pPr>
            <a:lvl6pPr>
              <a:defRPr sz="1725" b="1">
                <a:solidFill>
                  <a:srgbClr val="312D2A"/>
                </a:solidFill>
              </a:defRPr>
            </a:lvl6pPr>
            <a:lvl7pPr>
              <a:defRPr sz="1725" b="1">
                <a:solidFill>
                  <a:srgbClr val="312D2A"/>
                </a:solidFill>
              </a:defRPr>
            </a:lvl7pPr>
            <a:lvl8pPr>
              <a:defRPr sz="1725" b="1">
                <a:solidFill>
                  <a:srgbClr val="312D2A"/>
                </a:solidFill>
              </a:defRPr>
            </a:lvl8pPr>
            <a:lvl9pPr>
              <a:defRPr sz="1725" b="1">
                <a:solidFill>
                  <a:srgbClr val="312D2A"/>
                </a:solidFill>
              </a:defRPr>
            </a:lvl9pPr>
          </a:lstStyle>
          <a:p xmlns:a="http://schemas.openxmlformats.org/drawingml/2006/main">
            <a:pPr>
              <a:defRPr sz="1725" b="1">
                <a:solidFill>
                  <a:srgbClr val="312D2A"/>
                </a:solidFill>
              </a:defRPr>
            </a:pPr>
            <a:r>
              <a:rPr sz="1725" b="1">
                <a:solidFill>
                  <a:srgbClr val="312D2A"/>
                </a:solidFill>
              </a:rPr>
              <a:t>Agent SQL snapshots</a:t>
            </a:r>
          </a:p>
        </p:txBody>
      </p:sp>
      <p:sp>
        <p:nvSpPr>
          <p:cNvPr id="23" name="">
            <a:extLst xmlns:a="http://schemas.openxmlformats.org/drawingml/2006/main">
              <a:ext uri="{FF2B5EF4-FFF2-40B4-BE49-F238E27FC236}">
                <a16:creationId xmlns:a16="http://schemas.microsoft.com/office/drawing/2014/main" id="{F5D53A67-C820-4C92-849D-97F119DA2059}"/>
              </a:ext>
            </a:extLst>
          </p:cNvPr>
          <p:cNvSpPr>
            <a:spLocks xmlns:a="http://schemas.openxmlformats.org/drawingml/2006/main" noGrp="1"/>
          </p:cNvSpPr>
          <p:nvPr/>
        </p:nvSpPr>
        <p:spPr>
          <a:xfrm xmlns:a="http://schemas.openxmlformats.org/drawingml/2006/main">
            <a:off x="4457700" y="4400550"/>
            <a:ext cx="2514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finance.agent_demo_fs</a:t>
            </a:r>
          </a:p>
          <a:p xmlns:a="http://schemas.openxmlformats.org/drawingml/2006/main">
            <a:pPr>
              <a:defRPr sz="1425" b="0">
                <a:solidFill>
                  <a:srgbClr val="6C655F"/>
                </a:solidFill>
              </a:defRPr>
            </a:pPr>
            <a:r>
              <a:rPr sz="1425" b="0">
                <a:solidFill>
                  <a:srgbClr val="6C655F"/>
                </a:solidFill>
              </a:rPr>
              <a:t>Seven parameterized tools</a:t>
            </a:r>
          </a:p>
        </p:txBody>
      </p:sp>
      <p:sp>
        <p:nvSpPr>
          <p:cNvPr id="24" name="">
            <a:extLst xmlns:a="http://schemas.openxmlformats.org/drawingml/2006/main">
              <a:ext uri="{FF2B5EF4-FFF2-40B4-BE49-F238E27FC236}">
                <a16:creationId xmlns:a16="http://schemas.microsoft.com/office/drawing/2014/main" id="{764E078E-3754-46E6-8736-EC043B1B62B1}"/>
              </a:ext>
            </a:extLst>
          </p:cNvPr>
          <p:cNvSpPr>
            <a:spLocks xmlns:a="http://schemas.openxmlformats.org/drawingml/2006/main" noGrp="1"/>
          </p:cNvSpPr>
          <p:nvPr/>
        </p:nvSpPr>
        <p:spPr>
          <a:xfrm xmlns:a="http://schemas.openxmlformats.org/drawingml/2006/main">
            <a:off x="8382000" y="3857625"/>
            <a:ext cx="30480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D3CC"/>
            </a:solidFill>
            <a:prstDash val="solid"/>
          </a:ln>
        </p:spPr>
      </p:sp>
      <p:sp>
        <p:nvSpPr>
          <p:cNvPr id="25" name="">
            <a:extLst xmlns:a="http://schemas.openxmlformats.org/drawingml/2006/main">
              <a:ext uri="{FF2B5EF4-FFF2-40B4-BE49-F238E27FC236}">
                <a16:creationId xmlns:a16="http://schemas.microsoft.com/office/drawing/2014/main" id="{5C10E235-D28E-47D6-A780-9AC98A34936C}"/>
              </a:ext>
            </a:extLst>
          </p:cNvPr>
          <p:cNvSpPr>
            <a:spLocks xmlns:a="http://schemas.openxmlformats.org/drawingml/2006/main" noGrp="1"/>
          </p:cNvSpPr>
          <p:nvPr/>
        </p:nvSpPr>
        <p:spPr>
          <a:xfrm xmlns:a="http://schemas.openxmlformats.org/drawingml/2006/main">
            <a:off x="8382000" y="3971925"/>
            <a:ext cx="38100" cy="1009650"/>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3206ABB-C8F6-42A8-BA34-9D7E482F2DD2}"/>
              </a:ext>
            </a:extLst>
          </p:cNvPr>
          <p:cNvSpPr>
            <a:spLocks xmlns:a="http://schemas.openxmlformats.org/drawingml/2006/main" noGrp="1"/>
          </p:cNvSpPr>
          <p:nvPr/>
        </p:nvSpPr>
        <p:spPr>
          <a:xfrm xmlns:a="http://schemas.openxmlformats.org/drawingml/2006/main">
            <a:off x="8553450" y="40005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312D2A"/>
                </a:solidFill>
              </a:defRPr>
            </a:defPPr>
            <a:lvl1pPr>
              <a:defRPr sz="1725" b="1">
                <a:solidFill>
                  <a:srgbClr val="312D2A"/>
                </a:solidFill>
              </a:defRPr>
            </a:lvl1pPr>
            <a:lvl2pPr>
              <a:defRPr sz="1725" b="1">
                <a:solidFill>
                  <a:srgbClr val="312D2A"/>
                </a:solidFill>
              </a:defRPr>
            </a:lvl2pPr>
            <a:lvl3pPr>
              <a:defRPr sz="1725" b="1">
                <a:solidFill>
                  <a:srgbClr val="312D2A"/>
                </a:solidFill>
              </a:defRPr>
            </a:lvl3pPr>
            <a:lvl4pPr>
              <a:defRPr sz="1725" b="1">
                <a:solidFill>
                  <a:srgbClr val="312D2A"/>
                </a:solidFill>
              </a:defRPr>
            </a:lvl4pPr>
            <a:lvl5pPr>
              <a:defRPr sz="1725" b="1">
                <a:solidFill>
                  <a:srgbClr val="312D2A"/>
                </a:solidFill>
              </a:defRPr>
            </a:lvl5pPr>
            <a:lvl6pPr>
              <a:defRPr sz="1725" b="1">
                <a:solidFill>
                  <a:srgbClr val="312D2A"/>
                </a:solidFill>
              </a:defRPr>
            </a:lvl6pPr>
            <a:lvl7pPr>
              <a:defRPr sz="1725" b="1">
                <a:solidFill>
                  <a:srgbClr val="312D2A"/>
                </a:solidFill>
              </a:defRPr>
            </a:lvl7pPr>
            <a:lvl8pPr>
              <a:defRPr sz="1725" b="1">
                <a:solidFill>
                  <a:srgbClr val="312D2A"/>
                </a:solidFill>
              </a:defRPr>
            </a:lvl8pPr>
            <a:lvl9pPr>
              <a:defRPr sz="1725" b="1">
                <a:solidFill>
                  <a:srgbClr val="312D2A"/>
                </a:solidFill>
              </a:defRPr>
            </a:lvl9pPr>
          </a:lstStyle>
          <a:p xmlns:a="http://schemas.openxmlformats.org/drawingml/2006/main">
            <a:pPr>
              <a:defRPr sz="1725" b="1">
                <a:solidFill>
                  <a:srgbClr val="312D2A"/>
                </a:solidFill>
              </a:defRPr>
            </a:pPr>
            <a:r>
              <a:rPr sz="1725" b="1">
                <a:solidFill>
                  <a:srgbClr val="312D2A"/>
                </a:solidFill>
              </a:rPr>
              <a:t>Investigation Copilot</a:t>
            </a:r>
          </a:p>
        </p:txBody>
      </p:sp>
      <p:sp>
        <p:nvSpPr>
          <p:cNvPr id="27" name="">
            <a:extLst xmlns:a="http://schemas.openxmlformats.org/drawingml/2006/main">
              <a:ext uri="{FF2B5EF4-FFF2-40B4-BE49-F238E27FC236}">
                <a16:creationId xmlns:a16="http://schemas.microsoft.com/office/drawing/2014/main" id="{98DDB4F5-E6B1-4826-9E8A-59C245054711}"/>
              </a:ext>
            </a:extLst>
          </p:cNvPr>
          <p:cNvSpPr>
            <a:spLocks xmlns:a="http://schemas.openxmlformats.org/drawingml/2006/main" noGrp="1"/>
          </p:cNvSpPr>
          <p:nvPr/>
        </p:nvSpPr>
        <p:spPr>
          <a:xfrm xmlns:a="http://schemas.openxmlformats.org/drawingml/2006/main">
            <a:off x="8553450" y="4400550"/>
            <a:ext cx="2705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6C655F"/>
                </a:solidFill>
              </a:defRPr>
            </a:defPPr>
            <a:lvl1pPr>
              <a:defRPr sz="1500" b="0">
                <a:solidFill>
                  <a:srgbClr val="6C655F"/>
                </a:solidFill>
              </a:defRPr>
            </a:lvl1pPr>
            <a:lvl2pPr>
              <a:defRPr sz="1500" b="0">
                <a:solidFill>
                  <a:srgbClr val="6C655F"/>
                </a:solidFill>
              </a:defRPr>
            </a:lvl2pPr>
            <a:lvl3pPr>
              <a:defRPr sz="1500" b="0">
                <a:solidFill>
                  <a:srgbClr val="6C655F"/>
                </a:solidFill>
              </a:defRPr>
            </a:lvl3pPr>
            <a:lvl4pPr>
              <a:defRPr sz="1500" b="0">
                <a:solidFill>
                  <a:srgbClr val="6C655F"/>
                </a:solidFill>
              </a:defRPr>
            </a:lvl4pPr>
            <a:lvl5pPr>
              <a:defRPr sz="1500" b="0">
                <a:solidFill>
                  <a:srgbClr val="6C655F"/>
                </a:solidFill>
              </a:defRPr>
            </a:lvl5pPr>
            <a:lvl6pPr>
              <a:defRPr sz="1500" b="0">
                <a:solidFill>
                  <a:srgbClr val="6C655F"/>
                </a:solidFill>
              </a:defRPr>
            </a:lvl6pPr>
            <a:lvl7pPr>
              <a:defRPr sz="1500" b="0">
                <a:solidFill>
                  <a:srgbClr val="6C655F"/>
                </a:solidFill>
              </a:defRPr>
            </a:lvl7pPr>
            <a:lvl8pPr>
              <a:defRPr sz="1500" b="0">
                <a:solidFill>
                  <a:srgbClr val="6C655F"/>
                </a:solidFill>
              </a:defRPr>
            </a:lvl8pPr>
            <a:lvl9pPr>
              <a:defRPr sz="1500" b="0">
                <a:solidFill>
                  <a:srgbClr val="6C655F"/>
                </a:solidFill>
              </a:defRPr>
            </a:lvl9pPr>
          </a:lstStyle>
          <a:p xmlns:a="http://schemas.openxmlformats.org/drawingml/2006/main">
            <a:pPr>
              <a:defRPr sz="1500" b="0">
                <a:solidFill>
                  <a:srgbClr val="6C655F"/>
                </a:solidFill>
              </a:defRPr>
            </a:pPr>
            <a:r>
              <a:rPr sz="1500" b="0">
                <a:solidFill>
                  <a:srgbClr val="6C655F"/>
                </a:solidFill>
              </a:rPr>
              <a:t>Structured facts + policy</a:t>
            </a:r>
          </a:p>
          <a:p xmlns:a="http://schemas.openxmlformats.org/drawingml/2006/main">
            <a:pPr>
              <a:defRPr sz="1500" b="0">
                <a:solidFill>
                  <a:srgbClr val="6C655F"/>
                </a:solidFill>
              </a:defRPr>
            </a:pPr>
            <a:r>
              <a:rPr sz="1500" b="0">
                <a:solidFill>
                  <a:srgbClr val="6C655F"/>
                </a:solidFill>
              </a:rPr>
              <a:t>Agent Hub or Streamlit</a:t>
            </a:r>
          </a:p>
        </p:txBody>
      </p:sp>
      <p:sp>
        <p:nvSpPr>
          <p:cNvPr id="28" name="">
            <a:extLst xmlns:a="http://schemas.openxmlformats.org/drawingml/2006/main">
              <a:ext uri="{FF2B5EF4-FFF2-40B4-BE49-F238E27FC236}">
                <a16:creationId xmlns:a16="http://schemas.microsoft.com/office/drawing/2014/main" id="{178CE27F-679C-4BA1-B8F1-4AE0658186E6}"/>
              </a:ext>
            </a:extLst>
          </p:cNvPr>
          <p:cNvSpPr>
            <a:spLocks xmlns:a="http://schemas.openxmlformats.org/drawingml/2006/main" noGrp="1"/>
          </p:cNvSpPr>
          <p:nvPr/>
        </p:nvSpPr>
        <p:spPr>
          <a:xfrm xmlns:a="http://schemas.openxmlformats.org/drawingml/2006/main">
            <a:off x="4286250" y="5419725"/>
            <a:ext cx="28575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9525">
            <a:solidFill>
              <a:srgbClr val="D9D3CC"/>
            </a:solidFill>
            <a:prstDash val="solid"/>
          </a:ln>
        </p:spPr>
      </p:sp>
      <p:sp>
        <p:nvSpPr>
          <p:cNvPr id="29" name="">
            <a:extLst xmlns:a="http://schemas.openxmlformats.org/drawingml/2006/main">
              <a:ext uri="{FF2B5EF4-FFF2-40B4-BE49-F238E27FC236}">
                <a16:creationId xmlns:a16="http://schemas.microsoft.com/office/drawing/2014/main" id="{DC8B766E-A3EA-4FC1-ACBC-D04BDAEFAB18}"/>
              </a:ext>
            </a:extLst>
          </p:cNvPr>
          <p:cNvSpPr>
            <a:spLocks xmlns:a="http://schemas.openxmlformats.org/drawingml/2006/main" noGrp="1"/>
          </p:cNvSpPr>
          <p:nvPr/>
        </p:nvSpPr>
        <p:spPr>
          <a:xfrm xmlns:a="http://schemas.openxmlformats.org/drawingml/2006/main">
            <a:off x="4286250" y="5534025"/>
            <a:ext cx="38100" cy="581025"/>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ADC4BABC-1DC1-4AB1-BF32-18BEABD89619}"/>
              </a:ext>
            </a:extLst>
          </p:cNvPr>
          <p:cNvSpPr>
            <a:spLocks xmlns:a="http://schemas.openxmlformats.org/drawingml/2006/main" noGrp="1"/>
          </p:cNvSpPr>
          <p:nvPr/>
        </p:nvSpPr>
        <p:spPr>
          <a:xfrm xmlns:a="http://schemas.openxmlformats.org/drawingml/2006/main">
            <a:off x="4457700" y="55626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312D2A"/>
                </a:solidFill>
              </a:defRPr>
            </a:defPPr>
            <a:lvl1pPr>
              <a:defRPr sz="1500" b="1">
                <a:solidFill>
                  <a:srgbClr val="312D2A"/>
                </a:solidFill>
              </a:defRPr>
            </a:lvl1pPr>
            <a:lvl2pPr>
              <a:defRPr sz="1500" b="1">
                <a:solidFill>
                  <a:srgbClr val="312D2A"/>
                </a:solidFill>
              </a:defRPr>
            </a:lvl2pPr>
            <a:lvl3pPr>
              <a:defRPr sz="1500" b="1">
                <a:solidFill>
                  <a:srgbClr val="312D2A"/>
                </a:solidFill>
              </a:defRPr>
            </a:lvl3pPr>
            <a:lvl4pPr>
              <a:defRPr sz="1500" b="1">
                <a:solidFill>
                  <a:srgbClr val="312D2A"/>
                </a:solidFill>
              </a:defRPr>
            </a:lvl4pPr>
            <a:lvl5pPr>
              <a:defRPr sz="1500" b="1">
                <a:solidFill>
                  <a:srgbClr val="312D2A"/>
                </a:solidFill>
              </a:defRPr>
            </a:lvl5pPr>
            <a:lvl6pPr>
              <a:defRPr sz="1500" b="1">
                <a:solidFill>
                  <a:srgbClr val="312D2A"/>
                </a:solidFill>
              </a:defRPr>
            </a:lvl6pPr>
            <a:lvl7pPr>
              <a:defRPr sz="1500" b="1">
                <a:solidFill>
                  <a:srgbClr val="312D2A"/>
                </a:solidFill>
              </a:defRPr>
            </a:lvl7pPr>
            <a:lvl8pPr>
              <a:defRPr sz="1500" b="1">
                <a:solidFill>
                  <a:srgbClr val="312D2A"/>
                </a:solidFill>
              </a:defRPr>
            </a:lvl8pPr>
            <a:lvl9pPr>
              <a:defRPr sz="1500" b="1">
                <a:solidFill>
                  <a:srgbClr val="312D2A"/>
                </a:solidFill>
              </a:defRPr>
            </a:lvl9pPr>
          </a:lstStyle>
          <a:p xmlns:a="http://schemas.openxmlformats.org/drawingml/2006/main">
            <a:pPr>
              <a:defRPr sz="1500" b="1">
                <a:solidFill>
                  <a:srgbClr val="312D2A"/>
                </a:solidFill>
              </a:defRPr>
            </a:pPr>
            <a:r>
              <a:rPr sz="1500" b="1">
                <a:solidFill>
                  <a:srgbClr val="312D2A"/>
                </a:solidFill>
              </a:rPr>
              <a:t>Policy knowledge base</a:t>
            </a:r>
          </a:p>
        </p:txBody>
      </p:sp>
      <p:sp>
        <p:nvSpPr>
          <p:cNvPr id="31" name="">
            <a:extLst xmlns:a="http://schemas.openxmlformats.org/drawingml/2006/main">
              <a:ext uri="{FF2B5EF4-FFF2-40B4-BE49-F238E27FC236}">
                <a16:creationId xmlns:a16="http://schemas.microsoft.com/office/drawing/2014/main" id="{184AC23F-2187-4597-8A78-66EA1D3D6E16}"/>
              </a:ext>
            </a:extLst>
          </p:cNvPr>
          <p:cNvSpPr>
            <a:spLocks xmlns:a="http://schemas.openxmlformats.org/drawingml/2006/main" noGrp="1"/>
          </p:cNvSpPr>
          <p:nvPr/>
        </p:nvSpPr>
        <p:spPr>
          <a:xfrm xmlns:a="http://schemas.openxmlformats.org/drawingml/2006/main">
            <a:off x="4457700" y="59626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6C655F"/>
                </a:solidFill>
              </a:defRPr>
            </a:defPPr>
            <a:lvl1pPr>
              <a:defRPr sz="1350" b="0">
                <a:solidFill>
                  <a:srgbClr val="6C655F"/>
                </a:solidFill>
              </a:defRPr>
            </a:lvl1pPr>
            <a:lvl2pPr>
              <a:defRPr sz="1350" b="0">
                <a:solidFill>
                  <a:srgbClr val="6C655F"/>
                </a:solidFill>
              </a:defRPr>
            </a:lvl2pPr>
            <a:lvl3pPr>
              <a:defRPr sz="1350" b="0">
                <a:solidFill>
                  <a:srgbClr val="6C655F"/>
                </a:solidFill>
              </a:defRPr>
            </a:lvl3pPr>
            <a:lvl4pPr>
              <a:defRPr sz="1350" b="0">
                <a:solidFill>
                  <a:srgbClr val="6C655F"/>
                </a:solidFill>
              </a:defRPr>
            </a:lvl4pPr>
            <a:lvl5pPr>
              <a:defRPr sz="1350" b="0">
                <a:solidFill>
                  <a:srgbClr val="6C655F"/>
                </a:solidFill>
              </a:defRPr>
            </a:lvl5pPr>
            <a:lvl6pPr>
              <a:defRPr sz="1350" b="0">
                <a:solidFill>
                  <a:srgbClr val="6C655F"/>
                </a:solidFill>
              </a:defRPr>
            </a:lvl6pPr>
            <a:lvl7pPr>
              <a:defRPr sz="1350" b="0">
                <a:solidFill>
                  <a:srgbClr val="6C655F"/>
                </a:solidFill>
              </a:defRPr>
            </a:lvl7pPr>
            <a:lvl8pPr>
              <a:defRPr sz="1350" b="0">
                <a:solidFill>
                  <a:srgbClr val="6C655F"/>
                </a:solidFill>
              </a:defRPr>
            </a:lvl8pPr>
            <a:lvl9pPr>
              <a:defRPr sz="1350" b="0">
                <a:solidFill>
                  <a:srgbClr val="6C655F"/>
                </a:solidFill>
              </a:defRPr>
            </a:lvl9pPr>
          </a:lstStyle>
          <a:p xmlns:a="http://schemas.openxmlformats.org/drawingml/2006/main">
            <a:r>
              <a:t/>
            </a:r>
          </a:p>
        </p:txBody>
      </p:sp>
      <p:sp>
        <p:nvSpPr>
          <p:cNvPr id="32" name="">
            <a:extLst xmlns:a="http://schemas.openxmlformats.org/drawingml/2006/main">
              <a:ext uri="{FF2B5EF4-FFF2-40B4-BE49-F238E27FC236}">
                <a16:creationId xmlns:a16="http://schemas.microsoft.com/office/drawing/2014/main" id="{F4AE0466-656A-4DB4-8BF0-0B07E046866E}"/>
              </a:ext>
            </a:extLst>
          </p:cNvPr>
          <p:cNvSpPr>
            <a:spLocks xmlns:a="http://schemas.openxmlformats.org/drawingml/2006/main" noGrp="1"/>
          </p:cNvSpPr>
          <p:nvPr/>
        </p:nvSpPr>
        <p:spPr>
          <a:xfrm xmlns:a="http://schemas.openxmlformats.org/drawingml/2006/main">
            <a:off x="4486275" y="5953125"/>
            <a:ext cx="2571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C655F"/>
                </a:solidFill>
              </a:defRPr>
            </a:defPPr>
            <a:lvl1pPr>
              <a:defRPr sz="1275" b="0">
                <a:solidFill>
                  <a:srgbClr val="6C655F"/>
                </a:solidFill>
              </a:defRPr>
            </a:lvl1pPr>
            <a:lvl2pPr>
              <a:defRPr sz="1275" b="0">
                <a:solidFill>
                  <a:srgbClr val="6C655F"/>
                </a:solidFill>
              </a:defRPr>
            </a:lvl2pPr>
            <a:lvl3pPr>
              <a:defRPr sz="1275" b="0">
                <a:solidFill>
                  <a:srgbClr val="6C655F"/>
                </a:solidFill>
              </a:defRPr>
            </a:lvl3pPr>
            <a:lvl4pPr>
              <a:defRPr sz="1275" b="0">
                <a:solidFill>
                  <a:srgbClr val="6C655F"/>
                </a:solidFill>
              </a:defRPr>
            </a:lvl4pPr>
            <a:lvl5pPr>
              <a:defRPr sz="1275" b="0">
                <a:solidFill>
                  <a:srgbClr val="6C655F"/>
                </a:solidFill>
              </a:defRPr>
            </a:lvl5pPr>
            <a:lvl6pPr>
              <a:defRPr sz="1275" b="0">
                <a:solidFill>
                  <a:srgbClr val="6C655F"/>
                </a:solidFill>
              </a:defRPr>
            </a:lvl6pPr>
            <a:lvl7pPr>
              <a:defRPr sz="1275" b="0">
                <a:solidFill>
                  <a:srgbClr val="6C655F"/>
                </a:solidFill>
              </a:defRPr>
            </a:lvl7pPr>
            <a:lvl8pPr>
              <a:defRPr sz="1275" b="0">
                <a:solidFill>
                  <a:srgbClr val="6C655F"/>
                </a:solidFill>
              </a:defRPr>
            </a:lvl8pPr>
            <a:lvl9pPr>
              <a:defRPr sz="1275" b="0">
                <a:solidFill>
                  <a:srgbClr val="6C655F"/>
                </a:solidFill>
              </a:defRPr>
            </a:lvl9pPr>
          </a:lstStyle>
          <a:p xmlns:a="http://schemas.openxmlformats.org/drawingml/2006/main">
            <a:pPr>
              <a:defRPr sz="1275" b="0">
                <a:solidFill>
                  <a:srgbClr val="6C655F"/>
                </a:solidFill>
              </a:defRPr>
            </a:pPr>
            <a:r>
              <a:rPr sz="1275" b="0">
                <a:solidFill>
                  <a:srgbClr val="6C655F"/>
                </a:solidFill>
              </a:rPr>
              <a:t>Eight fictional documents</a:t>
            </a:r>
          </a:p>
        </p:txBody>
      </p:sp>
      <p:sp>
        <p:nvSpPr>
          <p:cNvPr id="33" name="">
            <a:extLst xmlns:a="http://schemas.openxmlformats.org/drawingml/2006/main">
              <a:ext uri="{FF2B5EF4-FFF2-40B4-BE49-F238E27FC236}">
                <a16:creationId xmlns:a16="http://schemas.microsoft.com/office/drawing/2014/main" id="{CA8B9F54-F731-4135-8B27-0C873B251435}"/>
              </a:ext>
            </a:extLst>
          </p:cNvPr>
          <p:cNvSpPr>
            <a:spLocks xmlns:a="http://schemas.openxmlformats.org/drawingml/2006/main" noGrp="1"/>
          </p:cNvSpPr>
          <p:nvPr/>
        </p:nvSpPr>
        <p:spPr>
          <a:xfrm xmlns:a="http://schemas.openxmlformats.org/drawingml/2006/main">
            <a:off x="762000" y="4619625"/>
            <a:ext cx="23812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D3CC"/>
            </a:solidFill>
            <a:prstDash val="solid"/>
          </a:ln>
        </p:spPr>
      </p:sp>
      <p:sp>
        <p:nvSpPr>
          <p:cNvPr id="34" name="">
            <a:extLst xmlns:a="http://schemas.openxmlformats.org/drawingml/2006/main">
              <a:ext uri="{FF2B5EF4-FFF2-40B4-BE49-F238E27FC236}">
                <a16:creationId xmlns:a16="http://schemas.microsoft.com/office/drawing/2014/main" id="{B8D74C14-B944-409E-8E10-01BFB2FF6F03}"/>
              </a:ext>
            </a:extLst>
          </p:cNvPr>
          <p:cNvSpPr>
            <a:spLocks xmlns:a="http://schemas.openxmlformats.org/drawingml/2006/main" noGrp="1"/>
          </p:cNvSpPr>
          <p:nvPr/>
        </p:nvSpPr>
        <p:spPr>
          <a:xfrm xmlns:a="http://schemas.openxmlformats.org/drawingml/2006/main">
            <a:off x="762000" y="4733925"/>
            <a:ext cx="38100" cy="1009650"/>
          </a:xfrm>
          <a:prstGeom xmlns:a="http://schemas.openxmlformats.org/drawingml/2006/main" prst="rect">
            <a:avLst/>
          </a:prstGeom>
          <a:solidFill xmlns:a="http://schemas.openxmlformats.org/drawingml/2006/main">
            <a:srgbClr val="C74634"/>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16D7809-DFD6-4E82-8CAF-1A99B7E64215}"/>
              </a:ext>
            </a:extLst>
          </p:cNvPr>
          <p:cNvSpPr>
            <a:spLocks xmlns:a="http://schemas.openxmlformats.org/drawingml/2006/main" noGrp="1"/>
          </p:cNvSpPr>
          <p:nvPr/>
        </p:nvSpPr>
        <p:spPr>
          <a:xfrm xmlns:a="http://schemas.openxmlformats.org/drawingml/2006/main">
            <a:off x="933450" y="4762500"/>
            <a:ext cx="2038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312D2A"/>
                </a:solidFill>
              </a:defRPr>
            </a:defPPr>
            <a:lvl1pPr>
              <a:defRPr sz="1650" b="1">
                <a:solidFill>
                  <a:srgbClr val="312D2A"/>
                </a:solidFill>
              </a:defRPr>
            </a:lvl1pPr>
            <a:lvl2pPr>
              <a:defRPr sz="1650" b="1">
                <a:solidFill>
                  <a:srgbClr val="312D2A"/>
                </a:solidFill>
              </a:defRPr>
            </a:lvl2pPr>
            <a:lvl3pPr>
              <a:defRPr sz="1650" b="1">
                <a:solidFill>
                  <a:srgbClr val="312D2A"/>
                </a:solidFill>
              </a:defRPr>
            </a:lvl3pPr>
            <a:lvl4pPr>
              <a:defRPr sz="1650" b="1">
                <a:solidFill>
                  <a:srgbClr val="312D2A"/>
                </a:solidFill>
              </a:defRPr>
            </a:lvl4pPr>
            <a:lvl5pPr>
              <a:defRPr sz="1650" b="1">
                <a:solidFill>
                  <a:srgbClr val="312D2A"/>
                </a:solidFill>
              </a:defRPr>
            </a:lvl5pPr>
            <a:lvl6pPr>
              <a:defRPr sz="1650" b="1">
                <a:solidFill>
                  <a:srgbClr val="312D2A"/>
                </a:solidFill>
              </a:defRPr>
            </a:lvl6pPr>
            <a:lvl7pPr>
              <a:defRPr sz="1650" b="1">
                <a:solidFill>
                  <a:srgbClr val="312D2A"/>
                </a:solidFill>
              </a:defRPr>
            </a:lvl7pPr>
            <a:lvl8pPr>
              <a:defRPr sz="1650" b="1">
                <a:solidFill>
                  <a:srgbClr val="312D2A"/>
                </a:solidFill>
              </a:defRPr>
            </a:lvl8pPr>
            <a:lvl9pPr>
              <a:defRPr sz="1650" b="1">
                <a:solidFill>
                  <a:srgbClr val="312D2A"/>
                </a:solidFill>
              </a:defRPr>
            </a:lvl9pPr>
          </a:lstStyle>
          <a:p xmlns:a="http://schemas.openxmlformats.org/drawingml/2006/main">
            <a:pPr>
              <a:defRPr sz="1650" b="1">
                <a:solidFill>
                  <a:srgbClr val="312D2A"/>
                </a:solidFill>
              </a:defRPr>
            </a:pPr>
            <a:r>
              <a:rPr sz="1650" b="1">
                <a:solidFill>
                  <a:srgbClr val="312D2A"/>
                </a:solidFill>
              </a:rPr>
              <a:t>Separate ML pipeline</a:t>
            </a:r>
          </a:p>
        </p:txBody>
      </p:sp>
      <p:sp>
        <p:nvSpPr>
          <p:cNvPr id="36" name="">
            <a:extLst xmlns:a="http://schemas.openxmlformats.org/drawingml/2006/main">
              <a:ext uri="{FF2B5EF4-FFF2-40B4-BE49-F238E27FC236}">
                <a16:creationId xmlns:a16="http://schemas.microsoft.com/office/drawing/2014/main" id="{0B80B11A-C0FF-41C8-8096-B63D0B01180E}"/>
              </a:ext>
            </a:extLst>
          </p:cNvPr>
          <p:cNvSpPr>
            <a:spLocks xmlns:a="http://schemas.openxmlformats.org/drawingml/2006/main" noGrp="1"/>
          </p:cNvSpPr>
          <p:nvPr/>
        </p:nvSpPr>
        <p:spPr>
          <a:xfrm xmlns:a="http://schemas.openxmlformats.org/drawingml/2006/main">
            <a:off x="933450" y="5162550"/>
            <a:ext cx="2038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Fit and evaluate</a:t>
            </a:r>
          </a:p>
          <a:p xmlns:a="http://schemas.openxmlformats.org/drawingml/2006/main">
            <a:pPr>
              <a:defRPr sz="1425" b="0">
                <a:solidFill>
                  <a:srgbClr val="6C655F"/>
                </a:solidFill>
              </a:defRPr>
            </a:pPr>
            <a:r>
              <a:rPr sz="1425" b="0">
                <a:solidFill>
                  <a:srgbClr val="6C655F"/>
                </a:solidFill>
              </a:rPr>
              <a:t>Rule-derived labels</a:t>
            </a:r>
          </a:p>
        </p:txBody>
      </p:sp>
    </p:spTree>
    <p:extLst>
      <p:ext uri="{BB962C8B-B14F-4D97-AF65-F5344CB8AC3E}">
        <p14:creationId xmlns:p14="http://schemas.microsoft.com/office/powerpoint/2010/main" val="435621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DF6726-091C-4EE0-A7C9-1AF993CA6F9F}"/>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Curate data at the grain each decision needs</a:t>
            </a:r>
          </a:p>
        </p:txBody>
      </p:sp>
      <p:sp>
        <p:nvSpPr>
          <p:cNvPr id="3" name="Text Placeholder 2">
            <a:extLst xmlns:a="http://schemas.openxmlformats.org/drawingml/2006/main">
              <a:ext uri="{FF2B5EF4-FFF2-40B4-BE49-F238E27FC236}">
                <a16:creationId xmlns:a16="http://schemas.microsoft.com/office/drawing/2014/main" id="{78260353-6A38-471F-A530-2C7A70400CFB}"/>
              </a:ext>
            </a:extLst>
          </p:cNvPr>
          <p:cNvSpPr>
            <a:spLocks xmlns:a="http://schemas.openxmlformats.org/drawingml/2006/main" noGrp="1"/>
          </p:cNvSpPr>
          <p:nvPr>
            <p:ph type="body" idx="11"/>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Spark and Delta medallion processing</a:t>
            </a:r>
          </a:p>
        </p:txBody>
      </p:sp>
      <p:sp>
        <p:nvSpPr>
          <p:cNvPr id="7" name="TextBox 6">
            <a:extLst xmlns:a="http://schemas.openxmlformats.org/drawingml/2006/main">
              <a:ext uri="{FF2B5EF4-FFF2-40B4-BE49-F238E27FC236}">
                <a16:creationId xmlns:a16="http://schemas.microsoft.com/office/drawing/2014/main" id="{D62135ED-D016-4E1A-881B-5072B97452D2}"/>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8" name="TextBox 7">
            <a:extLst xmlns:a="http://schemas.openxmlformats.org/drawingml/2006/main">
              <a:ext uri="{FF2B5EF4-FFF2-40B4-BE49-F238E27FC236}">
                <a16:creationId xmlns:a16="http://schemas.microsoft.com/office/drawing/2014/main" id="{B4F96A15-517D-43E4-B86F-143FB129480D}"/>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4</a:t>
            </a:r>
          </a:p>
        </p:txBody>
      </p:sp>
      <p:sp>
        <p:nvSpPr>
          <p:cNvPr id="9" name="">
            <a:extLst xmlns:a="http://schemas.openxmlformats.org/drawingml/2006/main">
              <a:ext uri="{FF2B5EF4-FFF2-40B4-BE49-F238E27FC236}">
                <a16:creationId xmlns:a16="http://schemas.microsoft.com/office/drawing/2014/main" id="{F02ED1C8-F1DD-46D7-B905-34FE73B72BF6}"/>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8EE551E-1C34-4220-ABA3-E7802AC07CCF}"/>
              </a:ext>
            </a:extLst>
          </p:cNvPr>
          <p:cNvSpPr>
            <a:spLocks xmlns:a="http://schemas.openxmlformats.org/drawingml/2006/main" noGrp="1"/>
          </p:cNvSpPr>
          <p:nvPr/>
        </p:nvSpPr>
        <p:spPr>
          <a:xfrm xmlns:a="http://schemas.openxmlformats.org/drawingml/2006/main">
            <a:off x="762000" y="2076450"/>
            <a:ext cx="3286125" cy="2819400"/>
          </a:xfrm>
          <a:prstGeom xmlns:a="http://schemas.openxmlformats.org/drawingml/2006/main" prst="roundRect">
            <a:avLst>
              <a:gd name="adj" fmla="val 2703"/>
            </a:avLst>
          </a:prstGeom>
          <a:solidFill xmlns:a="http://schemas.openxmlformats.org/drawingml/2006/main">
            <a:srgbClr val="FFFFFF"/>
          </a:solidFill>
          <a:ln xmlns:a="http://schemas.openxmlformats.org/drawingml/2006/main" w="9525">
            <a:solidFill>
              <a:srgbClr val="D9D3CC"/>
            </a:solidFill>
            <a:prstDash val="solid"/>
          </a:ln>
        </p:spPr>
      </p:sp>
      <p:sp>
        <p:nvSpPr>
          <p:cNvPr id="11" name="">
            <a:extLst xmlns:a="http://schemas.openxmlformats.org/drawingml/2006/main">
              <a:ext uri="{FF2B5EF4-FFF2-40B4-BE49-F238E27FC236}">
                <a16:creationId xmlns:a16="http://schemas.microsoft.com/office/drawing/2014/main" id="{07F34712-6FF7-4C24-BBA9-9685C59B8CAD}"/>
              </a:ext>
            </a:extLst>
          </p:cNvPr>
          <p:cNvSpPr>
            <a:spLocks xmlns:a="http://schemas.openxmlformats.org/drawingml/2006/main" noGrp="1"/>
          </p:cNvSpPr>
          <p:nvPr/>
        </p:nvSpPr>
        <p:spPr>
          <a:xfrm xmlns:a="http://schemas.openxmlformats.org/drawingml/2006/main">
            <a:off x="762000" y="2190750"/>
            <a:ext cx="38100" cy="2590800"/>
          </a:xfrm>
          <a:prstGeom xmlns:a="http://schemas.openxmlformats.org/drawingml/2006/main" prst="rect">
            <a:avLst/>
          </a:prstGeom>
          <a:solidFill xmlns:a="http://schemas.openxmlformats.org/drawingml/2006/main">
            <a:srgbClr val="9A6C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0764D3-EAAB-4E29-A307-6A3B7FE619F2}"/>
              </a:ext>
            </a:extLst>
          </p:cNvPr>
          <p:cNvSpPr>
            <a:spLocks xmlns:a="http://schemas.openxmlformats.org/drawingml/2006/main" noGrp="1"/>
          </p:cNvSpPr>
          <p:nvPr/>
        </p:nvSpPr>
        <p:spPr>
          <a:xfrm xmlns:a="http://schemas.openxmlformats.org/drawingml/2006/main">
            <a:off x="933450" y="2219325"/>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025" b="1">
                <a:solidFill>
                  <a:srgbClr val="312D2A"/>
                </a:solidFill>
              </a:defRPr>
            </a:defPPr>
            <a:lvl1pPr>
              <a:defRPr sz="2025" b="1">
                <a:solidFill>
                  <a:srgbClr val="312D2A"/>
                </a:solidFill>
              </a:defRPr>
            </a:lvl1pPr>
            <a:lvl2pPr>
              <a:defRPr sz="2025" b="1">
                <a:solidFill>
                  <a:srgbClr val="312D2A"/>
                </a:solidFill>
              </a:defRPr>
            </a:lvl2pPr>
            <a:lvl3pPr>
              <a:defRPr sz="2025" b="1">
                <a:solidFill>
                  <a:srgbClr val="312D2A"/>
                </a:solidFill>
              </a:defRPr>
            </a:lvl3pPr>
            <a:lvl4pPr>
              <a:defRPr sz="2025" b="1">
                <a:solidFill>
                  <a:srgbClr val="312D2A"/>
                </a:solidFill>
              </a:defRPr>
            </a:lvl4pPr>
            <a:lvl5pPr>
              <a:defRPr sz="2025" b="1">
                <a:solidFill>
                  <a:srgbClr val="312D2A"/>
                </a:solidFill>
              </a:defRPr>
            </a:lvl5pPr>
            <a:lvl6pPr>
              <a:defRPr sz="2025" b="1">
                <a:solidFill>
                  <a:srgbClr val="312D2A"/>
                </a:solidFill>
              </a:defRPr>
            </a:lvl6pPr>
            <a:lvl7pPr>
              <a:defRPr sz="2025" b="1">
                <a:solidFill>
                  <a:srgbClr val="312D2A"/>
                </a:solidFill>
              </a:defRPr>
            </a:lvl7pPr>
            <a:lvl8pPr>
              <a:defRPr sz="2025" b="1">
                <a:solidFill>
                  <a:srgbClr val="312D2A"/>
                </a:solidFill>
              </a:defRPr>
            </a:lvl8pPr>
            <a:lvl9pPr>
              <a:defRPr sz="2025" b="1">
                <a:solidFill>
                  <a:srgbClr val="312D2A"/>
                </a:solidFill>
              </a:defRPr>
            </a:lvl9pPr>
          </a:lstStyle>
          <a:p xmlns:a="http://schemas.openxmlformats.org/drawingml/2006/main">
            <a:pPr>
              <a:defRPr sz="2025" b="1">
                <a:solidFill>
                  <a:srgbClr val="312D2A"/>
                </a:solidFill>
              </a:defRPr>
            </a:pPr>
            <a:r>
              <a:rPr sz="2025" b="1">
                <a:solidFill>
                  <a:srgbClr val="312D2A"/>
                </a:solidFill>
              </a:rPr>
              <a:t>BRONZE</a:t>
            </a:r>
          </a:p>
        </p:txBody>
      </p:sp>
      <p:sp>
        <p:nvSpPr>
          <p:cNvPr id="13" name="">
            <a:extLst xmlns:a="http://schemas.openxmlformats.org/drawingml/2006/main">
              <a:ext uri="{FF2B5EF4-FFF2-40B4-BE49-F238E27FC236}">
                <a16:creationId xmlns:a16="http://schemas.microsoft.com/office/drawing/2014/main" id="{900DFD16-548D-4B2C-A977-50217F916962}"/>
              </a:ext>
            </a:extLst>
          </p:cNvPr>
          <p:cNvSpPr>
            <a:spLocks xmlns:a="http://schemas.openxmlformats.org/drawingml/2006/main" noGrp="1"/>
          </p:cNvSpPr>
          <p:nvPr/>
        </p:nvSpPr>
        <p:spPr>
          <a:xfrm xmlns:a="http://schemas.openxmlformats.org/drawingml/2006/main">
            <a:off x="933450" y="2619375"/>
            <a:ext cx="2943225" cy="2200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Raw transaction records</a:t>
            </a:r>
          </a:p>
          <a:p xmlns:a="http://schemas.openxmlformats.org/drawingml/2006/main">
            <a:r>
              <a:t/>
            </a:r>
          </a:p>
          <a:p xmlns:a="http://schemas.openxmlformats.org/drawingml/2006/main">
            <a:pPr>
              <a:defRPr sz="1650" b="0">
                <a:solidFill>
                  <a:srgbClr val="6C655F"/>
                </a:solidFill>
              </a:defRPr>
            </a:pPr>
            <a:r>
              <a:rPr sz="1650" b="0">
                <a:solidFill>
                  <a:srgbClr val="6C655F"/>
                </a:solidFill>
              </a:rPr>
              <a:t>Account, time, amount and type</a:t>
            </a:r>
          </a:p>
          <a:p xmlns:a="http://schemas.openxmlformats.org/drawingml/2006/main">
            <a:r>
              <a:t/>
            </a:r>
          </a:p>
          <a:p xmlns:a="http://schemas.openxmlformats.org/drawingml/2006/main">
            <a:pPr>
              <a:defRPr sz="1650" b="0">
                <a:solidFill>
                  <a:srgbClr val="6C655F"/>
                </a:solidFill>
              </a:defRPr>
            </a:pPr>
            <a:r>
              <a:rPr sz="1650" b="0">
                <a:solidFill>
                  <a:srgbClr val="6C655F"/>
                </a:solidFill>
              </a:rPr>
              <a:t>Reference for transformation</a:t>
            </a:r>
          </a:p>
        </p:txBody>
      </p:sp>
      <p:sp>
        <p:nvSpPr>
          <p:cNvPr id="14" name="">
            <a:extLst xmlns:a="http://schemas.openxmlformats.org/drawingml/2006/main">
              <a:ext uri="{FF2B5EF4-FFF2-40B4-BE49-F238E27FC236}">
                <a16:creationId xmlns:a16="http://schemas.microsoft.com/office/drawing/2014/main" id="{76BC548D-5B67-4762-94EA-1E5A19D58B93}"/>
              </a:ext>
            </a:extLst>
          </p:cNvPr>
          <p:cNvSpPr>
            <a:spLocks xmlns:a="http://schemas.openxmlformats.org/drawingml/2006/main" noGrp="1"/>
          </p:cNvSpPr>
          <p:nvPr/>
        </p:nvSpPr>
        <p:spPr>
          <a:xfrm xmlns:a="http://schemas.openxmlformats.org/drawingml/2006/main">
            <a:off x="4457700" y="2076450"/>
            <a:ext cx="3286125" cy="2819400"/>
          </a:xfrm>
          <a:prstGeom xmlns:a="http://schemas.openxmlformats.org/drawingml/2006/main" prst="roundRect">
            <a:avLst>
              <a:gd name="adj" fmla="val 2703"/>
            </a:avLst>
          </a:prstGeom>
          <a:solidFill xmlns:a="http://schemas.openxmlformats.org/drawingml/2006/main">
            <a:srgbClr val="FFFFFF"/>
          </a:solidFill>
          <a:ln xmlns:a="http://schemas.openxmlformats.org/drawingml/2006/main" w="9525">
            <a:solidFill>
              <a:srgbClr val="D9D3CC"/>
            </a:solidFill>
            <a:prstDash val="solid"/>
          </a:ln>
        </p:spPr>
      </p:sp>
      <p:sp>
        <p:nvSpPr>
          <p:cNvPr id="15" name="">
            <a:extLst xmlns:a="http://schemas.openxmlformats.org/drawingml/2006/main">
              <a:ext uri="{FF2B5EF4-FFF2-40B4-BE49-F238E27FC236}">
                <a16:creationId xmlns:a16="http://schemas.microsoft.com/office/drawing/2014/main" id="{1F5D94C6-4A44-431E-9D71-9D19CCFA7C6C}"/>
              </a:ext>
            </a:extLst>
          </p:cNvPr>
          <p:cNvSpPr>
            <a:spLocks xmlns:a="http://schemas.openxmlformats.org/drawingml/2006/main" noGrp="1"/>
          </p:cNvSpPr>
          <p:nvPr/>
        </p:nvSpPr>
        <p:spPr>
          <a:xfrm xmlns:a="http://schemas.openxmlformats.org/drawingml/2006/main">
            <a:off x="4457700" y="2190750"/>
            <a:ext cx="38100" cy="2590800"/>
          </a:xfrm>
          <a:prstGeom xmlns:a="http://schemas.openxmlformats.org/drawingml/2006/main" prst="rect">
            <a:avLst/>
          </a:prstGeom>
          <a:solidFill xmlns:a="http://schemas.openxmlformats.org/drawingml/2006/main">
            <a:srgbClr val="748186"/>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7AA5D8D-779B-4467-8B4C-3B029949724C}"/>
              </a:ext>
            </a:extLst>
          </p:cNvPr>
          <p:cNvSpPr>
            <a:spLocks xmlns:a="http://schemas.openxmlformats.org/drawingml/2006/main" noGrp="1"/>
          </p:cNvSpPr>
          <p:nvPr/>
        </p:nvSpPr>
        <p:spPr>
          <a:xfrm xmlns:a="http://schemas.openxmlformats.org/drawingml/2006/main">
            <a:off x="4629150" y="2219325"/>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025" b="1">
                <a:solidFill>
                  <a:srgbClr val="312D2A"/>
                </a:solidFill>
              </a:defRPr>
            </a:defPPr>
            <a:lvl1pPr>
              <a:defRPr sz="2025" b="1">
                <a:solidFill>
                  <a:srgbClr val="312D2A"/>
                </a:solidFill>
              </a:defRPr>
            </a:lvl1pPr>
            <a:lvl2pPr>
              <a:defRPr sz="2025" b="1">
                <a:solidFill>
                  <a:srgbClr val="312D2A"/>
                </a:solidFill>
              </a:defRPr>
            </a:lvl2pPr>
            <a:lvl3pPr>
              <a:defRPr sz="2025" b="1">
                <a:solidFill>
                  <a:srgbClr val="312D2A"/>
                </a:solidFill>
              </a:defRPr>
            </a:lvl3pPr>
            <a:lvl4pPr>
              <a:defRPr sz="2025" b="1">
                <a:solidFill>
                  <a:srgbClr val="312D2A"/>
                </a:solidFill>
              </a:defRPr>
            </a:lvl4pPr>
            <a:lvl5pPr>
              <a:defRPr sz="2025" b="1">
                <a:solidFill>
                  <a:srgbClr val="312D2A"/>
                </a:solidFill>
              </a:defRPr>
            </a:lvl5pPr>
            <a:lvl6pPr>
              <a:defRPr sz="2025" b="1">
                <a:solidFill>
                  <a:srgbClr val="312D2A"/>
                </a:solidFill>
              </a:defRPr>
            </a:lvl6pPr>
            <a:lvl7pPr>
              <a:defRPr sz="2025" b="1">
                <a:solidFill>
                  <a:srgbClr val="312D2A"/>
                </a:solidFill>
              </a:defRPr>
            </a:lvl7pPr>
            <a:lvl8pPr>
              <a:defRPr sz="2025" b="1">
                <a:solidFill>
                  <a:srgbClr val="312D2A"/>
                </a:solidFill>
              </a:defRPr>
            </a:lvl8pPr>
            <a:lvl9pPr>
              <a:defRPr sz="2025" b="1">
                <a:solidFill>
                  <a:srgbClr val="312D2A"/>
                </a:solidFill>
              </a:defRPr>
            </a:lvl9pPr>
          </a:lstStyle>
          <a:p xmlns:a="http://schemas.openxmlformats.org/drawingml/2006/main">
            <a:pPr>
              <a:defRPr sz="2025" b="1">
                <a:solidFill>
                  <a:srgbClr val="312D2A"/>
                </a:solidFill>
              </a:defRPr>
            </a:pPr>
            <a:r>
              <a:rPr sz="2025" b="1">
                <a:solidFill>
                  <a:srgbClr val="312D2A"/>
                </a:solidFill>
              </a:rPr>
              <a:t>SILVER</a:t>
            </a:r>
          </a:p>
        </p:txBody>
      </p:sp>
      <p:sp>
        <p:nvSpPr>
          <p:cNvPr id="17" name="">
            <a:extLst xmlns:a="http://schemas.openxmlformats.org/drawingml/2006/main">
              <a:ext uri="{FF2B5EF4-FFF2-40B4-BE49-F238E27FC236}">
                <a16:creationId xmlns:a16="http://schemas.microsoft.com/office/drawing/2014/main" id="{DB74FF94-AC08-4302-B55E-AB5080B098ED}"/>
              </a:ext>
            </a:extLst>
          </p:cNvPr>
          <p:cNvSpPr>
            <a:spLocks xmlns:a="http://schemas.openxmlformats.org/drawingml/2006/main" noGrp="1"/>
          </p:cNvSpPr>
          <p:nvPr/>
        </p:nvSpPr>
        <p:spPr>
          <a:xfrm xmlns:a="http://schemas.openxmlformats.org/drawingml/2006/main">
            <a:off x="4629150" y="2619375"/>
            <a:ext cx="2943225" cy="2200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Required-field checks</a:t>
            </a:r>
          </a:p>
          <a:p xmlns:a="http://schemas.openxmlformats.org/drawingml/2006/main">
            <a:r>
              <a:t/>
            </a:r>
          </a:p>
          <a:p xmlns:a="http://schemas.openxmlformats.org/drawingml/2006/main">
            <a:pPr>
              <a:defRPr sz="1650" b="0">
                <a:solidFill>
                  <a:srgbClr val="6C655F"/>
                </a:solidFill>
              </a:defRPr>
            </a:pPr>
            <a:r>
              <a:rPr sz="1650" b="0">
                <a:solidFill>
                  <a:srgbClr val="6C655F"/>
                </a:solidFill>
              </a:rPr>
              <a:t>Time-derived features</a:t>
            </a:r>
          </a:p>
          <a:p xmlns:a="http://schemas.openxmlformats.org/drawingml/2006/main">
            <a:r>
              <a:t/>
            </a:r>
          </a:p>
          <a:p xmlns:a="http://schemas.openxmlformats.org/drawingml/2006/main">
            <a:pPr>
              <a:defRPr sz="1650" b="0">
                <a:solidFill>
                  <a:srgbClr val="6C655F"/>
                </a:solidFill>
              </a:defRPr>
            </a:pPr>
            <a:r>
              <a:rPr sz="1650" b="0">
                <a:solidFill>
                  <a:srgbClr val="6C655F"/>
                </a:solidFill>
              </a:rPr>
              <a:t>Consistent processing inputs</a:t>
            </a:r>
          </a:p>
        </p:txBody>
      </p:sp>
      <p:sp>
        <p:nvSpPr>
          <p:cNvPr id="18" name="">
            <a:extLst xmlns:a="http://schemas.openxmlformats.org/drawingml/2006/main">
              <a:ext uri="{FF2B5EF4-FFF2-40B4-BE49-F238E27FC236}">
                <a16:creationId xmlns:a16="http://schemas.microsoft.com/office/drawing/2014/main" id="{DF1F269A-FAA5-42C1-98CD-3428892A5878}"/>
              </a:ext>
            </a:extLst>
          </p:cNvPr>
          <p:cNvSpPr>
            <a:spLocks xmlns:a="http://schemas.openxmlformats.org/drawingml/2006/main" noGrp="1"/>
          </p:cNvSpPr>
          <p:nvPr/>
        </p:nvSpPr>
        <p:spPr>
          <a:xfrm xmlns:a="http://schemas.openxmlformats.org/drawingml/2006/main">
            <a:off x="8153400" y="2076450"/>
            <a:ext cx="3286125" cy="2819400"/>
          </a:xfrm>
          <a:prstGeom xmlns:a="http://schemas.openxmlformats.org/drawingml/2006/main" prst="roundRect">
            <a:avLst>
              <a:gd name="adj" fmla="val 2703"/>
            </a:avLst>
          </a:prstGeom>
          <a:solidFill xmlns:a="http://schemas.openxmlformats.org/drawingml/2006/main">
            <a:srgbClr val="FFFFFF"/>
          </a:solidFill>
          <a:ln xmlns:a="http://schemas.openxmlformats.org/drawingml/2006/main" w="9525">
            <a:solidFill>
              <a:srgbClr val="D9D3CC"/>
            </a:solidFill>
            <a:prstDash val="solid"/>
          </a:ln>
        </p:spPr>
      </p:sp>
      <p:sp>
        <p:nvSpPr>
          <p:cNvPr id="19" name="">
            <a:extLst xmlns:a="http://schemas.openxmlformats.org/drawingml/2006/main">
              <a:ext uri="{FF2B5EF4-FFF2-40B4-BE49-F238E27FC236}">
                <a16:creationId xmlns:a16="http://schemas.microsoft.com/office/drawing/2014/main" id="{54C2E422-472B-40DC-A495-2DAB6B2F9DC6}"/>
              </a:ext>
            </a:extLst>
          </p:cNvPr>
          <p:cNvSpPr>
            <a:spLocks xmlns:a="http://schemas.openxmlformats.org/drawingml/2006/main" noGrp="1"/>
          </p:cNvSpPr>
          <p:nvPr/>
        </p:nvSpPr>
        <p:spPr>
          <a:xfrm xmlns:a="http://schemas.openxmlformats.org/drawingml/2006/main">
            <a:off x="8153400" y="2190750"/>
            <a:ext cx="38100" cy="2590800"/>
          </a:xfrm>
          <a:prstGeom xmlns:a="http://schemas.openxmlformats.org/drawingml/2006/main" prst="rect">
            <a:avLst/>
          </a:prstGeom>
          <a:solidFill xmlns:a="http://schemas.openxmlformats.org/drawingml/2006/main">
            <a:srgbClr val="A1844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54D1185-CA5D-4DA5-9800-0685314A4748}"/>
              </a:ext>
            </a:extLst>
          </p:cNvPr>
          <p:cNvSpPr>
            <a:spLocks xmlns:a="http://schemas.openxmlformats.org/drawingml/2006/main" noGrp="1"/>
          </p:cNvSpPr>
          <p:nvPr/>
        </p:nvSpPr>
        <p:spPr>
          <a:xfrm xmlns:a="http://schemas.openxmlformats.org/drawingml/2006/main">
            <a:off x="8324850" y="2219325"/>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025" b="1">
                <a:solidFill>
                  <a:srgbClr val="312D2A"/>
                </a:solidFill>
              </a:defRPr>
            </a:defPPr>
            <a:lvl1pPr>
              <a:defRPr sz="2025" b="1">
                <a:solidFill>
                  <a:srgbClr val="312D2A"/>
                </a:solidFill>
              </a:defRPr>
            </a:lvl1pPr>
            <a:lvl2pPr>
              <a:defRPr sz="2025" b="1">
                <a:solidFill>
                  <a:srgbClr val="312D2A"/>
                </a:solidFill>
              </a:defRPr>
            </a:lvl2pPr>
            <a:lvl3pPr>
              <a:defRPr sz="2025" b="1">
                <a:solidFill>
                  <a:srgbClr val="312D2A"/>
                </a:solidFill>
              </a:defRPr>
            </a:lvl3pPr>
            <a:lvl4pPr>
              <a:defRPr sz="2025" b="1">
                <a:solidFill>
                  <a:srgbClr val="312D2A"/>
                </a:solidFill>
              </a:defRPr>
            </a:lvl4pPr>
            <a:lvl5pPr>
              <a:defRPr sz="2025" b="1">
                <a:solidFill>
                  <a:srgbClr val="312D2A"/>
                </a:solidFill>
              </a:defRPr>
            </a:lvl5pPr>
            <a:lvl6pPr>
              <a:defRPr sz="2025" b="1">
                <a:solidFill>
                  <a:srgbClr val="312D2A"/>
                </a:solidFill>
              </a:defRPr>
            </a:lvl6pPr>
            <a:lvl7pPr>
              <a:defRPr sz="2025" b="1">
                <a:solidFill>
                  <a:srgbClr val="312D2A"/>
                </a:solidFill>
              </a:defRPr>
            </a:lvl7pPr>
            <a:lvl8pPr>
              <a:defRPr sz="2025" b="1">
                <a:solidFill>
                  <a:srgbClr val="312D2A"/>
                </a:solidFill>
              </a:defRPr>
            </a:lvl8pPr>
            <a:lvl9pPr>
              <a:defRPr sz="2025" b="1">
                <a:solidFill>
                  <a:srgbClr val="312D2A"/>
                </a:solidFill>
              </a:defRPr>
            </a:lvl9pPr>
          </a:lstStyle>
          <a:p xmlns:a="http://schemas.openxmlformats.org/drawingml/2006/main">
            <a:pPr>
              <a:defRPr sz="2025" b="1">
                <a:solidFill>
                  <a:srgbClr val="312D2A"/>
                </a:solidFill>
              </a:defRPr>
            </a:pPr>
            <a:r>
              <a:rPr sz="2025" b="1">
                <a:solidFill>
                  <a:srgbClr val="312D2A"/>
                </a:solidFill>
              </a:rPr>
              <a:t>GOLD</a:t>
            </a:r>
          </a:p>
        </p:txBody>
      </p:sp>
      <p:sp>
        <p:nvSpPr>
          <p:cNvPr id="21" name="">
            <a:extLst xmlns:a="http://schemas.openxmlformats.org/drawingml/2006/main">
              <a:ext uri="{FF2B5EF4-FFF2-40B4-BE49-F238E27FC236}">
                <a16:creationId xmlns:a16="http://schemas.microsoft.com/office/drawing/2014/main" id="{163D0D67-10DF-4F39-B22C-37DAE230F8F8}"/>
              </a:ext>
            </a:extLst>
          </p:cNvPr>
          <p:cNvSpPr>
            <a:spLocks xmlns:a="http://schemas.openxmlformats.org/drawingml/2006/main" noGrp="1"/>
          </p:cNvSpPr>
          <p:nvPr/>
        </p:nvSpPr>
        <p:spPr>
          <a:xfrm xmlns:a="http://schemas.openxmlformats.org/drawingml/2006/main">
            <a:off x="8324850" y="2619375"/>
            <a:ext cx="2943225" cy="2200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Account-month analytics</a:t>
            </a:r>
          </a:p>
          <a:p xmlns:a="http://schemas.openxmlformats.org/drawingml/2006/main">
            <a:r>
              <a:t/>
            </a:r>
          </a:p>
          <a:p xmlns:a="http://schemas.openxmlformats.org/drawingml/2006/main">
            <a:pPr>
              <a:defRPr sz="1650" b="0">
                <a:solidFill>
                  <a:srgbClr val="6C655F"/>
                </a:solidFill>
              </a:defRPr>
            </a:pPr>
            <a:r>
              <a:rPr sz="1650" b="0">
                <a:solidFill>
                  <a:srgbClr val="6C655F"/>
                </a:solidFill>
              </a:rPr>
              <a:t>Transaction-level features</a:t>
            </a:r>
          </a:p>
          <a:p xmlns:a="http://schemas.openxmlformats.org/drawingml/2006/main">
            <a:r>
              <a:t/>
            </a:r>
          </a:p>
          <a:p xmlns:a="http://schemas.openxmlformats.org/drawingml/2006/main">
            <a:pPr>
              <a:defRPr sz="1650" b="0">
                <a:solidFill>
                  <a:srgbClr val="6C655F"/>
                </a:solidFill>
              </a:defRPr>
            </a:pPr>
            <a:r>
              <a:rPr sz="1650" b="0">
                <a:solidFill>
                  <a:srgbClr val="6C655F"/>
                </a:solidFill>
              </a:rPr>
              <a:t>Reusable data products</a:t>
            </a:r>
          </a:p>
        </p:txBody>
      </p:sp>
      <p:sp>
        <p:nvSpPr>
          <p:cNvPr id="22" name="">
            <a:extLst xmlns:a="http://schemas.openxmlformats.org/drawingml/2006/main">
              <a:ext uri="{FF2B5EF4-FFF2-40B4-BE49-F238E27FC236}">
                <a16:creationId xmlns:a16="http://schemas.microsoft.com/office/drawing/2014/main" id="{E653FAE1-04E7-4B69-A93F-CB84C35F025D}"/>
              </a:ext>
            </a:extLst>
          </p:cNvPr>
          <p:cNvSpPr>
            <a:spLocks xmlns:a="http://schemas.openxmlformats.org/drawingml/2006/main" noGrp="1"/>
          </p:cNvSpPr>
          <p:nvPr/>
        </p:nvSpPr>
        <p:spPr>
          <a:xfrm xmlns:a="http://schemas.openxmlformats.org/drawingml/2006/main">
            <a:off x="762000" y="531495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6C655F"/>
                </a:solidFill>
              </a:defRPr>
            </a:defPPr>
            <a:lvl1pPr>
              <a:defRPr sz="1500" b="0">
                <a:solidFill>
                  <a:srgbClr val="6C655F"/>
                </a:solidFill>
              </a:defRPr>
            </a:lvl1pPr>
            <a:lvl2pPr>
              <a:defRPr sz="1500" b="0">
                <a:solidFill>
                  <a:srgbClr val="6C655F"/>
                </a:solidFill>
              </a:defRPr>
            </a:lvl2pPr>
            <a:lvl3pPr>
              <a:defRPr sz="1500" b="0">
                <a:solidFill>
                  <a:srgbClr val="6C655F"/>
                </a:solidFill>
              </a:defRPr>
            </a:lvl3pPr>
            <a:lvl4pPr>
              <a:defRPr sz="1500" b="0">
                <a:solidFill>
                  <a:srgbClr val="6C655F"/>
                </a:solidFill>
              </a:defRPr>
            </a:lvl4pPr>
            <a:lvl5pPr>
              <a:defRPr sz="1500" b="0">
                <a:solidFill>
                  <a:srgbClr val="6C655F"/>
                </a:solidFill>
              </a:defRPr>
            </a:lvl5pPr>
            <a:lvl6pPr>
              <a:defRPr sz="1500" b="0">
                <a:solidFill>
                  <a:srgbClr val="6C655F"/>
                </a:solidFill>
              </a:defRPr>
            </a:lvl6pPr>
            <a:lvl7pPr>
              <a:defRPr sz="1500" b="0">
                <a:solidFill>
                  <a:srgbClr val="6C655F"/>
                </a:solidFill>
              </a:defRPr>
            </a:lvl7pPr>
            <a:lvl8pPr>
              <a:defRPr sz="1500" b="0">
                <a:solidFill>
                  <a:srgbClr val="6C655F"/>
                </a:solidFill>
              </a:defRPr>
            </a:lvl8pPr>
            <a:lvl9pPr>
              <a:defRPr sz="1500" b="0">
                <a:solidFill>
                  <a:srgbClr val="6C655F"/>
                </a:solidFill>
              </a:defRPr>
            </a:lvl9pPr>
          </a:lstStyle>
          <a:p xmlns:a="http://schemas.openxmlformats.org/drawingml/2006/main">
            <a:pPr>
              <a:defRPr sz="1500" b="0">
                <a:solidFill>
                  <a:srgbClr val="6C655F"/>
                </a:solidFill>
              </a:defRPr>
            </a:pPr>
            <a:r>
              <a:rPr sz="1500" b="0">
                <a:solidFill>
                  <a:srgbClr val="6C655F"/>
                </a:solidFill>
              </a:rPr>
              <a:t>The separate ML workflow fits and evaluates a model. Its predictions are not the source of the agent’s investigation queue.</a:t>
            </a:r>
          </a:p>
        </p:txBody>
      </p:sp>
    </p:spTree>
    <p:extLst>
      <p:ext uri="{BB962C8B-B14F-4D97-AF65-F5344CB8AC3E}">
        <p14:creationId xmlns:p14="http://schemas.microsoft.com/office/powerpoint/2010/main" val="3531637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84F82B5-6983-4F05-85B1-1C14909F9182}"/>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Publish Gold with a verification contract</a:t>
            </a:r>
          </a:p>
        </p:txBody>
      </p:sp>
      <p:sp>
        <p:nvSpPr>
          <p:cNvPr id="3" name="Content Placeholder 2">
            <a:extLst xmlns:a="http://schemas.openxmlformats.org/drawingml/2006/main">
              <a:ext uri="{FF2B5EF4-FFF2-40B4-BE49-F238E27FC236}">
                <a16:creationId xmlns:a16="http://schemas.microsoft.com/office/drawing/2014/main" id="{12B5A1FD-2C7C-4A8A-91A9-186B7E6F00F6}"/>
              </a:ext>
            </a:extLst>
          </p:cNvPr>
          <p:cNvSpPr>
            <a:spLocks xmlns:a="http://schemas.openxmlformats.org/drawingml/2006/main" noGrp="1"/>
          </p:cNvSpPr>
          <p:nvPr>
            <p:ph idx="14"/>
          </p:nvPr>
        </p:nvSpPr>
        <p:spPr/>
        <p:txBody>
          <a:bodyPr xmlns:a="http://schemas.openxmlformats.org/drawingml/2006/main" wrap="square"/>
          <a:lstStyle xmlns:a="http://schemas.openxmlformats.org/drawingml/2006/main"/>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9F2951F1-3F28-4ADF-B076-B5444D5B3813}"/>
              </a:ext>
            </a:extLst>
          </p:cNvPr>
          <p:cNvSpPr>
            <a:spLocks xmlns:a="http://schemas.openxmlformats.org/drawingml/2006/main" noGrp="1"/>
          </p:cNvSpPr>
          <p:nvPr>
            <p:ph type="body" idx="11"/>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Autonomous AI Lakehouse is the analytical serving layer</a:t>
            </a:r>
          </a:p>
        </p:txBody>
      </p:sp>
      <p:sp>
        <p:nvSpPr>
          <p:cNvPr id="6" name="TextBox 5">
            <a:extLst xmlns:a="http://schemas.openxmlformats.org/drawingml/2006/main">
              <a:ext uri="{FF2B5EF4-FFF2-40B4-BE49-F238E27FC236}">
                <a16:creationId xmlns:a16="http://schemas.microsoft.com/office/drawing/2014/main" id="{C22390D3-1319-4A69-84D1-A6D5A1DFC936}"/>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7" name="TextBox 6">
            <a:extLst xmlns:a="http://schemas.openxmlformats.org/drawingml/2006/main">
              <a:ext uri="{FF2B5EF4-FFF2-40B4-BE49-F238E27FC236}">
                <a16:creationId xmlns:a16="http://schemas.microsoft.com/office/drawing/2014/main" id="{156A7652-6691-4D34-9487-828D583D13A1}"/>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5</a:t>
            </a:r>
          </a:p>
        </p:txBody>
      </p:sp>
      <p:graphicFrame>
        <p:nvGraphicFramePr>
          <p:cNvPr id="8" name="">
            <a:extLst xmlns:a="http://schemas.openxmlformats.org/drawingml/2006/main">
              <a:ext uri="{FF2B5EF4-FFF2-40B4-BE49-F238E27FC236}">
                <a16:creationId xmlns:a16="http://schemas.microsoft.com/office/drawing/2014/main" id="{DCBC530E-3FF8-4EBB-9939-CB008880A05D}"/>
              </a:ext>
            </a:extLst>
          </p:cNvPr>
          <p:cNvGraphicFramePr/>
          <p:nvPr/>
        </p:nvGraphicFramePr>
        <p:xfrm>
          <a:off xmlns:a="http://schemas.openxmlformats.org/drawingml/2006/main" x="762000" y="1809750"/>
          <a:ext xmlns:a="http://schemas.openxmlformats.org/drawingml/2006/main" cx="10668000" cy="3667125"/>
        </p:xfrm>
        <a:graphic xmlns:a="http://schemas.openxmlformats.org/drawingml/2006/main">
          <a:graphicData uri="http://schemas.openxmlformats.org/drawingml/2006/table">
            <a:tbl>
              <a:tblPr/>
              <a:tblGrid>
                <a:gridCol w="2286000"/>
                <a:gridCol w="4191000"/>
                <a:gridCol w="4191000"/>
              </a:tblGrid>
              <a:tr h="733425">
                <a:tc>
                  <a:txBody>
                    <a:bodyPr/>
                    <a:lstStyle/>
                    <a:p>
                      <a:r>
                        <a:rPr sz="1575" b="1">
                          <a:solidFill>
                            <a:srgbClr val="FFFFFF"/>
                          </a:solidFill>
                        </a:rPr>
                        <a:t>Decision</a:t>
                      </a:r>
                    </a:p>
                  </a:txBody>
                  <a:tcPr marL="91440" marR="91440" marT="45720" marB="45720">
                    <a:lnL w="9525">
                      <a:solidFill>
                        <a:srgbClr val="D9D3CC"/>
                      </a:solidFill>
                      <a:prstDash val="solid"/>
                    </a:lnL>
                    <a:lnR w="9525">
                      <a:solidFill>
                        <a:srgbClr val="D9D3CC"/>
                      </a:solidFill>
                      <a:prstDash val="solid"/>
                    </a:lnR>
                    <a:lnT w="9525">
                      <a:solidFill>
                        <a:srgbClr val="D9D3CC"/>
                      </a:solidFill>
                      <a:prstDash val="solid"/>
                    </a:lnT>
                    <a:lnB w="9525">
                      <a:solidFill>
                        <a:srgbClr val="D9D3CC"/>
                      </a:solidFill>
                      <a:prstDash val="solid"/>
                    </a:lnB>
                    <a:solidFill>
                      <a:srgbClr val="312D2A"/>
                    </a:solidFill>
                  </a:tcPr>
                </a:tc>
                <a:tc>
                  <a:txBody>
                    <a:bodyPr/>
                    <a:lstStyle/>
                    <a:p>
                      <a:r>
                        <a:rPr sz="1575" b="1">
                          <a:solidFill>
                            <a:srgbClr val="FFFFFF"/>
                          </a:solidFill>
                        </a:rPr>
                        <a:t>Implementation</a:t>
                      </a:r>
                    </a:p>
                  </a:txBody>
                  <a:tcPr marL="91440" marR="91440" marT="45720" marB="45720">
                    <a:lnR w="9525">
                      <a:solidFill>
                        <a:srgbClr val="D9D3CC"/>
                      </a:solidFill>
                      <a:prstDash val="solid"/>
                    </a:lnR>
                    <a:lnT w="9525">
                      <a:solidFill>
                        <a:srgbClr val="D9D3CC"/>
                      </a:solidFill>
                      <a:prstDash val="solid"/>
                    </a:lnT>
                    <a:lnB w="9525">
                      <a:solidFill>
                        <a:srgbClr val="D9D3CC"/>
                      </a:solidFill>
                      <a:prstDash val="solid"/>
                    </a:lnB>
                    <a:solidFill>
                      <a:srgbClr val="312D2A"/>
                    </a:solidFill>
                  </a:tcPr>
                </a:tc>
                <a:tc>
                  <a:txBody>
                    <a:bodyPr/>
                    <a:lstStyle/>
                    <a:p>
                      <a:r>
                        <a:rPr sz="1575" b="1">
                          <a:solidFill>
                            <a:srgbClr val="FFFFFF"/>
                          </a:solidFill>
                        </a:rPr>
                        <a:t>Proof</a:t>
                      </a:r>
                    </a:p>
                  </a:txBody>
                  <a:tcPr marL="91440" marR="91440" marT="45720" marB="45720">
                    <a:lnR w="9525">
                      <a:solidFill>
                        <a:srgbClr val="D9D3CC"/>
                      </a:solidFill>
                      <a:prstDash val="solid"/>
                    </a:lnR>
                    <a:lnT w="9525">
                      <a:solidFill>
                        <a:srgbClr val="D9D3CC"/>
                      </a:solidFill>
                      <a:prstDash val="solid"/>
                    </a:lnT>
                    <a:lnB w="9525">
                      <a:solidFill>
                        <a:srgbClr val="D9D3CC"/>
                      </a:solidFill>
                      <a:prstDash val="solid"/>
                    </a:lnB>
                    <a:solidFill>
                      <a:srgbClr val="312D2A"/>
                    </a:solidFill>
                  </a:tcPr>
                </a:tc>
              </a:tr>
              <a:tr h="733425">
                <a:tc>
                  <a:txBody>
                    <a:bodyPr/>
                    <a:lstStyle/>
                    <a:p>
                      <a:r>
                        <a:rPr sz="1575" b="0">
                          <a:solidFill>
                            <a:srgbClr val="312D2A"/>
                          </a:solidFill>
                        </a:rPr>
                        <a:t>Connection</a:t>
                      </a:r>
                    </a:p>
                  </a:txBody>
                  <a:tcPr marL="91440" marR="91440" marT="45720" marB="45720">
                    <a:lnL w="9525">
                      <a:solidFill>
                        <a:srgbClr val="D9D3CC"/>
                      </a:solidFill>
                      <a:prstDash val="solid"/>
                    </a:lnL>
                    <a:lnR w="9525">
                      <a:solidFill>
                        <a:srgbClr val="D9D3CC"/>
                      </a:solidFill>
                      <a:prstDash val="solid"/>
                    </a:lnR>
                    <a:lnB w="9525">
                      <a:solidFill>
                        <a:srgbClr val="D9D3CC"/>
                      </a:solidFill>
                      <a:prstDash val="solid"/>
                    </a:lnB>
                    <a:solidFill>
                      <a:srgbClr val="FFFFFF"/>
                    </a:solidFill>
                  </a:tcPr>
                </a:tc>
                <a:tc>
                  <a:txBody>
                    <a:bodyPr/>
                    <a:lstStyle/>
                    <a:p>
                      <a:r>
                        <a:rPr sz="1575" b="0">
                          <a:solidFill>
                            <a:srgbClr val="312D2A"/>
                          </a:solidFill>
                        </a:rPr>
                        <a:t>Existing external catalog</a:t>
                      </a:r>
                    </a:p>
                  </a:txBody>
                  <a:tcPr marL="91440" marR="91440" marT="45720" marB="45720">
                    <a:lnR w="9525">
                      <a:solidFill>
                        <a:srgbClr val="D9D3CC"/>
                      </a:solidFill>
                      <a:prstDash val="solid"/>
                    </a:lnR>
                    <a:lnB w="9525">
                      <a:solidFill>
                        <a:srgbClr val="D9D3CC"/>
                      </a:solidFill>
                      <a:prstDash val="solid"/>
                    </a:lnB>
                    <a:solidFill>
                      <a:srgbClr val="FFFFFF"/>
                    </a:solidFill>
                  </a:tcPr>
                </a:tc>
                <a:tc>
                  <a:txBody>
                    <a:bodyPr/>
                    <a:lstStyle/>
                    <a:p>
                      <a:r>
                        <a:rPr sz="1575" b="0">
                          <a:solidFill>
                            <a:srgbClr val="312D2A"/>
                          </a:solidFill>
                        </a:rPr>
                        <a:t>Configurable catalog + schema</a:t>
                      </a:r>
                    </a:p>
                  </a:txBody>
                  <a:tcPr marL="91440" marR="91440" marT="45720" marB="45720">
                    <a:lnR w="9525">
                      <a:solidFill>
                        <a:srgbClr val="D9D3CC"/>
                      </a:solidFill>
                      <a:prstDash val="solid"/>
                    </a:lnR>
                    <a:lnB w="9525">
                      <a:solidFill>
                        <a:srgbClr val="D9D3CC"/>
                      </a:solidFill>
                      <a:prstDash val="solid"/>
                    </a:lnB>
                    <a:solidFill>
                      <a:srgbClr val="FFFFFF"/>
                    </a:solidFill>
                  </a:tcPr>
                </a:tc>
              </a:tr>
              <a:tr h="733425">
                <a:tc>
                  <a:txBody>
                    <a:bodyPr/>
                    <a:lstStyle/>
                    <a:p>
                      <a:r>
                        <a:rPr sz="1575" b="0">
                          <a:solidFill>
                            <a:srgbClr val="312D2A"/>
                          </a:solidFill>
                        </a:rPr>
                        <a:t>Types</a:t>
                      </a:r>
                    </a:p>
                  </a:txBody>
                  <a:tcPr marL="91440" marR="91440" marT="45720" marB="45720">
                    <a:lnL w="9525">
                      <a:solidFill>
                        <a:srgbClr val="D9D3CC"/>
                      </a:solidFill>
                      <a:prstDash val="solid"/>
                    </a:lnL>
                    <a:lnR w="9525">
                      <a:solidFill>
                        <a:srgbClr val="D9D3CC"/>
                      </a:solidFill>
                      <a:prstDash val="solid"/>
                    </a:lnR>
                    <a:lnB w="9525">
                      <a:solidFill>
                        <a:srgbClr val="D9D3CC"/>
                      </a:solidFill>
                      <a:prstDash val="solid"/>
                    </a:lnB>
                    <a:solidFill>
                      <a:srgbClr val="F7F5F1"/>
                    </a:solidFill>
                  </a:tcPr>
                </a:tc>
                <a:tc>
                  <a:txBody>
                    <a:bodyPr/>
                    <a:lstStyle/>
                    <a:p>
                      <a:r>
                        <a:rPr sz="1575" b="0">
                          <a:solidFill>
                            <a:srgbClr val="312D2A"/>
                          </a:solidFill>
                        </a:rPr>
                        <a:t>Decimal + native JSON</a:t>
                      </a:r>
                    </a:p>
                  </a:txBody>
                  <a:tcPr marL="91440" marR="91440" marT="45720" marB="45720">
                    <a:lnR w="9525">
                      <a:solidFill>
                        <a:srgbClr val="D9D3CC"/>
                      </a:solidFill>
                      <a:prstDash val="solid"/>
                    </a:lnR>
                    <a:lnB w="9525">
                      <a:solidFill>
                        <a:srgbClr val="D9D3CC"/>
                      </a:solidFill>
                      <a:prstDash val="solid"/>
                    </a:lnB>
                    <a:solidFill>
                      <a:srgbClr val="F7F5F1"/>
                    </a:solidFill>
                  </a:tcPr>
                </a:tc>
                <a:tc>
                  <a:txBody>
                    <a:bodyPr/>
                    <a:lstStyle/>
                    <a:p>
                      <a:r>
                        <a:rPr sz="1575" b="0">
                          <a:solidFill>
                            <a:srgbClr val="312D2A"/>
                          </a:solidFill>
                        </a:rPr>
                        <a:t>Schema and exact-amount checks</a:t>
                      </a:r>
                    </a:p>
                  </a:txBody>
                  <a:tcPr marL="91440" marR="91440" marT="45720" marB="45720">
                    <a:lnR w="9525">
                      <a:solidFill>
                        <a:srgbClr val="D9D3CC"/>
                      </a:solidFill>
                      <a:prstDash val="solid"/>
                    </a:lnR>
                    <a:lnB w="9525">
                      <a:solidFill>
                        <a:srgbClr val="D9D3CC"/>
                      </a:solidFill>
                      <a:prstDash val="solid"/>
                    </a:lnB>
                    <a:solidFill>
                      <a:srgbClr val="F7F5F1"/>
                    </a:solidFill>
                  </a:tcPr>
                </a:tc>
              </a:tr>
              <a:tr h="733425">
                <a:tc>
                  <a:txBody>
                    <a:bodyPr/>
                    <a:lstStyle/>
                    <a:p>
                      <a:r>
                        <a:rPr sz="1575" b="0">
                          <a:solidFill>
                            <a:srgbClr val="312D2A"/>
                          </a:solidFill>
                        </a:rPr>
                        <a:t>Publication</a:t>
                      </a:r>
                    </a:p>
                  </a:txBody>
                  <a:tcPr marL="91440" marR="91440" marT="45720" marB="45720">
                    <a:lnL w="9525">
                      <a:solidFill>
                        <a:srgbClr val="D9D3CC"/>
                      </a:solidFill>
                      <a:prstDash val="solid"/>
                    </a:lnL>
                    <a:lnR w="9525">
                      <a:solidFill>
                        <a:srgbClr val="D9D3CC"/>
                      </a:solidFill>
                      <a:prstDash val="solid"/>
                    </a:lnR>
                    <a:lnB w="9525">
                      <a:solidFill>
                        <a:srgbClr val="D9D3CC"/>
                      </a:solidFill>
                      <a:prstDash val="solid"/>
                    </a:lnB>
                    <a:solidFill>
                      <a:srgbClr val="FFFFFF"/>
                    </a:solidFill>
                  </a:tcPr>
                </a:tc>
                <a:tc>
                  <a:txBody>
                    <a:bodyPr/>
                    <a:lstStyle/>
                    <a:p>
                      <a:r>
                        <a:rPr sz="1575" b="0">
                          <a:solidFill>
                            <a:srgbClr val="312D2A"/>
                          </a:solidFill>
                        </a:rPr>
                        <a:t>Two native Oracle tables</a:t>
                      </a:r>
                    </a:p>
                  </a:txBody>
                  <a:tcPr marL="91440" marR="91440" marT="45720" marB="45720">
                    <a:lnR w="9525">
                      <a:solidFill>
                        <a:srgbClr val="D9D3CC"/>
                      </a:solidFill>
                      <a:prstDash val="solid"/>
                    </a:lnR>
                    <a:lnB w="9525">
                      <a:solidFill>
                        <a:srgbClr val="D9D3CC"/>
                      </a:solidFill>
                      <a:prstDash val="solid"/>
                    </a:lnB>
                    <a:solidFill>
                      <a:srgbClr val="FFFFFF"/>
                    </a:solidFill>
                  </a:tcPr>
                </a:tc>
                <a:tc>
                  <a:txBody>
                    <a:bodyPr/>
                    <a:lstStyle/>
                    <a:p>
                      <a:r>
                        <a:rPr sz="1575" b="0">
                          <a:solidFill>
                            <a:srgbClr val="312D2A"/>
                          </a:solidFill>
                        </a:rPr>
                        <a:t>Counts + full-row multiset</a:t>
                      </a:r>
                    </a:p>
                  </a:txBody>
                  <a:tcPr marL="91440" marR="91440" marT="45720" marB="45720">
                    <a:lnR w="9525">
                      <a:solidFill>
                        <a:srgbClr val="D9D3CC"/>
                      </a:solidFill>
                      <a:prstDash val="solid"/>
                    </a:lnR>
                    <a:lnB w="9525">
                      <a:solidFill>
                        <a:srgbClr val="D9D3CC"/>
                      </a:solidFill>
                      <a:prstDash val="solid"/>
                    </a:lnB>
                    <a:solidFill>
                      <a:srgbClr val="FFFFFF"/>
                    </a:solidFill>
                  </a:tcPr>
                </a:tc>
              </a:tr>
              <a:tr h="733425">
                <a:tc>
                  <a:txBody>
                    <a:bodyPr/>
                    <a:lstStyle/>
                    <a:p>
                      <a:r>
                        <a:rPr sz="1575" b="0">
                          <a:solidFill>
                            <a:srgbClr val="312D2A"/>
                          </a:solidFill>
                        </a:rPr>
                        <a:t>Layout</a:t>
                      </a:r>
                    </a:p>
                  </a:txBody>
                  <a:tcPr marL="91440" marR="91440" marT="45720" marB="45720">
                    <a:lnL w="9525">
                      <a:solidFill>
                        <a:srgbClr val="D9D3CC"/>
                      </a:solidFill>
                      <a:prstDash val="solid"/>
                    </a:lnL>
                    <a:lnR w="9525">
                      <a:solidFill>
                        <a:srgbClr val="D9D3CC"/>
                      </a:solidFill>
                      <a:prstDash val="solid"/>
                    </a:lnR>
                    <a:lnB w="9525">
                      <a:solidFill>
                        <a:srgbClr val="D9D3CC"/>
                      </a:solidFill>
                      <a:prstDash val="solid"/>
                    </a:lnB>
                    <a:solidFill>
                      <a:srgbClr val="F7F5F1"/>
                    </a:solidFill>
                  </a:tcPr>
                </a:tc>
                <a:tc>
                  <a:txBody>
                    <a:bodyPr/>
                    <a:lstStyle/>
                    <a:p>
                      <a:r>
                        <a:rPr sz="1575" b="0">
                          <a:solidFill>
                            <a:srgbClr val="312D2A"/>
                          </a:solidFill>
                        </a:rPr>
                        <a:t>Preserve Delta; native indexes</a:t>
                      </a:r>
                    </a:p>
                  </a:txBody>
                  <a:tcPr marL="91440" marR="91440" marT="45720" marB="45720">
                    <a:lnR w="9525">
                      <a:solidFill>
                        <a:srgbClr val="D9D3CC"/>
                      </a:solidFill>
                      <a:prstDash val="solid"/>
                    </a:lnR>
                    <a:lnB w="9525">
                      <a:solidFill>
                        <a:srgbClr val="D9D3CC"/>
                      </a:solidFill>
                      <a:prstDash val="solid"/>
                    </a:lnB>
                    <a:solidFill>
                      <a:srgbClr val="F7F5F1"/>
                    </a:solidFill>
                  </a:tcPr>
                </a:tc>
                <a:tc>
                  <a:txBody>
                    <a:bodyPr/>
                    <a:lstStyle/>
                    <a:p>
                      <a:r>
                        <a:rPr sz="1575" b="0">
                          <a:solidFill>
                            <a:srgbClr val="312D2A"/>
                          </a:solidFill>
                        </a:rPr>
                        <a:t>No Delta clustering in Oracle</a:t>
                      </a:r>
                    </a:p>
                  </a:txBody>
                  <a:tcPr marL="91440" marR="91440" marT="45720" marB="45720">
                    <a:lnR w="9525">
                      <a:solidFill>
                        <a:srgbClr val="D9D3CC"/>
                      </a:solidFill>
                      <a:prstDash val="solid"/>
                    </a:lnR>
                    <a:lnB w="9525">
                      <a:solidFill>
                        <a:srgbClr val="D9D3CC"/>
                      </a:solidFill>
                      <a:prstDash val="solid"/>
                    </a:lnB>
                    <a:solidFill>
                      <a:srgbClr val="F7F5F1"/>
                    </a:solidFill>
                  </a:tcPr>
                </a:tc>
              </a:tr>
            </a:tbl>
          </a:graphicData>
        </a:graphic>
      </p:graphicFrame>
      <p:sp>
        <p:nvSpPr>
          <p:cNvPr id="9" name="">
            <a:extLst xmlns:a="http://schemas.openxmlformats.org/drawingml/2006/main">
              <a:ext uri="{FF2B5EF4-FFF2-40B4-BE49-F238E27FC236}">
                <a16:creationId xmlns:a16="http://schemas.microsoft.com/office/drawing/2014/main" id="{B80BEB09-3CF9-4820-AFAB-A58368D31876}"/>
              </a:ext>
            </a:extLst>
          </p:cNvPr>
          <p:cNvSpPr>
            <a:spLocks xmlns:a="http://schemas.openxmlformats.org/drawingml/2006/main" noGrp="1"/>
          </p:cNvSpPr>
          <p:nvPr/>
        </p:nvSpPr>
        <p:spPr>
          <a:xfrm xmlns:a="http://schemas.openxmlformats.org/drawingml/2006/main">
            <a:off x="762000" y="57531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C655F"/>
                </a:solidFill>
              </a:defRPr>
            </a:defPPr>
            <a:lvl1pPr>
              <a:defRPr sz="1275" b="0">
                <a:solidFill>
                  <a:srgbClr val="6C655F"/>
                </a:solidFill>
              </a:defRPr>
            </a:lvl1pPr>
            <a:lvl2pPr>
              <a:defRPr sz="1275" b="0">
                <a:solidFill>
                  <a:srgbClr val="6C655F"/>
                </a:solidFill>
              </a:defRPr>
            </a:lvl2pPr>
            <a:lvl3pPr>
              <a:defRPr sz="1275" b="0">
                <a:solidFill>
                  <a:srgbClr val="6C655F"/>
                </a:solidFill>
              </a:defRPr>
            </a:lvl3pPr>
            <a:lvl4pPr>
              <a:defRPr sz="1275" b="0">
                <a:solidFill>
                  <a:srgbClr val="6C655F"/>
                </a:solidFill>
              </a:defRPr>
            </a:lvl4pPr>
            <a:lvl5pPr>
              <a:defRPr sz="1275" b="0">
                <a:solidFill>
                  <a:srgbClr val="6C655F"/>
                </a:solidFill>
              </a:defRPr>
            </a:lvl5pPr>
            <a:lvl6pPr>
              <a:defRPr sz="1275" b="0">
                <a:solidFill>
                  <a:srgbClr val="6C655F"/>
                </a:solidFill>
              </a:defRPr>
            </a:lvl6pPr>
            <a:lvl7pPr>
              <a:defRPr sz="1275" b="0">
                <a:solidFill>
                  <a:srgbClr val="6C655F"/>
                </a:solidFill>
              </a:defRPr>
            </a:lvl7pPr>
            <a:lvl8pPr>
              <a:defRPr sz="1275" b="0">
                <a:solidFill>
                  <a:srgbClr val="6C655F"/>
                </a:solidFill>
              </a:defRPr>
            </a:lvl8pPr>
            <a:lvl9pPr>
              <a:defRPr sz="1275" b="0">
                <a:solidFill>
                  <a:srgbClr val="6C655F"/>
                </a:solidFill>
              </a:defRPr>
            </a:lvl9pPr>
          </a:lstStyle>
          <a:p xmlns:a="http://schemas.openxmlformats.org/drawingml/2006/main">
            <a:pPr>
              <a:defRPr sz="1275" b="0">
                <a:solidFill>
                  <a:srgbClr val="6C655F"/>
                </a:solidFill>
              </a:defRPr>
            </a:pPr>
            <a:r>
              <a:rPr sz="1275" b="0">
                <a:solidFill>
                  <a:srgbClr val="6C655F"/>
                </a:solidFill>
              </a:rPr>
              <a:t>Initial publication verified. Changed-data replacement and optional index execution remain separate checks.</a:t>
            </a:r>
          </a:p>
        </p:txBody>
      </p:sp>
    </p:spTree>
    <p:extLst>
      <p:ext uri="{BB962C8B-B14F-4D97-AF65-F5344CB8AC3E}">
        <p14:creationId xmlns:p14="http://schemas.microsoft.com/office/powerpoint/2010/main" val="9920533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817E587-17CE-417A-BBF6-765D8D69AF28}"/>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Start with a portfolio view; drill into evidence</a:t>
            </a:r>
          </a:p>
        </p:txBody>
      </p:sp>
      <p:sp>
        <p:nvSpPr>
          <p:cNvPr id="5" name="Text Placeholder 4">
            <a:extLst xmlns:a="http://schemas.openxmlformats.org/drawingml/2006/main">
              <a:ext uri="{FF2B5EF4-FFF2-40B4-BE49-F238E27FC236}">
                <a16:creationId xmlns:a16="http://schemas.microsoft.com/office/drawing/2014/main" id="{A83B2D69-1387-42C7-BAD7-DF7324930803}"/>
              </a:ext>
            </a:extLst>
          </p:cNvPr>
          <p:cNvSpPr>
            <a:spLocks xmlns:a="http://schemas.openxmlformats.org/drawingml/2006/main" noGrp="1"/>
          </p:cNvSpPr>
          <p:nvPr>
            <p:ph type="body" idx="11"/>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December 2024 • USD OAC capture 18 October 2026</a:t>
            </a:r>
          </a:p>
        </p:txBody>
      </p:sp>
      <p:sp>
        <p:nvSpPr>
          <p:cNvPr id="6" name="TextBox 5">
            <a:extLst xmlns:a="http://schemas.openxmlformats.org/drawingml/2006/main">
              <a:ext uri="{FF2B5EF4-FFF2-40B4-BE49-F238E27FC236}">
                <a16:creationId xmlns:a16="http://schemas.microsoft.com/office/drawing/2014/main" id="{5B010920-E3EF-4697-8652-0750E8AE8869}"/>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7" name="TextBox 6">
            <a:extLst xmlns:a="http://schemas.openxmlformats.org/drawingml/2006/main">
              <a:ext uri="{FF2B5EF4-FFF2-40B4-BE49-F238E27FC236}">
                <a16:creationId xmlns:a16="http://schemas.microsoft.com/office/drawing/2014/main" id="{0650A231-5AE0-4C5B-A493-74756F51C0C1}"/>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6</a:t>
            </a:r>
          </a:p>
        </p:txBody>
      </p:sp>
      <p:sp>
        <p:nvSpPr>
          <p:cNvPr id="8" name="">
            <a:extLst xmlns:a="http://schemas.openxmlformats.org/drawingml/2006/main">
              <a:ext uri="{FF2B5EF4-FFF2-40B4-BE49-F238E27FC236}">
                <a16:creationId xmlns:a16="http://schemas.microsoft.com/office/drawing/2014/main" id="{211FD677-9B35-4ADE-9C74-998F31B96509}"/>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pic>
        <p:nvPicPr>
          <p:cNvPr id="9" name="">
            <a:extLst xmlns:a="http://schemas.openxmlformats.org/drawingml/2006/main">
              <a:ext uri="{FF2B5EF4-FFF2-40B4-BE49-F238E27FC236}">
                <a16:creationId xmlns:a16="http://schemas.microsoft.com/office/drawing/2014/main" id="{CAAF4DA3-F374-4DAC-81BB-7DAB277752F5}"/>
              </a:ext>
            </a:extLst>
          </p:cNvPr>
          <p:cNvPicPr>
            <a:picLocks xmlns:a="http://schemas.openxmlformats.org/drawingml/2006/main" noChangeAspect="1"/>
          </p:cNvPicPr>
          <p:nvPr/>
        </p:nvPicPr>
        <p:blipFill>
          <a:blip xmlns:r="http://schemas.openxmlformats.org/officeDocument/2006/relationships" xmlns:a="http://schemas.openxmlformats.org/drawingml/2006/main" r:embed="R7ea1eb65295248b6"/>
          <a:stretch xmlns:a="http://schemas.openxmlformats.org/drawingml/2006/main"/>
        </p:blipFill>
        <p:spPr>
          <a:xfrm xmlns:a="http://schemas.openxmlformats.org/drawingml/2006/main">
            <a:off x="1291110" y="1620308"/>
            <a:ext cx="9609779" cy="4741333"/>
          </a:xfrm>
          <a:prstGeom xmlns:a="http://schemas.openxmlformats.org/drawingml/2006/main" prst="rect">
            <a:avLst/>
          </a:prstGeom>
        </p:spPr>
      </p:pic>
    </p:spTree>
    <p:extLst>
      <p:ext uri="{BB962C8B-B14F-4D97-AF65-F5344CB8AC3E}">
        <p14:creationId xmlns:p14="http://schemas.microsoft.com/office/powerpoint/2010/main" val="82357049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cxnSp>
        <p:nvCxnSpPr>
          <p:cNvPr id="36" name="">
            <a:extLst xmlns:a="http://schemas.openxmlformats.org/drawingml/2006/main">
              <a:ext uri="{FF2B5EF4-FFF2-40B4-BE49-F238E27FC236}">
                <a16:creationId xmlns:a16="http://schemas.microsoft.com/office/drawing/2014/main" id="{6ABB3EC2-E399-463D-979D-BA972DFA3013}"/>
              </a:ext>
            </a:extLst>
          </p:cNvPr>
          <p:cNvCxnSpPr>
            <a:stCxn xmlns:a="http://schemas.openxmlformats.org/drawingml/2006/main" id="10" idx="2"/>
            <a:endCxn xmlns:a="http://schemas.openxmlformats.org/drawingml/2006/main" id="32" idx="0"/>
          </p:cNvCxnSpPr>
          <p:nvPr/>
        </p:nvCxnSpPr>
        <p:spPr>
          <a:xfrm xmlns:a="http://schemas.openxmlformats.org/drawingml/2006/main">
            <a:off x="6096000" y="2790825"/>
            <a:ext cx="4143375" cy="752475"/>
          </a:xfrm>
          <a:prstGeom xmlns:a="http://schemas.openxmlformats.org/drawingml/2006/main" prst="bentConnector4">
            <a:avLst>
              <a:gd name="adj1" fmla="val 0"/>
              <a:gd name="adj2" fmla="val 50000"/>
            </a:avLst>
          </a:prstGeom>
          <a:ln xmlns:a="http://schemas.openxmlformats.org/drawingml/2006/main" w="19050">
            <a:solidFill>
              <a:srgbClr val="6C655F"/>
            </a:solidFill>
            <a:prstDash val="solid"/>
            <a:tailEnd type="triangle" w="sm" len="sm"/>
          </a:ln>
        </p:spPr>
      </p:cxnSp>
      <p:cxnSp>
        <p:nvCxnSpPr>
          <p:cNvPr id="30" name="">
            <a:extLst xmlns:a="http://schemas.openxmlformats.org/drawingml/2006/main">
              <a:ext uri="{FF2B5EF4-FFF2-40B4-BE49-F238E27FC236}">
                <a16:creationId xmlns:a16="http://schemas.microsoft.com/office/drawing/2014/main" id="{42996E85-991B-473D-84AB-7F110304EDE9}"/>
              </a:ext>
            </a:extLst>
          </p:cNvPr>
          <p:cNvCxnSpPr>
            <a:stCxn xmlns:a="http://schemas.openxmlformats.org/drawingml/2006/main" id="10" idx="2"/>
            <a:endCxn xmlns:a="http://schemas.openxmlformats.org/drawingml/2006/main" id="26" idx="0"/>
          </p:cNvCxnSpPr>
          <p:nvPr/>
        </p:nvCxnSpPr>
        <p:spPr>
          <a:xfrm xmlns:a="http://schemas.openxmlformats.org/drawingml/2006/main">
            <a:off x="6096000" y="2790825"/>
            <a:ext cx="1381125" cy="752475"/>
          </a:xfrm>
          <a:prstGeom xmlns:a="http://schemas.openxmlformats.org/drawingml/2006/main" prst="bentConnector4">
            <a:avLst>
              <a:gd name="adj1" fmla="val 0"/>
              <a:gd name="adj2" fmla="val 50000"/>
            </a:avLst>
          </a:prstGeom>
          <a:ln xmlns:a="http://schemas.openxmlformats.org/drawingml/2006/main" w="19050">
            <a:solidFill>
              <a:srgbClr val="6C655F"/>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AC87B9F0-1EFE-4553-BBB9-EC05708FCC89}"/>
              </a:ext>
            </a:extLst>
          </p:cNvPr>
          <p:cNvCxnSpPr>
            <a:stCxn xmlns:a="http://schemas.openxmlformats.org/drawingml/2006/main" id="10" idx="2"/>
            <a:endCxn xmlns:a="http://schemas.openxmlformats.org/drawingml/2006/main" id="20" idx="0"/>
          </p:cNvCxnSpPr>
          <p:nvPr/>
        </p:nvCxnSpPr>
        <p:spPr>
          <a:xfrm xmlns:a="http://schemas.openxmlformats.org/drawingml/2006/main" flipH="1">
            <a:off x="4714875" y="2790825"/>
            <a:ext cx="1381125" cy="752475"/>
          </a:xfrm>
          <a:prstGeom xmlns:a="http://schemas.openxmlformats.org/drawingml/2006/main" prst="bentConnector4">
            <a:avLst>
              <a:gd name="adj1" fmla="val 0"/>
              <a:gd name="adj2" fmla="val 50000"/>
            </a:avLst>
          </a:prstGeom>
          <a:ln xmlns:a="http://schemas.openxmlformats.org/drawingml/2006/main" w="19050">
            <a:solidFill>
              <a:srgbClr val="6C655F"/>
            </a:solidFill>
            <a:prstDash val="solid"/>
            <a:tailEnd type="triangle" w="sm" len="sm"/>
          </a:ln>
        </p:spPr>
      </p:cxnSp>
      <p:cxnSp>
        <p:nvCxnSpPr>
          <p:cNvPr id="18" name="">
            <a:extLst xmlns:a="http://schemas.openxmlformats.org/drawingml/2006/main">
              <a:ext uri="{FF2B5EF4-FFF2-40B4-BE49-F238E27FC236}">
                <a16:creationId xmlns:a16="http://schemas.microsoft.com/office/drawing/2014/main" id="{F35B5909-8F0F-402F-8297-0443CEBB6051}"/>
              </a:ext>
            </a:extLst>
          </p:cNvPr>
          <p:cNvCxnSpPr>
            <a:stCxn xmlns:a="http://schemas.openxmlformats.org/drawingml/2006/main" id="10" idx="2"/>
            <a:endCxn xmlns:a="http://schemas.openxmlformats.org/drawingml/2006/main" id="14" idx="0"/>
          </p:cNvCxnSpPr>
          <p:nvPr/>
        </p:nvCxnSpPr>
        <p:spPr>
          <a:xfrm xmlns:a="http://schemas.openxmlformats.org/drawingml/2006/main" flipH="1">
            <a:off x="1952625" y="2790825"/>
            <a:ext cx="4143375" cy="752475"/>
          </a:xfrm>
          <a:prstGeom xmlns:a="http://schemas.openxmlformats.org/drawingml/2006/main" prst="bentConnector4">
            <a:avLst>
              <a:gd name="adj1" fmla="val 0"/>
              <a:gd name="adj2" fmla="val 50000"/>
            </a:avLst>
          </a:prstGeom>
          <a:ln xmlns:a="http://schemas.openxmlformats.org/drawingml/2006/main" w="19050">
            <a:solidFill>
              <a:srgbClr val="6C655F"/>
            </a:solidFill>
            <a:prstDash val="solid"/>
            <a:tailEnd type="triangle" w="sm" len="sm"/>
          </a:ln>
        </p:spPr>
      </p:cxnSp>
      <p:sp>
        <p:nvSpPr>
          <p:cNvPr id="2" name="Title 1">
            <a:extLst xmlns:a="http://schemas.openxmlformats.org/drawingml/2006/main">
              <a:ext uri="{FF2B5EF4-FFF2-40B4-BE49-F238E27FC236}">
                <a16:creationId xmlns:a16="http://schemas.microsoft.com/office/drawing/2014/main" id="{953443FD-378A-4F94-B221-C918D4082B1F}"/>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Combine structured evidence with cited policy</a:t>
            </a:r>
          </a:p>
        </p:txBody>
      </p:sp>
      <p:sp>
        <p:nvSpPr>
          <p:cNvPr id="5" name="Text Placeholder 4">
            <a:extLst xmlns:a="http://schemas.openxmlformats.org/drawingml/2006/main">
              <a:ext uri="{FF2B5EF4-FFF2-40B4-BE49-F238E27FC236}">
                <a16:creationId xmlns:a16="http://schemas.microsoft.com/office/drawing/2014/main" id="{A3ED450F-1F8E-4831-9269-7696F9A0EFB4}"/>
              </a:ext>
            </a:extLst>
          </p:cNvPr>
          <p:cNvSpPr>
            <a:spLocks xmlns:a="http://schemas.openxmlformats.org/drawingml/2006/main" noGrp="1"/>
          </p:cNvSpPr>
          <p:nvPr>
            <p:ph type="body" idx="11"/>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Supervisor + four specialist executors • seven SQL tools + RAG + Prompt</a:t>
            </a:r>
          </a:p>
        </p:txBody>
      </p:sp>
      <p:sp>
        <p:nvSpPr>
          <p:cNvPr id="6" name="TextBox 5">
            <a:extLst xmlns:a="http://schemas.openxmlformats.org/drawingml/2006/main">
              <a:ext uri="{FF2B5EF4-FFF2-40B4-BE49-F238E27FC236}">
                <a16:creationId xmlns:a16="http://schemas.microsoft.com/office/drawing/2014/main" id="{12AFBF44-CCA2-449C-8F5D-E8EE7CDB5207}"/>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7" name="TextBox 6">
            <a:extLst xmlns:a="http://schemas.openxmlformats.org/drawingml/2006/main">
              <a:ext uri="{FF2B5EF4-FFF2-40B4-BE49-F238E27FC236}">
                <a16:creationId xmlns:a16="http://schemas.microsoft.com/office/drawing/2014/main" id="{37AC5A47-3151-404D-B85F-A7C2D127F0E8}"/>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7</a:t>
            </a:r>
          </a:p>
        </p:txBody>
      </p:sp>
      <p:sp>
        <p:nvSpPr>
          <p:cNvPr id="8" name="">
            <a:extLst xmlns:a="http://schemas.openxmlformats.org/drawingml/2006/main">
              <a:ext uri="{FF2B5EF4-FFF2-40B4-BE49-F238E27FC236}">
                <a16:creationId xmlns:a16="http://schemas.microsoft.com/office/drawing/2014/main" id="{A26F3CD9-B689-4A12-894A-436CF890C82A}"/>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4A57058-032A-4A17-B941-E826DA86226C}"/>
              </a:ext>
            </a:extLst>
          </p:cNvPr>
          <p:cNvSpPr>
            <a:spLocks xmlns:a="http://schemas.openxmlformats.org/drawingml/2006/main" noGrp="1"/>
          </p:cNvSpPr>
          <p:nvPr/>
        </p:nvSpPr>
        <p:spPr>
          <a:xfrm xmlns:a="http://schemas.openxmlformats.org/drawingml/2006/main">
            <a:off x="4095750" y="15906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1">
                <a:solidFill>
                  <a:srgbClr val="C74634"/>
                </a:solidFill>
              </a:defRPr>
            </a:defPPr>
            <a:lvl1pPr>
              <a:defRPr sz="1275" b="1">
                <a:solidFill>
                  <a:srgbClr val="C74634"/>
                </a:solidFill>
              </a:defRPr>
            </a:lvl1pPr>
            <a:lvl2pPr>
              <a:defRPr sz="1275" b="1">
                <a:solidFill>
                  <a:srgbClr val="C74634"/>
                </a:solidFill>
              </a:defRPr>
            </a:lvl2pPr>
            <a:lvl3pPr>
              <a:defRPr sz="1275" b="1">
                <a:solidFill>
                  <a:srgbClr val="C74634"/>
                </a:solidFill>
              </a:defRPr>
            </a:lvl3pPr>
            <a:lvl4pPr>
              <a:defRPr sz="1275" b="1">
                <a:solidFill>
                  <a:srgbClr val="C74634"/>
                </a:solidFill>
              </a:defRPr>
            </a:lvl4pPr>
            <a:lvl5pPr>
              <a:defRPr sz="1275" b="1">
                <a:solidFill>
                  <a:srgbClr val="C74634"/>
                </a:solidFill>
              </a:defRPr>
            </a:lvl5pPr>
            <a:lvl6pPr>
              <a:defRPr sz="1275" b="1">
                <a:solidFill>
                  <a:srgbClr val="C74634"/>
                </a:solidFill>
              </a:defRPr>
            </a:lvl6pPr>
            <a:lvl7pPr>
              <a:defRPr sz="1275" b="1">
                <a:solidFill>
                  <a:srgbClr val="C74634"/>
                </a:solidFill>
              </a:defRPr>
            </a:lvl7pPr>
            <a:lvl8pPr>
              <a:defRPr sz="1275" b="1">
                <a:solidFill>
                  <a:srgbClr val="C74634"/>
                </a:solidFill>
              </a:defRPr>
            </a:lvl8pPr>
            <a:lvl9pPr>
              <a:defRPr sz="1275" b="1">
                <a:solidFill>
                  <a:srgbClr val="C74634"/>
                </a:solidFill>
              </a:defRPr>
            </a:lvl9pPr>
          </a:lstStyle>
          <a:p xmlns:a="http://schemas.openxmlformats.org/drawingml/2006/main">
            <a:pPr>
              <a:defRPr sz="1275" b="1">
                <a:solidFill>
                  <a:srgbClr val="C74634"/>
                </a:solidFill>
              </a:defRPr>
            </a:pPr>
            <a:r>
              <a:rPr sz="1275" b="1">
                <a:solidFill>
                  <a:srgbClr val="C74634"/>
                </a:solidFill>
              </a:rPr>
              <a:t>INPUT GUARDRAILS</a:t>
            </a:r>
          </a:p>
        </p:txBody>
      </p:sp>
      <p:sp>
        <p:nvSpPr>
          <p:cNvPr id="10" name="">
            <a:extLst xmlns:a="http://schemas.openxmlformats.org/drawingml/2006/main">
              <a:ext uri="{FF2B5EF4-FFF2-40B4-BE49-F238E27FC236}">
                <a16:creationId xmlns:a16="http://schemas.microsoft.com/office/drawing/2014/main" id="{66B99E5E-F965-4D85-8331-CEB8213D9721}"/>
              </a:ext>
            </a:extLst>
          </p:cNvPr>
          <p:cNvSpPr>
            <a:spLocks xmlns:a="http://schemas.openxmlformats.org/drawingml/2006/main" noGrp="1"/>
          </p:cNvSpPr>
          <p:nvPr/>
        </p:nvSpPr>
        <p:spPr>
          <a:xfrm xmlns:a="http://schemas.openxmlformats.org/drawingml/2006/main">
            <a:off x="4095750" y="1924050"/>
            <a:ext cx="4000500" cy="866775"/>
          </a:xfrm>
          <a:prstGeom xmlns:a="http://schemas.openxmlformats.org/drawingml/2006/main" prst="roundRect">
            <a:avLst>
              <a:gd name="adj" fmla="val 8791"/>
            </a:avLst>
          </a:prstGeom>
          <a:solidFill xmlns:a="http://schemas.openxmlformats.org/drawingml/2006/main">
            <a:srgbClr val="FFFFFF"/>
          </a:solidFill>
          <a:ln xmlns:a="http://schemas.openxmlformats.org/drawingml/2006/main" w="9525">
            <a:solidFill>
              <a:srgbClr val="D9D3CC"/>
            </a:solidFill>
            <a:prstDash val="solid"/>
          </a:ln>
        </p:spPr>
      </p:sp>
      <p:sp>
        <p:nvSpPr>
          <p:cNvPr id="11" name="">
            <a:extLst xmlns:a="http://schemas.openxmlformats.org/drawingml/2006/main">
              <a:ext uri="{FF2B5EF4-FFF2-40B4-BE49-F238E27FC236}">
                <a16:creationId xmlns:a16="http://schemas.microsoft.com/office/drawing/2014/main" id="{A801245F-E1B5-4EE9-A9EF-FA52F449DC55}"/>
              </a:ext>
            </a:extLst>
          </p:cNvPr>
          <p:cNvSpPr>
            <a:spLocks xmlns:a="http://schemas.openxmlformats.org/drawingml/2006/main" noGrp="1"/>
          </p:cNvSpPr>
          <p:nvPr/>
        </p:nvSpPr>
        <p:spPr>
          <a:xfrm xmlns:a="http://schemas.openxmlformats.org/drawingml/2006/main">
            <a:off x="4095750" y="2038350"/>
            <a:ext cx="38100" cy="638175"/>
          </a:xfrm>
          <a:prstGeom xmlns:a="http://schemas.openxmlformats.org/drawingml/2006/main" prst="rect">
            <a:avLst/>
          </a:prstGeom>
          <a:solidFill xmlns:a="http://schemas.openxmlformats.org/drawingml/2006/main">
            <a:srgbClr val="C7463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3FBA04B-51E6-43E9-A58B-EB8E0337CE09}"/>
              </a:ext>
            </a:extLst>
          </p:cNvPr>
          <p:cNvSpPr>
            <a:spLocks xmlns:a="http://schemas.openxmlformats.org/drawingml/2006/main" noGrp="1"/>
          </p:cNvSpPr>
          <p:nvPr/>
        </p:nvSpPr>
        <p:spPr>
          <a:xfrm xmlns:a="http://schemas.openxmlformats.org/drawingml/2006/main">
            <a:off x="4267200" y="2066925"/>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312D2A"/>
                </a:solidFill>
              </a:defRPr>
            </a:defPPr>
            <a:lvl1pPr>
              <a:defRPr sz="1800" b="1">
                <a:solidFill>
                  <a:srgbClr val="312D2A"/>
                </a:solidFill>
              </a:defRPr>
            </a:lvl1pPr>
            <a:lvl2pPr>
              <a:defRPr sz="1800" b="1">
                <a:solidFill>
                  <a:srgbClr val="312D2A"/>
                </a:solidFill>
              </a:defRPr>
            </a:lvl2pPr>
            <a:lvl3pPr>
              <a:defRPr sz="1800" b="1">
                <a:solidFill>
                  <a:srgbClr val="312D2A"/>
                </a:solidFill>
              </a:defRPr>
            </a:lvl3pPr>
            <a:lvl4pPr>
              <a:defRPr sz="1800" b="1">
                <a:solidFill>
                  <a:srgbClr val="312D2A"/>
                </a:solidFill>
              </a:defRPr>
            </a:lvl4pPr>
            <a:lvl5pPr>
              <a:defRPr sz="1800" b="1">
                <a:solidFill>
                  <a:srgbClr val="312D2A"/>
                </a:solidFill>
              </a:defRPr>
            </a:lvl5pPr>
            <a:lvl6pPr>
              <a:defRPr sz="1800" b="1">
                <a:solidFill>
                  <a:srgbClr val="312D2A"/>
                </a:solidFill>
              </a:defRPr>
            </a:lvl6pPr>
            <a:lvl7pPr>
              <a:defRPr sz="1800" b="1">
                <a:solidFill>
                  <a:srgbClr val="312D2A"/>
                </a:solidFill>
              </a:defRPr>
            </a:lvl7pPr>
            <a:lvl8pPr>
              <a:defRPr sz="1800" b="1">
                <a:solidFill>
                  <a:srgbClr val="312D2A"/>
                </a:solidFill>
              </a:defRPr>
            </a:lvl8pPr>
            <a:lvl9pPr>
              <a:defRPr sz="1800" b="1">
                <a:solidFill>
                  <a:srgbClr val="312D2A"/>
                </a:solidFill>
              </a:defRPr>
            </a:lvl9pPr>
          </a:lstStyle>
          <a:p xmlns:a="http://schemas.openxmlformats.org/drawingml/2006/main">
            <a:pPr>
              <a:defRPr sz="1800" b="1">
                <a:solidFill>
                  <a:srgbClr val="312D2A"/>
                </a:solidFill>
              </a:defRPr>
            </a:pPr>
            <a:r>
              <a:rPr sz="1800" b="1">
                <a:solidFill>
                  <a:srgbClr val="312D2A"/>
                </a:solidFill>
              </a:rPr>
              <a:t>Investigation supervisor</a:t>
            </a:r>
          </a:p>
        </p:txBody>
      </p:sp>
      <p:sp>
        <p:nvSpPr>
          <p:cNvPr id="13" name="">
            <a:extLst xmlns:a="http://schemas.openxmlformats.org/drawingml/2006/main">
              <a:ext uri="{FF2B5EF4-FFF2-40B4-BE49-F238E27FC236}">
                <a16:creationId xmlns:a16="http://schemas.microsoft.com/office/drawing/2014/main" id="{D72F30DF-5E63-44D8-8876-AFC4C46E6981}"/>
              </a:ext>
            </a:extLst>
          </p:cNvPr>
          <p:cNvSpPr>
            <a:spLocks xmlns:a="http://schemas.openxmlformats.org/drawingml/2006/main" noGrp="1"/>
          </p:cNvSpPr>
          <p:nvPr/>
        </p:nvSpPr>
        <p:spPr>
          <a:xfrm xmlns:a="http://schemas.openxmlformats.org/drawingml/2006/main">
            <a:off x="4267200" y="2466975"/>
            <a:ext cx="365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6C655F"/>
                </a:solidFill>
              </a:defRPr>
            </a:defPPr>
            <a:lvl1pPr>
              <a:defRPr sz="1350" b="0">
                <a:solidFill>
                  <a:srgbClr val="6C655F"/>
                </a:solidFill>
              </a:defRPr>
            </a:lvl1pPr>
            <a:lvl2pPr>
              <a:defRPr sz="1350" b="0">
                <a:solidFill>
                  <a:srgbClr val="6C655F"/>
                </a:solidFill>
              </a:defRPr>
            </a:lvl2pPr>
            <a:lvl3pPr>
              <a:defRPr sz="1350" b="0">
                <a:solidFill>
                  <a:srgbClr val="6C655F"/>
                </a:solidFill>
              </a:defRPr>
            </a:lvl3pPr>
            <a:lvl4pPr>
              <a:defRPr sz="1350" b="0">
                <a:solidFill>
                  <a:srgbClr val="6C655F"/>
                </a:solidFill>
              </a:defRPr>
            </a:lvl4pPr>
            <a:lvl5pPr>
              <a:defRPr sz="1350" b="0">
                <a:solidFill>
                  <a:srgbClr val="6C655F"/>
                </a:solidFill>
              </a:defRPr>
            </a:lvl5pPr>
            <a:lvl6pPr>
              <a:defRPr sz="1350" b="0">
                <a:solidFill>
                  <a:srgbClr val="6C655F"/>
                </a:solidFill>
              </a:defRPr>
            </a:lvl6pPr>
            <a:lvl7pPr>
              <a:defRPr sz="1350" b="0">
                <a:solidFill>
                  <a:srgbClr val="6C655F"/>
                </a:solidFill>
              </a:defRPr>
            </a:lvl7pPr>
            <a:lvl8pPr>
              <a:defRPr sz="1350" b="0">
                <a:solidFill>
                  <a:srgbClr val="6C655F"/>
                </a:solidFill>
              </a:defRPr>
            </a:lvl8pPr>
            <a:lvl9pPr>
              <a:defRPr sz="1350" b="0">
                <a:solidFill>
                  <a:srgbClr val="6C655F"/>
                </a:solidFill>
              </a:defRPr>
            </a:lvl9pPr>
          </a:lstStyle>
          <a:p xmlns:a="http://schemas.openxmlformats.org/drawingml/2006/main">
            <a:pPr>
              <a:defRPr sz="1350" b="0">
                <a:solidFill>
                  <a:srgbClr val="6C655F"/>
                </a:solidFill>
              </a:defRPr>
            </a:pPr>
            <a:r>
              <a:rPr sz="1350" b="0">
                <a:solidFill>
                  <a:srgbClr val="6C655F"/>
                </a:solidFill>
              </a:rPr>
              <a:t>Routes request; preserves period and snapshot</a:t>
            </a:r>
          </a:p>
        </p:txBody>
      </p:sp>
      <p:sp>
        <p:nvSpPr>
          <p:cNvPr id="14" name="">
            <a:extLst xmlns:a="http://schemas.openxmlformats.org/drawingml/2006/main">
              <a:ext uri="{FF2B5EF4-FFF2-40B4-BE49-F238E27FC236}">
                <a16:creationId xmlns:a16="http://schemas.microsoft.com/office/drawing/2014/main" id="{A31D26A8-0F04-455E-BC00-3F7065BE57CF}"/>
              </a:ext>
            </a:extLst>
          </p:cNvPr>
          <p:cNvSpPr>
            <a:spLocks xmlns:a="http://schemas.openxmlformats.org/drawingml/2006/main" noGrp="1"/>
          </p:cNvSpPr>
          <p:nvPr/>
        </p:nvSpPr>
        <p:spPr>
          <a:xfrm xmlns:a="http://schemas.openxmlformats.org/drawingml/2006/main">
            <a:off x="762000" y="3543300"/>
            <a:ext cx="2381250" cy="140970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D9D3CC"/>
            </a:solidFill>
            <a:prstDash val="solid"/>
          </a:ln>
        </p:spPr>
      </p:sp>
      <p:sp>
        <p:nvSpPr>
          <p:cNvPr id="15" name="">
            <a:extLst xmlns:a="http://schemas.openxmlformats.org/drawingml/2006/main">
              <a:ext uri="{FF2B5EF4-FFF2-40B4-BE49-F238E27FC236}">
                <a16:creationId xmlns:a16="http://schemas.microsoft.com/office/drawing/2014/main" id="{ED1F5B94-177C-4178-B5AA-FF4D6F81D41D}"/>
              </a:ext>
            </a:extLst>
          </p:cNvPr>
          <p:cNvSpPr>
            <a:spLocks xmlns:a="http://schemas.openxmlformats.org/drawingml/2006/main" noGrp="1"/>
          </p:cNvSpPr>
          <p:nvPr/>
        </p:nvSpPr>
        <p:spPr>
          <a:xfrm xmlns:a="http://schemas.openxmlformats.org/drawingml/2006/main">
            <a:off x="762000" y="3657600"/>
            <a:ext cx="38100" cy="1181100"/>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CC770CA-B316-4E93-9B2A-9D952FF6157D}"/>
              </a:ext>
            </a:extLst>
          </p:cNvPr>
          <p:cNvSpPr>
            <a:spLocks xmlns:a="http://schemas.openxmlformats.org/drawingml/2006/main" noGrp="1"/>
          </p:cNvSpPr>
          <p:nvPr/>
        </p:nvSpPr>
        <p:spPr>
          <a:xfrm xmlns:a="http://schemas.openxmlformats.org/drawingml/2006/main">
            <a:off x="933450" y="3686175"/>
            <a:ext cx="2038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312D2A"/>
                </a:solidFill>
              </a:defRPr>
            </a:defPPr>
            <a:lvl1pPr>
              <a:defRPr sz="1575" b="1">
                <a:solidFill>
                  <a:srgbClr val="312D2A"/>
                </a:solidFill>
              </a:defRPr>
            </a:lvl1pPr>
            <a:lvl2pPr>
              <a:defRPr sz="1575" b="1">
                <a:solidFill>
                  <a:srgbClr val="312D2A"/>
                </a:solidFill>
              </a:defRPr>
            </a:lvl2pPr>
            <a:lvl3pPr>
              <a:defRPr sz="1575" b="1">
                <a:solidFill>
                  <a:srgbClr val="312D2A"/>
                </a:solidFill>
              </a:defRPr>
            </a:lvl3pPr>
            <a:lvl4pPr>
              <a:defRPr sz="1575" b="1">
                <a:solidFill>
                  <a:srgbClr val="312D2A"/>
                </a:solidFill>
              </a:defRPr>
            </a:lvl4pPr>
            <a:lvl5pPr>
              <a:defRPr sz="1575" b="1">
                <a:solidFill>
                  <a:srgbClr val="312D2A"/>
                </a:solidFill>
              </a:defRPr>
            </a:lvl5pPr>
            <a:lvl6pPr>
              <a:defRPr sz="1575" b="1">
                <a:solidFill>
                  <a:srgbClr val="312D2A"/>
                </a:solidFill>
              </a:defRPr>
            </a:lvl6pPr>
            <a:lvl7pPr>
              <a:defRPr sz="1575" b="1">
                <a:solidFill>
                  <a:srgbClr val="312D2A"/>
                </a:solidFill>
              </a:defRPr>
            </a:lvl7pPr>
            <a:lvl8pPr>
              <a:defRPr sz="1575" b="1">
                <a:solidFill>
                  <a:srgbClr val="312D2A"/>
                </a:solidFill>
              </a:defRPr>
            </a:lvl8pPr>
            <a:lvl9pPr>
              <a:defRPr sz="1575" b="1">
                <a:solidFill>
                  <a:srgbClr val="312D2A"/>
                </a:solidFill>
              </a:defRPr>
            </a:lvl9pPr>
          </a:lstStyle>
          <a:p xmlns:a="http://schemas.openxmlformats.org/drawingml/2006/main">
            <a:pPr>
              <a:defRPr sz="1575" b="1">
                <a:solidFill>
                  <a:srgbClr val="312D2A"/>
                </a:solidFill>
              </a:defRPr>
            </a:pPr>
            <a:r>
              <a:rPr sz="1575" b="1">
                <a:solidFill>
                  <a:srgbClr val="312D2A"/>
                </a:solidFill>
              </a:rPr>
              <a:t>Portfolio SQL</a:t>
            </a:r>
          </a:p>
        </p:txBody>
      </p:sp>
      <p:sp>
        <p:nvSpPr>
          <p:cNvPr id="17" name="">
            <a:extLst xmlns:a="http://schemas.openxmlformats.org/drawingml/2006/main">
              <a:ext uri="{FF2B5EF4-FFF2-40B4-BE49-F238E27FC236}">
                <a16:creationId xmlns:a16="http://schemas.microsoft.com/office/drawing/2014/main" id="{C9E42A08-D23C-441D-B92D-C13853CFC25D}"/>
              </a:ext>
            </a:extLst>
          </p:cNvPr>
          <p:cNvSpPr>
            <a:spLocks xmlns:a="http://schemas.openxmlformats.org/drawingml/2006/main" noGrp="1"/>
          </p:cNvSpPr>
          <p:nvPr/>
        </p:nvSpPr>
        <p:spPr>
          <a:xfrm xmlns:a="http://schemas.openxmlformats.org/drawingml/2006/main">
            <a:off x="933450" y="4086225"/>
            <a:ext cx="20383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Reporting context</a:t>
            </a:r>
          </a:p>
          <a:p xmlns:a="http://schemas.openxmlformats.org/drawingml/2006/main">
            <a:pPr>
              <a:defRPr sz="1425" b="0">
                <a:solidFill>
                  <a:srgbClr val="6C655F"/>
                </a:solidFill>
              </a:defRPr>
            </a:pPr>
            <a:r>
              <a:rPr sz="1425" b="0">
                <a:solidFill>
                  <a:srgbClr val="6C655F"/>
                </a:solidFill>
              </a:rPr>
              <a:t>Snapshot, trend and mix</a:t>
            </a:r>
          </a:p>
        </p:txBody>
      </p:sp>
      <p:sp>
        <p:nvSpPr>
          <p:cNvPr id="19" name="">
            <a:extLst xmlns:a="http://schemas.openxmlformats.org/drawingml/2006/main">
              <a:ext uri="{FF2B5EF4-FFF2-40B4-BE49-F238E27FC236}">
                <a16:creationId xmlns:a16="http://schemas.microsoft.com/office/drawing/2014/main" id="{22E69B4E-D48E-4009-95ED-262CB4A6ED0C}"/>
              </a:ext>
            </a:extLst>
          </p:cNvPr>
          <p:cNvSpPr>
            <a:spLocks xmlns:a="http://schemas.openxmlformats.org/drawingml/2006/main" noGrp="1"/>
          </p:cNvSpPr>
          <p:nvPr/>
        </p:nvSpPr>
        <p:spPr>
          <a:xfrm xmlns:a="http://schemas.openxmlformats.org/drawingml/2006/main">
            <a:off x="933450" y="5076825"/>
            <a:ext cx="22383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315F70"/>
                </a:solidFill>
              </a:defRPr>
            </a:defPPr>
            <a:lvl1pPr>
              <a:defRPr sz="1350" b="1">
                <a:solidFill>
                  <a:srgbClr val="315F70"/>
                </a:solidFill>
              </a:defRPr>
            </a:lvl1pPr>
            <a:lvl2pPr>
              <a:defRPr sz="1350" b="1">
                <a:solidFill>
                  <a:srgbClr val="315F70"/>
                </a:solidFill>
              </a:defRPr>
            </a:lvl2pPr>
            <a:lvl3pPr>
              <a:defRPr sz="1350" b="1">
                <a:solidFill>
                  <a:srgbClr val="315F70"/>
                </a:solidFill>
              </a:defRPr>
            </a:lvl3pPr>
            <a:lvl4pPr>
              <a:defRPr sz="1350" b="1">
                <a:solidFill>
                  <a:srgbClr val="315F70"/>
                </a:solidFill>
              </a:defRPr>
            </a:lvl4pPr>
            <a:lvl5pPr>
              <a:defRPr sz="1350" b="1">
                <a:solidFill>
                  <a:srgbClr val="315F70"/>
                </a:solidFill>
              </a:defRPr>
            </a:lvl5pPr>
            <a:lvl6pPr>
              <a:defRPr sz="1350" b="1">
                <a:solidFill>
                  <a:srgbClr val="315F70"/>
                </a:solidFill>
              </a:defRPr>
            </a:lvl6pPr>
            <a:lvl7pPr>
              <a:defRPr sz="1350" b="1">
                <a:solidFill>
                  <a:srgbClr val="315F70"/>
                </a:solidFill>
              </a:defRPr>
            </a:lvl7pPr>
            <a:lvl8pPr>
              <a:defRPr sz="1350" b="1">
                <a:solidFill>
                  <a:srgbClr val="315F70"/>
                </a:solidFill>
              </a:defRPr>
            </a:lvl8pPr>
            <a:lvl9pPr>
              <a:defRPr sz="1350" b="1">
                <a:solidFill>
                  <a:srgbClr val="315F70"/>
                </a:solidFill>
              </a:defRPr>
            </a:lvl9pPr>
          </a:lstStyle>
          <a:p xmlns:a="http://schemas.openxmlformats.org/drawingml/2006/main">
            <a:pPr>
              <a:defRPr sz="1350" b="1">
                <a:solidFill>
                  <a:srgbClr val="315F70"/>
                </a:solidFill>
              </a:defRPr>
            </a:pPr>
            <a:r>
              <a:rPr sz="1350" b="1">
                <a:solidFill>
                  <a:srgbClr val="315F70"/>
                </a:solidFill>
              </a:rPr>
              <a:t>4 SQL tools</a:t>
            </a:r>
          </a:p>
        </p:txBody>
      </p:sp>
      <p:sp>
        <p:nvSpPr>
          <p:cNvPr id="20" name="">
            <a:extLst xmlns:a="http://schemas.openxmlformats.org/drawingml/2006/main">
              <a:ext uri="{FF2B5EF4-FFF2-40B4-BE49-F238E27FC236}">
                <a16:creationId xmlns:a16="http://schemas.microsoft.com/office/drawing/2014/main" id="{EF6BDBA9-030E-460E-8A2D-AD2B726757DC}"/>
              </a:ext>
            </a:extLst>
          </p:cNvPr>
          <p:cNvSpPr>
            <a:spLocks xmlns:a="http://schemas.openxmlformats.org/drawingml/2006/main" noGrp="1"/>
          </p:cNvSpPr>
          <p:nvPr/>
        </p:nvSpPr>
        <p:spPr>
          <a:xfrm xmlns:a="http://schemas.openxmlformats.org/drawingml/2006/main">
            <a:off x="3524250" y="3543300"/>
            <a:ext cx="2381250" cy="140970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D9D3CC"/>
            </a:solidFill>
            <a:prstDash val="solid"/>
          </a:ln>
        </p:spPr>
      </p:sp>
      <p:sp>
        <p:nvSpPr>
          <p:cNvPr id="21" name="">
            <a:extLst xmlns:a="http://schemas.openxmlformats.org/drawingml/2006/main">
              <a:ext uri="{FF2B5EF4-FFF2-40B4-BE49-F238E27FC236}">
                <a16:creationId xmlns:a16="http://schemas.microsoft.com/office/drawing/2014/main" id="{E4534AA9-D97B-4B88-877B-49A5EFB3044F}"/>
              </a:ext>
            </a:extLst>
          </p:cNvPr>
          <p:cNvSpPr>
            <a:spLocks xmlns:a="http://schemas.openxmlformats.org/drawingml/2006/main" noGrp="1"/>
          </p:cNvSpPr>
          <p:nvPr/>
        </p:nvSpPr>
        <p:spPr>
          <a:xfrm xmlns:a="http://schemas.openxmlformats.org/drawingml/2006/main">
            <a:off x="3524250" y="3657600"/>
            <a:ext cx="38100" cy="1181100"/>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EE7CEB6-79A4-4813-BACE-A50B843A6218}"/>
              </a:ext>
            </a:extLst>
          </p:cNvPr>
          <p:cNvSpPr>
            <a:spLocks xmlns:a="http://schemas.openxmlformats.org/drawingml/2006/main" noGrp="1"/>
          </p:cNvSpPr>
          <p:nvPr/>
        </p:nvSpPr>
        <p:spPr>
          <a:xfrm xmlns:a="http://schemas.openxmlformats.org/drawingml/2006/main">
            <a:off x="3695700" y="3686175"/>
            <a:ext cx="2038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312D2A"/>
                </a:solidFill>
              </a:defRPr>
            </a:defPPr>
            <a:lvl1pPr>
              <a:defRPr sz="1575" b="1">
                <a:solidFill>
                  <a:srgbClr val="312D2A"/>
                </a:solidFill>
              </a:defRPr>
            </a:lvl1pPr>
            <a:lvl2pPr>
              <a:defRPr sz="1575" b="1">
                <a:solidFill>
                  <a:srgbClr val="312D2A"/>
                </a:solidFill>
              </a:defRPr>
            </a:lvl2pPr>
            <a:lvl3pPr>
              <a:defRPr sz="1575" b="1">
                <a:solidFill>
                  <a:srgbClr val="312D2A"/>
                </a:solidFill>
              </a:defRPr>
            </a:lvl3pPr>
            <a:lvl4pPr>
              <a:defRPr sz="1575" b="1">
                <a:solidFill>
                  <a:srgbClr val="312D2A"/>
                </a:solidFill>
              </a:defRPr>
            </a:lvl4pPr>
            <a:lvl5pPr>
              <a:defRPr sz="1575" b="1">
                <a:solidFill>
                  <a:srgbClr val="312D2A"/>
                </a:solidFill>
              </a:defRPr>
            </a:lvl5pPr>
            <a:lvl6pPr>
              <a:defRPr sz="1575" b="1">
                <a:solidFill>
                  <a:srgbClr val="312D2A"/>
                </a:solidFill>
              </a:defRPr>
            </a:lvl6pPr>
            <a:lvl7pPr>
              <a:defRPr sz="1575" b="1">
                <a:solidFill>
                  <a:srgbClr val="312D2A"/>
                </a:solidFill>
              </a:defRPr>
            </a:lvl7pPr>
            <a:lvl8pPr>
              <a:defRPr sz="1575" b="1">
                <a:solidFill>
                  <a:srgbClr val="312D2A"/>
                </a:solidFill>
              </a:defRPr>
            </a:lvl8pPr>
            <a:lvl9pPr>
              <a:defRPr sz="1575" b="1">
                <a:solidFill>
                  <a:srgbClr val="312D2A"/>
                </a:solidFill>
              </a:defRPr>
            </a:lvl9pPr>
          </a:lstStyle>
          <a:p xmlns:a="http://schemas.openxmlformats.org/drawingml/2006/main">
            <a:pPr>
              <a:defRPr sz="1575" b="1">
                <a:solidFill>
                  <a:srgbClr val="312D2A"/>
                </a:solidFill>
              </a:defRPr>
            </a:pPr>
            <a:r>
              <a:rPr sz="1575" b="1">
                <a:solidFill>
                  <a:srgbClr val="312D2A"/>
                </a:solidFill>
              </a:rPr>
              <a:t>Investigation SQL</a:t>
            </a:r>
          </a:p>
        </p:txBody>
      </p:sp>
      <p:sp>
        <p:nvSpPr>
          <p:cNvPr id="23" name="">
            <a:extLst xmlns:a="http://schemas.openxmlformats.org/drawingml/2006/main">
              <a:ext uri="{FF2B5EF4-FFF2-40B4-BE49-F238E27FC236}">
                <a16:creationId xmlns:a16="http://schemas.microsoft.com/office/drawing/2014/main" id="{568B2EE3-BA0D-46DB-8B12-BFD4D03CE940}"/>
              </a:ext>
            </a:extLst>
          </p:cNvPr>
          <p:cNvSpPr>
            <a:spLocks xmlns:a="http://schemas.openxmlformats.org/drawingml/2006/main" noGrp="1"/>
          </p:cNvSpPr>
          <p:nvPr/>
        </p:nvSpPr>
        <p:spPr>
          <a:xfrm xmlns:a="http://schemas.openxmlformats.org/drawingml/2006/main">
            <a:off x="3695700" y="4086225"/>
            <a:ext cx="20383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Ranked queue</a:t>
            </a:r>
          </a:p>
          <a:p xmlns:a="http://schemas.openxmlformats.org/drawingml/2006/main">
            <a:pPr>
              <a:defRPr sz="1425" b="0">
                <a:solidFill>
                  <a:srgbClr val="6C655F"/>
                </a:solidFill>
              </a:defRPr>
            </a:pPr>
            <a:r>
              <a:rPr sz="1425" b="0">
                <a:solidFill>
                  <a:srgbClr val="6C655F"/>
                </a:solidFill>
              </a:rPr>
              <a:t>Account totals + evidence</a:t>
            </a:r>
          </a:p>
        </p:txBody>
      </p:sp>
      <p:sp>
        <p:nvSpPr>
          <p:cNvPr id="25" name="">
            <a:extLst xmlns:a="http://schemas.openxmlformats.org/drawingml/2006/main">
              <a:ext uri="{FF2B5EF4-FFF2-40B4-BE49-F238E27FC236}">
                <a16:creationId xmlns:a16="http://schemas.microsoft.com/office/drawing/2014/main" id="{D2DB7330-CEA8-4A26-AB32-3165F87E3BB9}"/>
              </a:ext>
            </a:extLst>
          </p:cNvPr>
          <p:cNvSpPr>
            <a:spLocks xmlns:a="http://schemas.openxmlformats.org/drawingml/2006/main" noGrp="1"/>
          </p:cNvSpPr>
          <p:nvPr/>
        </p:nvSpPr>
        <p:spPr>
          <a:xfrm xmlns:a="http://schemas.openxmlformats.org/drawingml/2006/main">
            <a:off x="3695700" y="5076825"/>
            <a:ext cx="22383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315F70"/>
                </a:solidFill>
              </a:defRPr>
            </a:defPPr>
            <a:lvl1pPr>
              <a:defRPr sz="1350" b="1">
                <a:solidFill>
                  <a:srgbClr val="315F70"/>
                </a:solidFill>
              </a:defRPr>
            </a:lvl1pPr>
            <a:lvl2pPr>
              <a:defRPr sz="1350" b="1">
                <a:solidFill>
                  <a:srgbClr val="315F70"/>
                </a:solidFill>
              </a:defRPr>
            </a:lvl2pPr>
            <a:lvl3pPr>
              <a:defRPr sz="1350" b="1">
                <a:solidFill>
                  <a:srgbClr val="315F70"/>
                </a:solidFill>
              </a:defRPr>
            </a:lvl3pPr>
            <a:lvl4pPr>
              <a:defRPr sz="1350" b="1">
                <a:solidFill>
                  <a:srgbClr val="315F70"/>
                </a:solidFill>
              </a:defRPr>
            </a:lvl4pPr>
            <a:lvl5pPr>
              <a:defRPr sz="1350" b="1">
                <a:solidFill>
                  <a:srgbClr val="315F70"/>
                </a:solidFill>
              </a:defRPr>
            </a:lvl5pPr>
            <a:lvl6pPr>
              <a:defRPr sz="1350" b="1">
                <a:solidFill>
                  <a:srgbClr val="315F70"/>
                </a:solidFill>
              </a:defRPr>
            </a:lvl6pPr>
            <a:lvl7pPr>
              <a:defRPr sz="1350" b="1">
                <a:solidFill>
                  <a:srgbClr val="315F70"/>
                </a:solidFill>
              </a:defRPr>
            </a:lvl7pPr>
            <a:lvl8pPr>
              <a:defRPr sz="1350" b="1">
                <a:solidFill>
                  <a:srgbClr val="315F70"/>
                </a:solidFill>
              </a:defRPr>
            </a:lvl8pPr>
            <a:lvl9pPr>
              <a:defRPr sz="1350" b="1">
                <a:solidFill>
                  <a:srgbClr val="315F70"/>
                </a:solidFill>
              </a:defRPr>
            </a:lvl9pPr>
          </a:lstStyle>
          <a:p xmlns:a="http://schemas.openxmlformats.org/drawingml/2006/main">
            <a:pPr>
              <a:defRPr sz="1350" b="1">
                <a:solidFill>
                  <a:srgbClr val="315F70"/>
                </a:solidFill>
              </a:defRPr>
            </a:pPr>
            <a:r>
              <a:rPr sz="1350" b="1">
                <a:solidFill>
                  <a:srgbClr val="315F70"/>
                </a:solidFill>
              </a:rPr>
              <a:t>3 SQL tools</a:t>
            </a:r>
          </a:p>
        </p:txBody>
      </p:sp>
      <p:sp>
        <p:nvSpPr>
          <p:cNvPr id="26" name="">
            <a:extLst xmlns:a="http://schemas.openxmlformats.org/drawingml/2006/main">
              <a:ext uri="{FF2B5EF4-FFF2-40B4-BE49-F238E27FC236}">
                <a16:creationId xmlns:a16="http://schemas.microsoft.com/office/drawing/2014/main" id="{2A664D96-9A18-4174-AC5F-E8F2882B4537}"/>
              </a:ext>
            </a:extLst>
          </p:cNvPr>
          <p:cNvSpPr>
            <a:spLocks xmlns:a="http://schemas.openxmlformats.org/drawingml/2006/main" noGrp="1"/>
          </p:cNvSpPr>
          <p:nvPr/>
        </p:nvSpPr>
        <p:spPr>
          <a:xfrm xmlns:a="http://schemas.openxmlformats.org/drawingml/2006/main">
            <a:off x="6286500" y="3543300"/>
            <a:ext cx="2381250" cy="140970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D9D3CC"/>
            </a:solidFill>
            <a:prstDash val="solid"/>
          </a:ln>
        </p:spPr>
      </p:sp>
      <p:sp>
        <p:nvSpPr>
          <p:cNvPr id="27" name="">
            <a:extLst xmlns:a="http://schemas.openxmlformats.org/drawingml/2006/main">
              <a:ext uri="{FF2B5EF4-FFF2-40B4-BE49-F238E27FC236}">
                <a16:creationId xmlns:a16="http://schemas.microsoft.com/office/drawing/2014/main" id="{4125EA48-5F8E-4853-BD73-58E37CCDD676}"/>
              </a:ext>
            </a:extLst>
          </p:cNvPr>
          <p:cNvSpPr>
            <a:spLocks xmlns:a="http://schemas.openxmlformats.org/drawingml/2006/main" noGrp="1"/>
          </p:cNvSpPr>
          <p:nvPr/>
        </p:nvSpPr>
        <p:spPr>
          <a:xfrm xmlns:a="http://schemas.openxmlformats.org/drawingml/2006/main">
            <a:off x="6286500" y="3657600"/>
            <a:ext cx="38100" cy="1181100"/>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7FB98B78-B5F2-4B5D-BCCA-385B876394A2}"/>
              </a:ext>
            </a:extLst>
          </p:cNvPr>
          <p:cNvSpPr>
            <a:spLocks xmlns:a="http://schemas.openxmlformats.org/drawingml/2006/main" noGrp="1"/>
          </p:cNvSpPr>
          <p:nvPr/>
        </p:nvSpPr>
        <p:spPr>
          <a:xfrm xmlns:a="http://schemas.openxmlformats.org/drawingml/2006/main">
            <a:off x="6457950" y="3686175"/>
            <a:ext cx="2038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312D2A"/>
                </a:solidFill>
              </a:defRPr>
            </a:defPPr>
            <a:lvl1pPr>
              <a:defRPr sz="1575" b="1">
                <a:solidFill>
                  <a:srgbClr val="312D2A"/>
                </a:solidFill>
              </a:defRPr>
            </a:lvl1pPr>
            <a:lvl2pPr>
              <a:defRPr sz="1575" b="1">
                <a:solidFill>
                  <a:srgbClr val="312D2A"/>
                </a:solidFill>
              </a:defRPr>
            </a:lvl2pPr>
            <a:lvl3pPr>
              <a:defRPr sz="1575" b="1">
                <a:solidFill>
                  <a:srgbClr val="312D2A"/>
                </a:solidFill>
              </a:defRPr>
            </a:lvl3pPr>
            <a:lvl4pPr>
              <a:defRPr sz="1575" b="1">
                <a:solidFill>
                  <a:srgbClr val="312D2A"/>
                </a:solidFill>
              </a:defRPr>
            </a:lvl4pPr>
            <a:lvl5pPr>
              <a:defRPr sz="1575" b="1">
                <a:solidFill>
                  <a:srgbClr val="312D2A"/>
                </a:solidFill>
              </a:defRPr>
            </a:lvl5pPr>
            <a:lvl6pPr>
              <a:defRPr sz="1575" b="1">
                <a:solidFill>
                  <a:srgbClr val="312D2A"/>
                </a:solidFill>
              </a:defRPr>
            </a:lvl6pPr>
            <a:lvl7pPr>
              <a:defRPr sz="1575" b="1">
                <a:solidFill>
                  <a:srgbClr val="312D2A"/>
                </a:solidFill>
              </a:defRPr>
            </a:lvl7pPr>
            <a:lvl8pPr>
              <a:defRPr sz="1575" b="1">
                <a:solidFill>
                  <a:srgbClr val="312D2A"/>
                </a:solidFill>
              </a:defRPr>
            </a:lvl8pPr>
            <a:lvl9pPr>
              <a:defRPr sz="1575" b="1">
                <a:solidFill>
                  <a:srgbClr val="312D2A"/>
                </a:solidFill>
              </a:defRPr>
            </a:lvl9pPr>
          </a:lstStyle>
          <a:p xmlns:a="http://schemas.openxmlformats.org/drawingml/2006/main">
            <a:pPr>
              <a:defRPr sz="1575" b="1">
                <a:solidFill>
                  <a:srgbClr val="312D2A"/>
                </a:solidFill>
              </a:defRPr>
            </a:pPr>
            <a:r>
              <a:rPr sz="1575" b="1">
                <a:solidFill>
                  <a:srgbClr val="312D2A"/>
                </a:solidFill>
              </a:rPr>
              <a:t>Policy RAG</a:t>
            </a:r>
          </a:p>
        </p:txBody>
      </p:sp>
      <p:sp>
        <p:nvSpPr>
          <p:cNvPr id="29" name="">
            <a:extLst xmlns:a="http://schemas.openxmlformats.org/drawingml/2006/main">
              <a:ext uri="{FF2B5EF4-FFF2-40B4-BE49-F238E27FC236}">
                <a16:creationId xmlns:a16="http://schemas.microsoft.com/office/drawing/2014/main" id="{5C4EFF76-9E80-418C-BD82-ACAF9456351E}"/>
              </a:ext>
            </a:extLst>
          </p:cNvPr>
          <p:cNvSpPr>
            <a:spLocks xmlns:a="http://schemas.openxmlformats.org/drawingml/2006/main" noGrp="1"/>
          </p:cNvSpPr>
          <p:nvPr/>
        </p:nvSpPr>
        <p:spPr>
          <a:xfrm xmlns:a="http://schemas.openxmlformats.org/drawingml/2006/main">
            <a:off x="6457950" y="4086225"/>
            <a:ext cx="20383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Policy + definitions</a:t>
            </a:r>
          </a:p>
          <a:p xmlns:a="http://schemas.openxmlformats.org/drawingml/2006/main">
            <a:pPr>
              <a:defRPr sz="1425" b="0">
                <a:solidFill>
                  <a:srgbClr val="6C655F"/>
                </a:solidFill>
              </a:defRPr>
            </a:pPr>
            <a:r>
              <a:rPr sz="1425" b="0">
                <a:solidFill>
                  <a:srgbClr val="6C655F"/>
                </a:solidFill>
              </a:rPr>
              <a:t>Sources and document version</a:t>
            </a:r>
          </a:p>
        </p:txBody>
      </p:sp>
      <p:sp>
        <p:nvSpPr>
          <p:cNvPr id="31" name="">
            <a:extLst xmlns:a="http://schemas.openxmlformats.org/drawingml/2006/main">
              <a:ext uri="{FF2B5EF4-FFF2-40B4-BE49-F238E27FC236}">
                <a16:creationId xmlns:a16="http://schemas.microsoft.com/office/drawing/2014/main" id="{29B06276-1BCD-45DE-AE12-AD1630BDC709}"/>
              </a:ext>
            </a:extLst>
          </p:cNvPr>
          <p:cNvSpPr>
            <a:spLocks xmlns:a="http://schemas.openxmlformats.org/drawingml/2006/main" noGrp="1"/>
          </p:cNvSpPr>
          <p:nvPr/>
        </p:nvSpPr>
        <p:spPr>
          <a:xfrm xmlns:a="http://schemas.openxmlformats.org/drawingml/2006/main">
            <a:off x="6457950" y="5076825"/>
            <a:ext cx="22383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315F70"/>
                </a:solidFill>
              </a:defRPr>
            </a:defPPr>
            <a:lvl1pPr>
              <a:defRPr sz="1350" b="1">
                <a:solidFill>
                  <a:srgbClr val="315F70"/>
                </a:solidFill>
              </a:defRPr>
            </a:lvl1pPr>
            <a:lvl2pPr>
              <a:defRPr sz="1350" b="1">
                <a:solidFill>
                  <a:srgbClr val="315F70"/>
                </a:solidFill>
              </a:defRPr>
            </a:lvl2pPr>
            <a:lvl3pPr>
              <a:defRPr sz="1350" b="1">
                <a:solidFill>
                  <a:srgbClr val="315F70"/>
                </a:solidFill>
              </a:defRPr>
            </a:lvl3pPr>
            <a:lvl4pPr>
              <a:defRPr sz="1350" b="1">
                <a:solidFill>
                  <a:srgbClr val="315F70"/>
                </a:solidFill>
              </a:defRPr>
            </a:lvl4pPr>
            <a:lvl5pPr>
              <a:defRPr sz="1350" b="1">
                <a:solidFill>
                  <a:srgbClr val="315F70"/>
                </a:solidFill>
              </a:defRPr>
            </a:lvl5pPr>
            <a:lvl6pPr>
              <a:defRPr sz="1350" b="1">
                <a:solidFill>
                  <a:srgbClr val="315F70"/>
                </a:solidFill>
              </a:defRPr>
            </a:lvl6pPr>
            <a:lvl7pPr>
              <a:defRPr sz="1350" b="1">
                <a:solidFill>
                  <a:srgbClr val="315F70"/>
                </a:solidFill>
              </a:defRPr>
            </a:lvl7pPr>
            <a:lvl8pPr>
              <a:defRPr sz="1350" b="1">
                <a:solidFill>
                  <a:srgbClr val="315F70"/>
                </a:solidFill>
              </a:defRPr>
            </a:lvl8pPr>
            <a:lvl9pPr>
              <a:defRPr sz="1350" b="1">
                <a:solidFill>
                  <a:srgbClr val="315F70"/>
                </a:solidFill>
              </a:defRPr>
            </a:lvl9pPr>
          </a:lstStyle>
          <a:p xmlns:a="http://schemas.openxmlformats.org/drawingml/2006/main">
            <a:pPr>
              <a:defRPr sz="1350" b="1">
                <a:solidFill>
                  <a:srgbClr val="315F70"/>
                </a:solidFill>
              </a:defRPr>
            </a:pPr>
            <a:r>
              <a:rPr sz="1350" b="1">
                <a:solidFill>
                  <a:srgbClr val="315F70"/>
                </a:solidFill>
              </a:rPr>
              <a:t>1 RAG tool</a:t>
            </a:r>
          </a:p>
        </p:txBody>
      </p:sp>
      <p:sp>
        <p:nvSpPr>
          <p:cNvPr id="32" name="">
            <a:extLst xmlns:a="http://schemas.openxmlformats.org/drawingml/2006/main">
              <a:ext uri="{FF2B5EF4-FFF2-40B4-BE49-F238E27FC236}">
                <a16:creationId xmlns:a16="http://schemas.microsoft.com/office/drawing/2014/main" id="{3D2E03D8-271D-45C0-8EBE-C38A3B3D2A39}"/>
              </a:ext>
            </a:extLst>
          </p:cNvPr>
          <p:cNvSpPr>
            <a:spLocks xmlns:a="http://schemas.openxmlformats.org/drawingml/2006/main" noGrp="1"/>
          </p:cNvSpPr>
          <p:nvPr/>
        </p:nvSpPr>
        <p:spPr>
          <a:xfrm xmlns:a="http://schemas.openxmlformats.org/drawingml/2006/main">
            <a:off x="9048750" y="3543300"/>
            <a:ext cx="2381250" cy="140970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D9D3CC"/>
            </a:solidFill>
            <a:prstDash val="solid"/>
          </a:ln>
        </p:spPr>
      </p:sp>
      <p:sp>
        <p:nvSpPr>
          <p:cNvPr id="33" name="">
            <a:extLst xmlns:a="http://schemas.openxmlformats.org/drawingml/2006/main">
              <a:ext uri="{FF2B5EF4-FFF2-40B4-BE49-F238E27FC236}">
                <a16:creationId xmlns:a16="http://schemas.microsoft.com/office/drawing/2014/main" id="{8D1445A9-8A8B-471E-A0D2-C7128C728382}"/>
              </a:ext>
            </a:extLst>
          </p:cNvPr>
          <p:cNvSpPr>
            <a:spLocks xmlns:a="http://schemas.openxmlformats.org/drawingml/2006/main" noGrp="1"/>
          </p:cNvSpPr>
          <p:nvPr/>
        </p:nvSpPr>
        <p:spPr>
          <a:xfrm xmlns:a="http://schemas.openxmlformats.org/drawingml/2006/main">
            <a:off x="9048750" y="3657600"/>
            <a:ext cx="38100" cy="1181100"/>
          </a:xfrm>
          <a:prstGeom xmlns:a="http://schemas.openxmlformats.org/drawingml/2006/main" prst="rect">
            <a:avLst/>
          </a:prstGeom>
          <a:solidFill xmlns:a="http://schemas.openxmlformats.org/drawingml/2006/main">
            <a:srgbClr val="315F7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E8CA916-8248-4C07-832C-336E3DBF5E51}"/>
              </a:ext>
            </a:extLst>
          </p:cNvPr>
          <p:cNvSpPr>
            <a:spLocks xmlns:a="http://schemas.openxmlformats.org/drawingml/2006/main" noGrp="1"/>
          </p:cNvSpPr>
          <p:nvPr/>
        </p:nvSpPr>
        <p:spPr>
          <a:xfrm xmlns:a="http://schemas.openxmlformats.org/drawingml/2006/main">
            <a:off x="9220200" y="3686175"/>
            <a:ext cx="2038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312D2A"/>
                </a:solidFill>
              </a:defRPr>
            </a:defPPr>
            <a:lvl1pPr>
              <a:defRPr sz="1575" b="1">
                <a:solidFill>
                  <a:srgbClr val="312D2A"/>
                </a:solidFill>
              </a:defRPr>
            </a:lvl1pPr>
            <a:lvl2pPr>
              <a:defRPr sz="1575" b="1">
                <a:solidFill>
                  <a:srgbClr val="312D2A"/>
                </a:solidFill>
              </a:defRPr>
            </a:lvl2pPr>
            <a:lvl3pPr>
              <a:defRPr sz="1575" b="1">
                <a:solidFill>
                  <a:srgbClr val="312D2A"/>
                </a:solidFill>
              </a:defRPr>
            </a:lvl3pPr>
            <a:lvl4pPr>
              <a:defRPr sz="1575" b="1">
                <a:solidFill>
                  <a:srgbClr val="312D2A"/>
                </a:solidFill>
              </a:defRPr>
            </a:lvl4pPr>
            <a:lvl5pPr>
              <a:defRPr sz="1575" b="1">
                <a:solidFill>
                  <a:srgbClr val="312D2A"/>
                </a:solidFill>
              </a:defRPr>
            </a:lvl5pPr>
            <a:lvl6pPr>
              <a:defRPr sz="1575" b="1">
                <a:solidFill>
                  <a:srgbClr val="312D2A"/>
                </a:solidFill>
              </a:defRPr>
            </a:lvl6pPr>
            <a:lvl7pPr>
              <a:defRPr sz="1575" b="1">
                <a:solidFill>
                  <a:srgbClr val="312D2A"/>
                </a:solidFill>
              </a:defRPr>
            </a:lvl7pPr>
            <a:lvl8pPr>
              <a:defRPr sz="1575" b="1">
                <a:solidFill>
                  <a:srgbClr val="312D2A"/>
                </a:solidFill>
              </a:defRPr>
            </a:lvl8pPr>
            <a:lvl9pPr>
              <a:defRPr sz="1575" b="1">
                <a:solidFill>
                  <a:srgbClr val="312D2A"/>
                </a:solidFill>
              </a:defRPr>
            </a:lvl9pPr>
          </a:lstStyle>
          <a:p xmlns:a="http://schemas.openxmlformats.org/drawingml/2006/main">
            <a:pPr>
              <a:defRPr sz="1575" b="1">
                <a:solidFill>
                  <a:srgbClr val="312D2A"/>
                </a:solidFill>
              </a:defRPr>
            </a:pPr>
            <a:r>
              <a:rPr sz="1575" b="1">
                <a:solidFill>
                  <a:srgbClr val="312D2A"/>
                </a:solidFill>
              </a:rPr>
              <a:t>Brief composition</a:t>
            </a:r>
          </a:p>
        </p:txBody>
      </p:sp>
      <p:sp>
        <p:nvSpPr>
          <p:cNvPr id="35" name="">
            <a:extLst xmlns:a="http://schemas.openxmlformats.org/drawingml/2006/main">
              <a:ext uri="{FF2B5EF4-FFF2-40B4-BE49-F238E27FC236}">
                <a16:creationId xmlns:a16="http://schemas.microsoft.com/office/drawing/2014/main" id="{B43EAB09-7A05-4A02-94EF-13B9D9B1CB59}"/>
              </a:ext>
            </a:extLst>
          </p:cNvPr>
          <p:cNvSpPr>
            <a:spLocks xmlns:a="http://schemas.openxmlformats.org/drawingml/2006/main" noGrp="1"/>
          </p:cNvSpPr>
          <p:nvPr/>
        </p:nvSpPr>
        <p:spPr>
          <a:xfrm xmlns:a="http://schemas.openxmlformats.org/drawingml/2006/main">
            <a:off x="9220200" y="4086225"/>
            <a:ext cx="20383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C655F"/>
                </a:solidFill>
              </a:defRPr>
            </a:defPPr>
            <a:lvl1pPr>
              <a:defRPr sz="1425" b="0">
                <a:solidFill>
                  <a:srgbClr val="6C655F"/>
                </a:solidFill>
              </a:defRPr>
            </a:lvl1pPr>
            <a:lvl2pPr>
              <a:defRPr sz="1425" b="0">
                <a:solidFill>
                  <a:srgbClr val="6C655F"/>
                </a:solidFill>
              </a:defRPr>
            </a:lvl2pPr>
            <a:lvl3pPr>
              <a:defRPr sz="1425" b="0">
                <a:solidFill>
                  <a:srgbClr val="6C655F"/>
                </a:solidFill>
              </a:defRPr>
            </a:lvl3pPr>
            <a:lvl4pPr>
              <a:defRPr sz="1425" b="0">
                <a:solidFill>
                  <a:srgbClr val="6C655F"/>
                </a:solidFill>
              </a:defRPr>
            </a:lvl4pPr>
            <a:lvl5pPr>
              <a:defRPr sz="1425" b="0">
                <a:solidFill>
                  <a:srgbClr val="6C655F"/>
                </a:solidFill>
              </a:defRPr>
            </a:lvl5pPr>
            <a:lvl6pPr>
              <a:defRPr sz="1425" b="0">
                <a:solidFill>
                  <a:srgbClr val="6C655F"/>
                </a:solidFill>
              </a:defRPr>
            </a:lvl6pPr>
            <a:lvl7pPr>
              <a:defRPr sz="1425" b="0">
                <a:solidFill>
                  <a:srgbClr val="6C655F"/>
                </a:solidFill>
              </a:defRPr>
            </a:lvl7pPr>
            <a:lvl8pPr>
              <a:defRPr sz="1425" b="0">
                <a:solidFill>
                  <a:srgbClr val="6C655F"/>
                </a:solidFill>
              </a:defRPr>
            </a:lvl8pPr>
            <a:lvl9pPr>
              <a:defRPr sz="1425" b="0">
                <a:solidFill>
                  <a:srgbClr val="6C655F"/>
                </a:solidFill>
              </a:defRPr>
            </a:lvl9pPr>
          </a:lstStyle>
          <a:p xmlns:a="http://schemas.openxmlformats.org/drawingml/2006/main">
            <a:pPr>
              <a:defRPr sz="1425" b="0">
                <a:solidFill>
                  <a:srgbClr val="6C655F"/>
                </a:solidFill>
              </a:defRPr>
            </a:pPr>
            <a:r>
              <a:rPr sz="1425" b="0">
                <a:solidFill>
                  <a:srgbClr val="6C655F"/>
                </a:solidFill>
              </a:rPr>
              <a:t>Literal evidence_packet</a:t>
            </a:r>
          </a:p>
          <a:p xmlns:a="http://schemas.openxmlformats.org/drawingml/2006/main">
            <a:pPr>
              <a:defRPr sz="1425" b="0">
                <a:solidFill>
                  <a:srgbClr val="6C655F"/>
                </a:solidFill>
              </a:defRPr>
            </a:pPr>
            <a:r>
              <a:rPr sz="1425" b="0">
                <a:solidFill>
                  <a:srgbClr val="6C655F"/>
                </a:solidFill>
              </a:rPr>
              <a:t>Markdown tables + citations</a:t>
            </a:r>
          </a:p>
        </p:txBody>
      </p:sp>
      <p:sp>
        <p:nvSpPr>
          <p:cNvPr id="37" name="">
            <a:extLst xmlns:a="http://schemas.openxmlformats.org/drawingml/2006/main">
              <a:ext uri="{FF2B5EF4-FFF2-40B4-BE49-F238E27FC236}">
                <a16:creationId xmlns:a16="http://schemas.microsoft.com/office/drawing/2014/main" id="{154DAF38-BAB1-453F-BF61-9ADD42BA3A13}"/>
              </a:ext>
            </a:extLst>
          </p:cNvPr>
          <p:cNvSpPr>
            <a:spLocks xmlns:a="http://schemas.openxmlformats.org/drawingml/2006/main" noGrp="1"/>
          </p:cNvSpPr>
          <p:nvPr/>
        </p:nvSpPr>
        <p:spPr>
          <a:xfrm xmlns:a="http://schemas.openxmlformats.org/drawingml/2006/main">
            <a:off x="9220200" y="5076825"/>
            <a:ext cx="22383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315F70"/>
                </a:solidFill>
              </a:defRPr>
            </a:defPPr>
            <a:lvl1pPr>
              <a:defRPr sz="1350" b="1">
                <a:solidFill>
                  <a:srgbClr val="315F70"/>
                </a:solidFill>
              </a:defRPr>
            </a:lvl1pPr>
            <a:lvl2pPr>
              <a:defRPr sz="1350" b="1">
                <a:solidFill>
                  <a:srgbClr val="315F70"/>
                </a:solidFill>
              </a:defRPr>
            </a:lvl2pPr>
            <a:lvl3pPr>
              <a:defRPr sz="1350" b="1">
                <a:solidFill>
                  <a:srgbClr val="315F70"/>
                </a:solidFill>
              </a:defRPr>
            </a:lvl3pPr>
            <a:lvl4pPr>
              <a:defRPr sz="1350" b="1">
                <a:solidFill>
                  <a:srgbClr val="315F70"/>
                </a:solidFill>
              </a:defRPr>
            </a:lvl4pPr>
            <a:lvl5pPr>
              <a:defRPr sz="1350" b="1">
                <a:solidFill>
                  <a:srgbClr val="315F70"/>
                </a:solidFill>
              </a:defRPr>
            </a:lvl5pPr>
            <a:lvl6pPr>
              <a:defRPr sz="1350" b="1">
                <a:solidFill>
                  <a:srgbClr val="315F70"/>
                </a:solidFill>
              </a:defRPr>
            </a:lvl6pPr>
            <a:lvl7pPr>
              <a:defRPr sz="1350" b="1">
                <a:solidFill>
                  <a:srgbClr val="315F70"/>
                </a:solidFill>
              </a:defRPr>
            </a:lvl7pPr>
            <a:lvl8pPr>
              <a:defRPr sz="1350" b="1">
                <a:solidFill>
                  <a:srgbClr val="315F70"/>
                </a:solidFill>
              </a:defRPr>
            </a:lvl8pPr>
            <a:lvl9pPr>
              <a:defRPr sz="1350" b="1">
                <a:solidFill>
                  <a:srgbClr val="315F70"/>
                </a:solidFill>
              </a:defRPr>
            </a:lvl9pPr>
          </a:lstStyle>
          <a:p xmlns:a="http://schemas.openxmlformats.org/drawingml/2006/main">
            <a:pPr>
              <a:defRPr sz="1350" b="1">
                <a:solidFill>
                  <a:srgbClr val="315F70"/>
                </a:solidFill>
              </a:defRPr>
            </a:pPr>
            <a:r>
              <a:rPr sz="1350" b="1">
                <a:solidFill>
                  <a:srgbClr val="315F70"/>
                </a:solidFill>
              </a:rPr>
              <a:t>1 Prompt tool</a:t>
            </a:r>
          </a:p>
        </p:txBody>
      </p:sp>
      <p:sp>
        <p:nvSpPr>
          <p:cNvPr id="38" name="">
            <a:extLst xmlns:a="http://schemas.openxmlformats.org/drawingml/2006/main">
              <a:ext uri="{FF2B5EF4-FFF2-40B4-BE49-F238E27FC236}">
                <a16:creationId xmlns:a16="http://schemas.microsoft.com/office/drawing/2014/main" id="{FA2F401C-571D-493F-9A12-45BD3E8316DB}"/>
              </a:ext>
            </a:extLst>
          </p:cNvPr>
          <p:cNvSpPr>
            <a:spLocks xmlns:a="http://schemas.openxmlformats.org/drawingml/2006/main" noGrp="1"/>
          </p:cNvSpPr>
          <p:nvPr/>
        </p:nvSpPr>
        <p:spPr>
          <a:xfrm xmlns:a="http://schemas.openxmlformats.org/drawingml/2006/main">
            <a:off x="762000" y="5591175"/>
            <a:ext cx="10668000" cy="542925"/>
          </a:xfrm>
          <a:prstGeom xmlns:a="http://schemas.openxmlformats.org/drawingml/2006/main" prst="roundRect">
            <a:avLst>
              <a:gd name="adj" fmla="val 14035"/>
            </a:avLst>
          </a:prstGeom>
          <a:solidFill xmlns:a="http://schemas.openxmlformats.org/drawingml/2006/main">
            <a:srgbClr val="F7F5F1"/>
          </a:solidFill>
          <a:ln xmlns:a="http://schemas.openxmlformats.org/drawingml/2006/main" w="9525">
            <a:solidFill>
              <a:srgbClr val="D9D3CC"/>
            </a:solidFill>
            <a:prstDash val="solid"/>
          </a:ln>
        </p:spPr>
      </p:sp>
      <p:sp>
        <p:nvSpPr>
          <p:cNvPr id="39" name="">
            <a:extLst xmlns:a="http://schemas.openxmlformats.org/drawingml/2006/main">
              <a:ext uri="{FF2B5EF4-FFF2-40B4-BE49-F238E27FC236}">
                <a16:creationId xmlns:a16="http://schemas.microsoft.com/office/drawing/2014/main" id="{DE3DDCAF-0014-43F4-B7A8-259C4695C3AC}"/>
              </a:ext>
            </a:extLst>
          </p:cNvPr>
          <p:cNvSpPr>
            <a:spLocks xmlns:a="http://schemas.openxmlformats.org/drawingml/2006/main" noGrp="1"/>
          </p:cNvSpPr>
          <p:nvPr/>
        </p:nvSpPr>
        <p:spPr>
          <a:xfrm xmlns:a="http://schemas.openxmlformats.org/drawingml/2006/main">
            <a:off x="933450" y="5667375"/>
            <a:ext cx="10325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6C655F"/>
                </a:solidFill>
              </a:defRPr>
            </a:defPPr>
            <a:lvl1pPr>
              <a:defRPr sz="1350" b="0">
                <a:solidFill>
                  <a:srgbClr val="6C655F"/>
                </a:solidFill>
              </a:defRPr>
            </a:lvl1pPr>
            <a:lvl2pPr>
              <a:defRPr sz="1350" b="0">
                <a:solidFill>
                  <a:srgbClr val="6C655F"/>
                </a:solidFill>
              </a:defRPr>
            </a:lvl2pPr>
            <a:lvl3pPr>
              <a:defRPr sz="1350" b="0">
                <a:solidFill>
                  <a:srgbClr val="6C655F"/>
                </a:solidFill>
              </a:defRPr>
            </a:lvl3pPr>
            <a:lvl4pPr>
              <a:defRPr sz="1350" b="0">
                <a:solidFill>
                  <a:srgbClr val="6C655F"/>
                </a:solidFill>
              </a:defRPr>
            </a:lvl4pPr>
            <a:lvl5pPr>
              <a:defRPr sz="1350" b="0">
                <a:solidFill>
                  <a:srgbClr val="6C655F"/>
                </a:solidFill>
              </a:defRPr>
            </a:lvl5pPr>
            <a:lvl6pPr>
              <a:defRPr sz="1350" b="0">
                <a:solidFill>
                  <a:srgbClr val="6C655F"/>
                </a:solidFill>
              </a:defRPr>
            </a:lvl6pPr>
            <a:lvl7pPr>
              <a:defRPr sz="1350" b="0">
                <a:solidFill>
                  <a:srgbClr val="6C655F"/>
                </a:solidFill>
              </a:defRPr>
            </a:lvl7pPr>
            <a:lvl8pPr>
              <a:defRPr sz="1350" b="0">
                <a:solidFill>
                  <a:srgbClr val="6C655F"/>
                </a:solidFill>
              </a:defRPr>
            </a:lvl8pPr>
            <a:lvl9pPr>
              <a:defRPr sz="1350" b="0">
                <a:solidFill>
                  <a:srgbClr val="6C655F"/>
                </a:solidFill>
              </a:defRPr>
            </a:lvl9pPr>
          </a:lstStyle>
          <a:p xmlns:a="http://schemas.openxmlformats.org/drawingml/2006/main">
            <a:pPr>
              <a:defRPr sz="1350" b="0">
                <a:solidFill>
                  <a:srgbClr val="6C655F"/>
                </a:solidFill>
              </a:defRPr>
            </a:pPr>
            <a:r>
              <a:rPr sz="1350" b="0">
                <a:solidFill>
                  <a:srgbClr val="6C655F"/>
                </a:solidFill>
              </a:rPr>
              <a:t>Period + snapshot + account   •   Actual SQL rows   •   Cited policy   •   Explicit gaps and human review</a:t>
            </a:r>
          </a:p>
        </p:txBody>
      </p:sp>
    </p:spTree>
    <p:extLst>
      <p:ext uri="{BB962C8B-B14F-4D97-AF65-F5344CB8AC3E}">
        <p14:creationId xmlns:p14="http://schemas.microsoft.com/office/powerpoint/2010/main" val="166011796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0E00F0-9028-40E9-8560-BAE9F2AEE6CD}"/>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Deploy once; keep client transports separate</a:t>
            </a:r>
          </a:p>
        </p:txBody>
      </p:sp>
      <p:sp>
        <p:nvSpPr>
          <p:cNvPr id="5" name="Text Placeholder 4">
            <a:extLst xmlns:a="http://schemas.openxmlformats.org/drawingml/2006/main">
              <a:ext uri="{FF2B5EF4-FFF2-40B4-BE49-F238E27FC236}">
                <a16:creationId xmlns:a16="http://schemas.microsoft.com/office/drawing/2014/main" id="{3162F71A-E47A-49A8-9C13-50E4255DFB6A}"/>
              </a:ext>
            </a:extLst>
          </p:cNvPr>
          <p:cNvSpPr>
            <a:spLocks xmlns:a="http://schemas.openxmlformats.org/drawingml/2006/main" noGrp="1"/>
          </p:cNvSpPr>
          <p:nvPr>
            <p:ph type="body" idx="11"/>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Agent card → deployment → AI Registry → Agent Hub or local application</a:t>
            </a:r>
          </a:p>
        </p:txBody>
      </p:sp>
      <p:sp>
        <p:nvSpPr>
          <p:cNvPr id="6" name="TextBox 5">
            <a:extLst xmlns:a="http://schemas.openxmlformats.org/drawingml/2006/main">
              <a:ext uri="{FF2B5EF4-FFF2-40B4-BE49-F238E27FC236}">
                <a16:creationId xmlns:a16="http://schemas.microsoft.com/office/drawing/2014/main" id="{341FF255-C28D-4EE0-9BDE-21654334A575}"/>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7" name="TextBox 6">
            <a:extLst xmlns:a="http://schemas.openxmlformats.org/drawingml/2006/main">
              <a:ext uri="{FF2B5EF4-FFF2-40B4-BE49-F238E27FC236}">
                <a16:creationId xmlns:a16="http://schemas.microsoft.com/office/drawing/2014/main" id="{B882F84C-6BAD-43BB-AD41-622FC00BD470}"/>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8</a:t>
            </a:r>
          </a:p>
        </p:txBody>
      </p:sp>
      <p:sp>
        <p:nvSpPr>
          <p:cNvPr id="8" name="">
            <a:extLst xmlns:a="http://schemas.openxmlformats.org/drawingml/2006/main">
              <a:ext uri="{FF2B5EF4-FFF2-40B4-BE49-F238E27FC236}">
                <a16:creationId xmlns:a16="http://schemas.microsoft.com/office/drawing/2014/main" id="{6A2ABB05-AF9D-40B0-AD19-AF0832C1ABDB}"/>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618E48B-1C31-4274-A2CE-9D05171CBBAE}"/>
              </a:ext>
            </a:extLst>
          </p:cNvPr>
          <p:cNvSpPr>
            <a:spLocks xmlns:a="http://schemas.openxmlformats.org/drawingml/2006/main" noGrp="1"/>
          </p:cNvSpPr>
          <p:nvPr/>
        </p:nvSpPr>
        <p:spPr>
          <a:xfrm xmlns:a="http://schemas.openxmlformats.org/drawingml/2006/main">
            <a:off x="762000" y="1809750"/>
            <a:ext cx="10668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315F70"/>
                </a:solidFill>
              </a:defRPr>
            </a:defPPr>
            <a:lvl1pPr>
              <a:defRPr sz="1800" b="1">
                <a:solidFill>
                  <a:srgbClr val="315F70"/>
                </a:solidFill>
              </a:defRPr>
            </a:lvl1pPr>
            <a:lvl2pPr>
              <a:defRPr sz="1800" b="1">
                <a:solidFill>
                  <a:srgbClr val="315F70"/>
                </a:solidFill>
              </a:defRPr>
            </a:lvl2pPr>
            <a:lvl3pPr>
              <a:defRPr sz="1800" b="1">
                <a:solidFill>
                  <a:srgbClr val="315F70"/>
                </a:solidFill>
              </a:defRPr>
            </a:lvl3pPr>
            <a:lvl4pPr>
              <a:defRPr sz="1800" b="1">
                <a:solidFill>
                  <a:srgbClr val="315F70"/>
                </a:solidFill>
              </a:defRPr>
            </a:lvl4pPr>
            <a:lvl5pPr>
              <a:defRPr sz="1800" b="1">
                <a:solidFill>
                  <a:srgbClr val="315F70"/>
                </a:solidFill>
              </a:defRPr>
            </a:lvl5pPr>
            <a:lvl6pPr>
              <a:defRPr sz="1800" b="1">
                <a:solidFill>
                  <a:srgbClr val="315F70"/>
                </a:solidFill>
              </a:defRPr>
            </a:lvl6pPr>
            <a:lvl7pPr>
              <a:defRPr sz="1800" b="1">
                <a:solidFill>
                  <a:srgbClr val="315F70"/>
                </a:solidFill>
              </a:defRPr>
            </a:lvl7pPr>
            <a:lvl8pPr>
              <a:defRPr sz="1800" b="1">
                <a:solidFill>
                  <a:srgbClr val="315F70"/>
                </a:solidFill>
              </a:defRPr>
            </a:lvl8pPr>
            <a:lvl9pPr>
              <a:defRPr sz="1800" b="1">
                <a:solidFill>
                  <a:srgbClr val="315F70"/>
                </a:solidFill>
              </a:defRPr>
            </a:lvl9pPr>
          </a:lstStyle>
          <a:p xmlns:a="http://schemas.openxmlformats.org/drawingml/2006/main">
            <a:pPr>
              <a:defRPr sz="1800" b="1">
                <a:solidFill>
                  <a:srgbClr val="315F70"/>
                </a:solidFill>
              </a:defRPr>
            </a:pPr>
            <a:r>
              <a:rPr sz="1800" b="1">
                <a:solidFill>
                  <a:srgbClr val="315F70"/>
                </a:solidFill>
              </a:rPr>
              <a:t>Agent card  →  Deploy  →  AI Registry  →  Agent Hub / local client</a:t>
            </a:r>
          </a:p>
        </p:txBody>
      </p:sp>
      <p:sp>
        <p:nvSpPr>
          <p:cNvPr id="10" name="">
            <a:extLst xmlns:a="http://schemas.openxmlformats.org/drawingml/2006/main">
              <a:ext uri="{FF2B5EF4-FFF2-40B4-BE49-F238E27FC236}">
                <a16:creationId xmlns:a16="http://schemas.microsoft.com/office/drawing/2014/main" id="{E2D1A227-4916-421A-B3EA-6A27CFD91AD9}"/>
              </a:ext>
            </a:extLst>
          </p:cNvPr>
          <p:cNvSpPr>
            <a:spLocks xmlns:a="http://schemas.openxmlformats.org/drawingml/2006/main" noGrp="1"/>
          </p:cNvSpPr>
          <p:nvPr/>
        </p:nvSpPr>
        <p:spPr>
          <a:xfrm xmlns:a="http://schemas.openxmlformats.org/drawingml/2006/main">
            <a:off x="762000" y="2562225"/>
            <a:ext cx="5095875" cy="2743200"/>
          </a:xfrm>
          <a:prstGeom xmlns:a="http://schemas.openxmlformats.org/drawingml/2006/main" prst="roundRect">
            <a:avLst>
              <a:gd name="adj" fmla="val 2778"/>
            </a:avLst>
          </a:prstGeom>
          <a:solidFill xmlns:a="http://schemas.openxmlformats.org/drawingml/2006/main">
            <a:srgbClr val="FFFFFF"/>
          </a:solidFill>
          <a:ln xmlns:a="http://schemas.openxmlformats.org/drawingml/2006/main" w="9525">
            <a:solidFill>
              <a:srgbClr val="D9D3CC"/>
            </a:solidFill>
            <a:prstDash val="solid"/>
          </a:ln>
        </p:spPr>
      </p:sp>
      <p:sp>
        <p:nvSpPr>
          <p:cNvPr id="11" name="">
            <a:extLst xmlns:a="http://schemas.openxmlformats.org/drawingml/2006/main">
              <a:ext uri="{FF2B5EF4-FFF2-40B4-BE49-F238E27FC236}">
                <a16:creationId xmlns:a16="http://schemas.microsoft.com/office/drawing/2014/main" id="{C7968AC0-669F-471C-9F77-EBE76E549DA1}"/>
              </a:ext>
            </a:extLst>
          </p:cNvPr>
          <p:cNvSpPr>
            <a:spLocks xmlns:a="http://schemas.openxmlformats.org/drawingml/2006/main" noGrp="1"/>
          </p:cNvSpPr>
          <p:nvPr/>
        </p:nvSpPr>
        <p:spPr>
          <a:xfrm xmlns:a="http://schemas.openxmlformats.org/drawingml/2006/main">
            <a:off x="762000" y="2676525"/>
            <a:ext cx="38100" cy="2514600"/>
          </a:xfrm>
          <a:prstGeom xmlns:a="http://schemas.openxmlformats.org/drawingml/2006/main" prst="rect">
            <a:avLst/>
          </a:prstGeom>
          <a:solidFill xmlns:a="http://schemas.openxmlformats.org/drawingml/2006/main">
            <a:srgbClr val="C7463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440D13C-EB5C-4295-B3BE-5DB5A1D5F835}"/>
              </a:ext>
            </a:extLst>
          </p:cNvPr>
          <p:cNvSpPr>
            <a:spLocks xmlns:a="http://schemas.openxmlformats.org/drawingml/2006/main" noGrp="1"/>
          </p:cNvSpPr>
          <p:nvPr/>
        </p:nvSpPr>
        <p:spPr>
          <a:xfrm xmlns:a="http://schemas.openxmlformats.org/drawingml/2006/main">
            <a:off x="933450" y="2705100"/>
            <a:ext cx="47529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312D2A"/>
                </a:solidFill>
              </a:defRPr>
            </a:defPPr>
            <a:lvl1pPr>
              <a:defRPr sz="1950" b="1">
                <a:solidFill>
                  <a:srgbClr val="312D2A"/>
                </a:solidFill>
              </a:defRPr>
            </a:lvl1pPr>
            <a:lvl2pPr>
              <a:defRPr sz="1950" b="1">
                <a:solidFill>
                  <a:srgbClr val="312D2A"/>
                </a:solidFill>
              </a:defRPr>
            </a:lvl2pPr>
            <a:lvl3pPr>
              <a:defRPr sz="1950" b="1">
                <a:solidFill>
                  <a:srgbClr val="312D2A"/>
                </a:solidFill>
              </a:defRPr>
            </a:lvl3pPr>
            <a:lvl4pPr>
              <a:defRPr sz="1950" b="1">
                <a:solidFill>
                  <a:srgbClr val="312D2A"/>
                </a:solidFill>
              </a:defRPr>
            </a:lvl4pPr>
            <a:lvl5pPr>
              <a:defRPr sz="1950" b="1">
                <a:solidFill>
                  <a:srgbClr val="312D2A"/>
                </a:solidFill>
              </a:defRPr>
            </a:lvl5pPr>
            <a:lvl6pPr>
              <a:defRPr sz="1950" b="1">
                <a:solidFill>
                  <a:srgbClr val="312D2A"/>
                </a:solidFill>
              </a:defRPr>
            </a:lvl6pPr>
            <a:lvl7pPr>
              <a:defRPr sz="1950" b="1">
                <a:solidFill>
                  <a:srgbClr val="312D2A"/>
                </a:solidFill>
              </a:defRPr>
            </a:lvl7pPr>
            <a:lvl8pPr>
              <a:defRPr sz="1950" b="1">
                <a:solidFill>
                  <a:srgbClr val="312D2A"/>
                </a:solidFill>
              </a:defRPr>
            </a:lvl8pPr>
            <a:lvl9pPr>
              <a:defRPr sz="1950" b="1">
                <a:solidFill>
                  <a:srgbClr val="312D2A"/>
                </a:solidFill>
              </a:defRPr>
            </a:lvl9pPr>
          </a:lstStyle>
          <a:p xmlns:a="http://schemas.openxmlformats.org/drawingml/2006/main">
            <a:pPr>
              <a:defRPr sz="1950" b="1">
                <a:solidFill>
                  <a:srgbClr val="312D2A"/>
                </a:solidFill>
              </a:defRPr>
            </a:pPr>
            <a:r>
              <a:rPr sz="1950" b="1">
                <a:solidFill>
                  <a:srgbClr val="312D2A"/>
                </a:solidFill>
              </a:rPr>
              <a:t>AIDP AGENT HUB</a:t>
            </a:r>
          </a:p>
        </p:txBody>
      </p:sp>
      <p:sp>
        <p:nvSpPr>
          <p:cNvPr id="13" name="">
            <a:extLst xmlns:a="http://schemas.openxmlformats.org/drawingml/2006/main">
              <a:ext uri="{FF2B5EF4-FFF2-40B4-BE49-F238E27FC236}">
                <a16:creationId xmlns:a16="http://schemas.microsoft.com/office/drawing/2014/main" id="{E948A633-89A9-4230-B2DD-A18B0DCFD7DB}"/>
              </a:ext>
            </a:extLst>
          </p:cNvPr>
          <p:cNvSpPr>
            <a:spLocks xmlns:a="http://schemas.openxmlformats.org/drawingml/2006/main" noGrp="1"/>
          </p:cNvSpPr>
          <p:nvPr/>
        </p:nvSpPr>
        <p:spPr>
          <a:xfrm xmlns:a="http://schemas.openxmlformats.org/drawingml/2006/main">
            <a:off x="933450" y="3105150"/>
            <a:ext cx="4752975"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0">
                <a:solidFill>
                  <a:srgbClr val="6C655F"/>
                </a:solidFill>
              </a:defRPr>
            </a:defPPr>
            <a:lvl1pPr>
              <a:defRPr sz="1725" b="0">
                <a:solidFill>
                  <a:srgbClr val="6C655F"/>
                </a:solidFill>
              </a:defRPr>
            </a:lvl1pPr>
            <a:lvl2pPr>
              <a:defRPr sz="1725" b="0">
                <a:solidFill>
                  <a:srgbClr val="6C655F"/>
                </a:solidFill>
              </a:defRPr>
            </a:lvl2pPr>
            <a:lvl3pPr>
              <a:defRPr sz="1725" b="0">
                <a:solidFill>
                  <a:srgbClr val="6C655F"/>
                </a:solidFill>
              </a:defRPr>
            </a:lvl3pPr>
            <a:lvl4pPr>
              <a:defRPr sz="1725" b="0">
                <a:solidFill>
                  <a:srgbClr val="6C655F"/>
                </a:solidFill>
              </a:defRPr>
            </a:lvl4pPr>
            <a:lvl5pPr>
              <a:defRPr sz="1725" b="0">
                <a:solidFill>
                  <a:srgbClr val="6C655F"/>
                </a:solidFill>
              </a:defRPr>
            </a:lvl5pPr>
            <a:lvl6pPr>
              <a:defRPr sz="1725" b="0">
                <a:solidFill>
                  <a:srgbClr val="6C655F"/>
                </a:solidFill>
              </a:defRPr>
            </a:lvl6pPr>
            <a:lvl7pPr>
              <a:defRPr sz="1725" b="0">
                <a:solidFill>
                  <a:srgbClr val="6C655F"/>
                </a:solidFill>
              </a:defRPr>
            </a:lvl7pPr>
            <a:lvl8pPr>
              <a:defRPr sz="1725" b="0">
                <a:solidFill>
                  <a:srgbClr val="6C655F"/>
                </a:solidFill>
              </a:defRPr>
            </a:lvl8pPr>
            <a:lvl9pPr>
              <a:defRPr sz="1725" b="0">
                <a:solidFill>
                  <a:srgbClr val="6C655F"/>
                </a:solidFill>
              </a:defRPr>
            </a:lvl9pPr>
          </a:lstStyle>
          <a:p xmlns:a="http://schemas.openxmlformats.org/drawingml/2006/main">
            <a:pPr>
              <a:defRPr sz="1725" b="0">
                <a:solidFill>
                  <a:srgbClr val="6C655F"/>
                </a:solidFill>
              </a:defRPr>
            </a:pPr>
            <a:r>
              <a:rPr sz="1725" b="0">
                <a:solidFill>
                  <a:srgbClr val="6C655F"/>
                </a:solidFill>
              </a:rPr>
              <a:t>Discover the registered agent</a:t>
            </a:r>
          </a:p>
          <a:p xmlns:a="http://schemas.openxmlformats.org/drawingml/2006/main">
            <a:r>
              <a:t/>
            </a:r>
          </a:p>
          <a:p xmlns:a="http://schemas.openxmlformats.org/drawingml/2006/main">
            <a:pPr>
              <a:defRPr sz="1725" b="0">
                <a:solidFill>
                  <a:srgbClr val="6C655F"/>
                </a:solidFill>
              </a:defRPr>
            </a:pPr>
            <a:r>
              <a:rPr sz="1725" b="0">
                <a:solidFill>
                  <a:srgbClr val="6C655F"/>
                </a:solidFill>
              </a:rPr>
              <a:t>Test scope and cited answers</a:t>
            </a:r>
          </a:p>
          <a:p xmlns:a="http://schemas.openxmlformats.org/drawingml/2006/main">
            <a:r>
              <a:t/>
            </a:r>
          </a:p>
          <a:p xmlns:a="http://schemas.openxmlformats.org/drawingml/2006/main">
            <a:pPr>
              <a:defRPr sz="1725" b="0">
                <a:solidFill>
                  <a:srgbClr val="6C655F"/>
                </a:solidFill>
              </a:defRPr>
            </a:pPr>
            <a:r>
              <a:rPr sz="1725" b="0">
                <a:solidFill>
                  <a:srgbClr val="6C655F"/>
                </a:solidFill>
              </a:rPr>
              <a:t>Use deployed runtime permissions</a:t>
            </a:r>
          </a:p>
        </p:txBody>
      </p:sp>
      <p:sp>
        <p:nvSpPr>
          <p:cNvPr id="14" name="">
            <a:extLst xmlns:a="http://schemas.openxmlformats.org/drawingml/2006/main">
              <a:ext uri="{FF2B5EF4-FFF2-40B4-BE49-F238E27FC236}">
                <a16:creationId xmlns:a16="http://schemas.microsoft.com/office/drawing/2014/main" id="{BB44781A-6A3B-420B-AC1E-A3BEAC42A48D}"/>
              </a:ext>
            </a:extLst>
          </p:cNvPr>
          <p:cNvSpPr>
            <a:spLocks xmlns:a="http://schemas.openxmlformats.org/drawingml/2006/main" noGrp="1"/>
          </p:cNvSpPr>
          <p:nvPr/>
        </p:nvSpPr>
        <p:spPr>
          <a:xfrm xmlns:a="http://schemas.openxmlformats.org/drawingml/2006/main">
            <a:off x="6334125" y="2562225"/>
            <a:ext cx="5095875" cy="2743200"/>
          </a:xfrm>
          <a:prstGeom xmlns:a="http://schemas.openxmlformats.org/drawingml/2006/main" prst="roundRect">
            <a:avLst>
              <a:gd name="adj" fmla="val 2778"/>
            </a:avLst>
          </a:prstGeom>
          <a:solidFill xmlns:a="http://schemas.openxmlformats.org/drawingml/2006/main">
            <a:srgbClr val="FFFFFF"/>
          </a:solidFill>
          <a:ln xmlns:a="http://schemas.openxmlformats.org/drawingml/2006/main" w="9525">
            <a:solidFill>
              <a:srgbClr val="D9D3CC"/>
            </a:solidFill>
            <a:prstDash val="solid"/>
          </a:ln>
        </p:spPr>
      </p:sp>
      <p:sp>
        <p:nvSpPr>
          <p:cNvPr id="15" name="">
            <a:extLst xmlns:a="http://schemas.openxmlformats.org/drawingml/2006/main">
              <a:ext uri="{FF2B5EF4-FFF2-40B4-BE49-F238E27FC236}">
                <a16:creationId xmlns:a16="http://schemas.microsoft.com/office/drawing/2014/main" id="{3E46B500-585C-4E0C-AC4B-748EC3538F06}"/>
              </a:ext>
            </a:extLst>
          </p:cNvPr>
          <p:cNvSpPr>
            <a:spLocks xmlns:a="http://schemas.openxmlformats.org/drawingml/2006/main" noGrp="1"/>
          </p:cNvSpPr>
          <p:nvPr/>
        </p:nvSpPr>
        <p:spPr>
          <a:xfrm xmlns:a="http://schemas.openxmlformats.org/drawingml/2006/main">
            <a:off x="6334125" y="2676525"/>
            <a:ext cx="38100" cy="2514600"/>
          </a:xfrm>
          <a:prstGeom xmlns:a="http://schemas.openxmlformats.org/drawingml/2006/main" prst="rect">
            <a:avLst/>
          </a:prstGeom>
          <a:solidFill xmlns:a="http://schemas.openxmlformats.org/drawingml/2006/main">
            <a:srgbClr val="C7463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5AD35DE-614D-42F2-863D-806567F28D73}"/>
              </a:ext>
            </a:extLst>
          </p:cNvPr>
          <p:cNvSpPr>
            <a:spLocks xmlns:a="http://schemas.openxmlformats.org/drawingml/2006/main" noGrp="1"/>
          </p:cNvSpPr>
          <p:nvPr/>
        </p:nvSpPr>
        <p:spPr>
          <a:xfrm xmlns:a="http://schemas.openxmlformats.org/drawingml/2006/main">
            <a:off x="6505575" y="2705100"/>
            <a:ext cx="47529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312D2A"/>
                </a:solidFill>
              </a:defRPr>
            </a:defPPr>
            <a:lvl1pPr>
              <a:defRPr sz="1950" b="1">
                <a:solidFill>
                  <a:srgbClr val="312D2A"/>
                </a:solidFill>
              </a:defRPr>
            </a:lvl1pPr>
            <a:lvl2pPr>
              <a:defRPr sz="1950" b="1">
                <a:solidFill>
                  <a:srgbClr val="312D2A"/>
                </a:solidFill>
              </a:defRPr>
            </a:lvl2pPr>
            <a:lvl3pPr>
              <a:defRPr sz="1950" b="1">
                <a:solidFill>
                  <a:srgbClr val="312D2A"/>
                </a:solidFill>
              </a:defRPr>
            </a:lvl3pPr>
            <a:lvl4pPr>
              <a:defRPr sz="1950" b="1">
                <a:solidFill>
                  <a:srgbClr val="312D2A"/>
                </a:solidFill>
              </a:defRPr>
            </a:lvl4pPr>
            <a:lvl5pPr>
              <a:defRPr sz="1950" b="1">
                <a:solidFill>
                  <a:srgbClr val="312D2A"/>
                </a:solidFill>
              </a:defRPr>
            </a:lvl5pPr>
            <a:lvl6pPr>
              <a:defRPr sz="1950" b="1">
                <a:solidFill>
                  <a:srgbClr val="312D2A"/>
                </a:solidFill>
              </a:defRPr>
            </a:lvl6pPr>
            <a:lvl7pPr>
              <a:defRPr sz="1950" b="1">
                <a:solidFill>
                  <a:srgbClr val="312D2A"/>
                </a:solidFill>
              </a:defRPr>
            </a:lvl7pPr>
            <a:lvl8pPr>
              <a:defRPr sz="1950" b="1">
                <a:solidFill>
                  <a:srgbClr val="312D2A"/>
                </a:solidFill>
              </a:defRPr>
            </a:lvl8pPr>
            <a:lvl9pPr>
              <a:defRPr sz="1950" b="1">
                <a:solidFill>
                  <a:srgbClr val="312D2A"/>
                </a:solidFill>
              </a:defRPr>
            </a:lvl9pPr>
          </a:lstStyle>
          <a:p xmlns:a="http://schemas.openxmlformats.org/drawingml/2006/main">
            <a:pPr>
              <a:defRPr sz="1950" b="1">
                <a:solidFill>
                  <a:srgbClr val="312D2A"/>
                </a:solidFill>
              </a:defRPr>
            </a:pPr>
            <a:r>
              <a:rPr sz="1950" b="1">
                <a:solidFill>
                  <a:srgbClr val="312D2A"/>
                </a:solidFill>
              </a:rPr>
              <a:t>STREAMLIT COPILOT</a:t>
            </a:r>
          </a:p>
        </p:txBody>
      </p:sp>
      <p:sp>
        <p:nvSpPr>
          <p:cNvPr id="17" name="">
            <a:extLst xmlns:a="http://schemas.openxmlformats.org/drawingml/2006/main">
              <a:ext uri="{FF2B5EF4-FFF2-40B4-BE49-F238E27FC236}">
                <a16:creationId xmlns:a16="http://schemas.microsoft.com/office/drawing/2014/main" id="{915E6380-A3AC-445F-8E52-DEC0CEF57B39}"/>
              </a:ext>
            </a:extLst>
          </p:cNvPr>
          <p:cNvSpPr>
            <a:spLocks xmlns:a="http://schemas.openxmlformats.org/drawingml/2006/main" noGrp="1"/>
          </p:cNvSpPr>
          <p:nvPr/>
        </p:nvSpPr>
        <p:spPr>
          <a:xfrm xmlns:a="http://schemas.openxmlformats.org/drawingml/2006/main">
            <a:off x="6505575" y="3105150"/>
            <a:ext cx="4752975"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0">
                <a:solidFill>
                  <a:srgbClr val="6C655F"/>
                </a:solidFill>
              </a:defRPr>
            </a:defPPr>
            <a:lvl1pPr>
              <a:defRPr sz="1725" b="0">
                <a:solidFill>
                  <a:srgbClr val="6C655F"/>
                </a:solidFill>
              </a:defRPr>
            </a:lvl1pPr>
            <a:lvl2pPr>
              <a:defRPr sz="1725" b="0">
                <a:solidFill>
                  <a:srgbClr val="6C655F"/>
                </a:solidFill>
              </a:defRPr>
            </a:lvl2pPr>
            <a:lvl3pPr>
              <a:defRPr sz="1725" b="0">
                <a:solidFill>
                  <a:srgbClr val="6C655F"/>
                </a:solidFill>
              </a:defRPr>
            </a:lvl3pPr>
            <a:lvl4pPr>
              <a:defRPr sz="1725" b="0">
                <a:solidFill>
                  <a:srgbClr val="6C655F"/>
                </a:solidFill>
              </a:defRPr>
            </a:lvl4pPr>
            <a:lvl5pPr>
              <a:defRPr sz="1725" b="0">
                <a:solidFill>
                  <a:srgbClr val="6C655F"/>
                </a:solidFill>
              </a:defRPr>
            </a:lvl5pPr>
            <a:lvl6pPr>
              <a:defRPr sz="1725" b="0">
                <a:solidFill>
                  <a:srgbClr val="6C655F"/>
                </a:solidFill>
              </a:defRPr>
            </a:lvl6pPr>
            <a:lvl7pPr>
              <a:defRPr sz="1725" b="0">
                <a:solidFill>
                  <a:srgbClr val="6C655F"/>
                </a:solidFill>
              </a:defRPr>
            </a:lvl7pPr>
            <a:lvl8pPr>
              <a:defRPr sz="1725" b="0">
                <a:solidFill>
                  <a:srgbClr val="6C655F"/>
                </a:solidFill>
              </a:defRPr>
            </a:lvl8pPr>
            <a:lvl9pPr>
              <a:defRPr sz="1725" b="0">
                <a:solidFill>
                  <a:srgbClr val="6C655F"/>
                </a:solidFill>
              </a:defRPr>
            </a:lvl9pPr>
          </a:lstStyle>
          <a:p xmlns:a="http://schemas.openxmlformats.org/drawingml/2006/main">
            <a:pPr>
              <a:defRPr sz="1725" b="0">
                <a:solidFill>
                  <a:srgbClr val="6C655F"/>
                </a:solidFill>
              </a:defRPr>
            </a:pPr>
            <a:r>
              <a:rPr sz="1725" b="0">
                <a:solidFill>
                  <a:srgbClr val="6C655F"/>
                </a:solidFill>
              </a:rPr>
              <a:t>AIDP A2A + OCI or OAuth</a:t>
            </a:r>
          </a:p>
          <a:p xmlns:a="http://schemas.openxmlformats.org/drawingml/2006/main">
            <a:r>
              <a:t/>
            </a:r>
          </a:p>
          <a:p xmlns:a="http://schemas.openxmlformats.org/drawingml/2006/main">
            <a:pPr>
              <a:defRPr sz="1725" b="0">
                <a:solidFill>
                  <a:srgbClr val="6C655F"/>
                </a:solidFill>
              </a:defRPr>
            </a:pPr>
            <a:r>
              <a:rPr sz="1725" b="0">
                <a:solidFill>
                  <a:srgbClr val="6C655F"/>
                </a:solidFill>
              </a:rPr>
              <a:t>Independent PAF provider adapter</a:t>
            </a:r>
          </a:p>
          <a:p xmlns:a="http://schemas.openxmlformats.org/drawingml/2006/main">
            <a:r>
              <a:t/>
            </a:r>
          </a:p>
          <a:p xmlns:a="http://schemas.openxmlformats.org/drawingml/2006/main">
            <a:pPr>
              <a:defRPr sz="1725" b="0">
                <a:solidFill>
                  <a:srgbClr val="6C655F"/>
                </a:solidFill>
              </a:defRPr>
            </a:pPr>
            <a:r>
              <a:rPr sz="1725" b="0">
                <a:solidFill>
                  <a:srgbClr val="6C655F"/>
                </a:solidFill>
              </a:rPr>
              <a:t>Customer branding + title override</a:t>
            </a:r>
          </a:p>
        </p:txBody>
      </p:sp>
      <p:sp>
        <p:nvSpPr>
          <p:cNvPr id="18" name="">
            <a:extLst xmlns:a="http://schemas.openxmlformats.org/drawingml/2006/main">
              <a:ext uri="{FF2B5EF4-FFF2-40B4-BE49-F238E27FC236}">
                <a16:creationId xmlns:a16="http://schemas.microsoft.com/office/drawing/2014/main" id="{592F3813-4217-47BB-9C7A-E9B8ED3B9366}"/>
              </a:ext>
            </a:extLst>
          </p:cNvPr>
          <p:cNvSpPr>
            <a:spLocks xmlns:a="http://schemas.openxmlformats.org/drawingml/2006/main" noGrp="1"/>
          </p:cNvSpPr>
          <p:nvPr/>
        </p:nvSpPr>
        <p:spPr>
          <a:xfrm xmlns:a="http://schemas.openxmlformats.org/drawingml/2006/main">
            <a:off x="762000" y="56388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6C655F"/>
                </a:solidFill>
              </a:defRPr>
            </a:defPPr>
            <a:lvl1pPr>
              <a:defRPr sz="1350" b="0">
                <a:solidFill>
                  <a:srgbClr val="6C655F"/>
                </a:solidFill>
              </a:defRPr>
            </a:lvl1pPr>
            <a:lvl2pPr>
              <a:defRPr sz="1350" b="0">
                <a:solidFill>
                  <a:srgbClr val="6C655F"/>
                </a:solidFill>
              </a:defRPr>
            </a:lvl2pPr>
            <a:lvl3pPr>
              <a:defRPr sz="1350" b="0">
                <a:solidFill>
                  <a:srgbClr val="6C655F"/>
                </a:solidFill>
              </a:defRPr>
            </a:lvl3pPr>
            <a:lvl4pPr>
              <a:defRPr sz="1350" b="0">
                <a:solidFill>
                  <a:srgbClr val="6C655F"/>
                </a:solidFill>
              </a:defRPr>
            </a:lvl4pPr>
            <a:lvl5pPr>
              <a:defRPr sz="1350" b="0">
                <a:solidFill>
                  <a:srgbClr val="6C655F"/>
                </a:solidFill>
              </a:defRPr>
            </a:lvl5pPr>
            <a:lvl6pPr>
              <a:defRPr sz="1350" b="0">
                <a:solidFill>
                  <a:srgbClr val="6C655F"/>
                </a:solidFill>
              </a:defRPr>
            </a:lvl6pPr>
            <a:lvl7pPr>
              <a:defRPr sz="1350" b="0">
                <a:solidFill>
                  <a:srgbClr val="6C655F"/>
                </a:solidFill>
              </a:defRPr>
            </a:lvl7pPr>
            <a:lvl8pPr>
              <a:defRPr sz="1350" b="0">
                <a:solidFill>
                  <a:srgbClr val="6C655F"/>
                </a:solidFill>
              </a:defRPr>
            </a:lvl8pPr>
            <a:lvl9pPr>
              <a:defRPr sz="1350" b="0">
                <a:solidFill>
                  <a:srgbClr val="6C655F"/>
                </a:solidFill>
              </a:defRPr>
            </a:lvl9pPr>
          </a:lstStyle>
          <a:p xmlns:a="http://schemas.openxmlformats.org/drawingml/2006/main">
            <a:pPr>
              <a:defRPr sz="1350" b="0">
                <a:solidFill>
                  <a:srgbClr val="6C655F"/>
                </a:solidFill>
              </a:defRPr>
            </a:pPr>
            <a:r>
              <a:rPr sz="1350" b="0">
                <a:solidFill>
                  <a:srgbClr val="6C655F"/>
                </a:solidFill>
              </a:rPr>
              <a:t>Transport and a SQL response were verified historically. Fresh hosted hybrid evidence reconciliation remains required.</a:t>
            </a:r>
          </a:p>
        </p:txBody>
      </p:sp>
    </p:spTree>
    <p:extLst>
      <p:ext uri="{BB962C8B-B14F-4D97-AF65-F5344CB8AC3E}">
        <p14:creationId xmlns:p14="http://schemas.microsoft.com/office/powerpoint/2010/main" val="14724134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502DF93-7B71-4F78-A08F-3B9F1EEC0C3B}"/>
              </a:ext>
            </a:extLst>
          </p:cNvPr>
          <p:cNvSpPr>
            <a:spLocks xmlns:a="http://schemas.openxmlformats.org/drawingml/2006/main" noGrp="1"/>
          </p:cNvSpPr>
          <p:nvPr>
            <p:ph type="title" idx="0"/>
          </p:nvPr>
        </p:nvSpPr>
        <p:spPr/>
        <p:txBody>
          <a:bodyPr xmlns:a="http://schemas.openxmlformats.org/drawingml/2006/main" wrap="square"/>
          <a:lstStyle xmlns:a="http://schemas.openxmlformats.org/drawingml/2006/main"/>
          <a:p xmlns:a="http://schemas.openxmlformats.org/drawingml/2006/main">
            <a:pPr>
              <a:buNone/>
              <a:defRPr>
                <a:solidFill>
                  <a:srgbClr val="1F2933"/>
                </a:solidFill>
              </a:defRPr>
            </a:pPr>
            <a:r>
              <a:rPr>
                <a:solidFill>
                  <a:srgbClr val="1F2933"/>
                </a:solidFill>
              </a:rPr>
              <a:t>Build the evidence before claiming the outcome</a:t>
            </a:r>
          </a:p>
        </p:txBody>
      </p:sp>
      <p:sp>
        <p:nvSpPr>
          <p:cNvPr id="5" name="TextBox 4">
            <a:extLst xmlns:a="http://schemas.openxmlformats.org/drawingml/2006/main">
              <a:ext uri="{FF2B5EF4-FFF2-40B4-BE49-F238E27FC236}">
                <a16:creationId xmlns:a16="http://schemas.microsoft.com/office/drawing/2014/main" id="{8FBCDBD7-0995-4C82-98CE-E2129CB88638}"/>
              </a:ext>
            </a:extLst>
          </p:cNvPr>
          <p:cNvSpPr>
            <a:spLocks xmlns:a="http://schemas.openxmlformats.org/drawingml/2006/main" noGrp="1"/>
          </p:cNvSpPr>
          <p:nvPr/>
        </p:nvSpPr>
        <p:spPr>
          <a:xfrm xmlns:a="http://schemas.openxmlformats.org/drawingml/2006/main">
            <a:off x="1124712" y="6428232"/>
            <a:ext cx="932688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Abhijit Khuperkar | Reference implementation</a:t>
            </a:r>
          </a:p>
        </p:txBody>
      </p:sp>
      <p:sp>
        <p:nvSpPr>
          <p:cNvPr id="6" name="TextBox 5">
            <a:extLst xmlns:a="http://schemas.openxmlformats.org/drawingml/2006/main">
              <a:ext uri="{FF2B5EF4-FFF2-40B4-BE49-F238E27FC236}">
                <a16:creationId xmlns:a16="http://schemas.microsoft.com/office/drawing/2014/main" id="{AC1172E1-5E80-4CE8-BE89-BECC443D7A54}"/>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9</a:t>
            </a:r>
          </a:p>
        </p:txBody>
      </p:sp>
      <p:sp>
        <p:nvSpPr>
          <p:cNvPr id="7" name="">
            <a:extLst xmlns:a="http://schemas.openxmlformats.org/drawingml/2006/main">
              <a:ext uri="{FF2B5EF4-FFF2-40B4-BE49-F238E27FC236}">
                <a16:creationId xmlns:a16="http://schemas.microsoft.com/office/drawing/2014/main" id="{A7DDC10A-EE7E-422D-A88E-4732810D7C37}"/>
              </a:ext>
            </a:extLst>
          </p:cNvPr>
          <p:cNvSpPr>
            <a:spLocks xmlns:a="http://schemas.openxmlformats.org/drawingml/2006/main" noGrp="1"/>
          </p:cNvSpPr>
          <p:nvPr/>
        </p:nvSpPr>
        <p:spPr>
          <a:xfrm xmlns:a="http://schemas.openxmlformats.org/drawingml/2006/main">
            <a:off x="666750" y="1524000"/>
            <a:ext cx="10858500" cy="4762500"/>
          </a:xfrm>
          <a:prstGeom xmlns:a="http://schemas.openxmlformats.org/drawingml/2006/main" prst="rect">
            <a:avLst/>
          </a:prstGeom>
          <a:solidFill xmlns:a="http://schemas.openxmlformats.org/drawingml/2006/main">
            <a:srgbClr val="FBF9F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44E034D-DCE9-4882-A285-EEDA589C978F}"/>
              </a:ext>
            </a:extLst>
          </p:cNvPr>
          <p:cNvSpPr>
            <a:spLocks xmlns:a="http://schemas.openxmlformats.org/drawingml/2006/main" noGrp="1"/>
          </p:cNvSpPr>
          <p:nvPr/>
        </p:nvSpPr>
        <p:spPr>
          <a:xfrm xmlns:a="http://schemas.openxmlformats.org/drawingml/2006/main">
            <a:off x="762000" y="16573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0">
                <a:solidFill>
                  <a:srgbClr val="6C655F"/>
                </a:solidFill>
              </a:defRPr>
            </a:defPPr>
            <a:lvl1pPr>
              <a:defRPr sz="1725" b="0">
                <a:solidFill>
                  <a:srgbClr val="6C655F"/>
                </a:solidFill>
              </a:defRPr>
            </a:lvl1pPr>
            <a:lvl2pPr>
              <a:defRPr sz="1725" b="0">
                <a:solidFill>
                  <a:srgbClr val="6C655F"/>
                </a:solidFill>
              </a:defRPr>
            </a:lvl2pPr>
            <a:lvl3pPr>
              <a:defRPr sz="1725" b="0">
                <a:solidFill>
                  <a:srgbClr val="6C655F"/>
                </a:solidFill>
              </a:defRPr>
            </a:lvl3pPr>
            <a:lvl4pPr>
              <a:defRPr sz="1725" b="0">
                <a:solidFill>
                  <a:srgbClr val="6C655F"/>
                </a:solidFill>
              </a:defRPr>
            </a:lvl4pPr>
            <a:lvl5pPr>
              <a:defRPr sz="1725" b="0">
                <a:solidFill>
                  <a:srgbClr val="6C655F"/>
                </a:solidFill>
              </a:defRPr>
            </a:lvl5pPr>
            <a:lvl6pPr>
              <a:defRPr sz="1725" b="0">
                <a:solidFill>
                  <a:srgbClr val="6C655F"/>
                </a:solidFill>
              </a:defRPr>
            </a:lvl6pPr>
            <a:lvl7pPr>
              <a:defRPr sz="1725" b="0">
                <a:solidFill>
                  <a:srgbClr val="6C655F"/>
                </a:solidFill>
              </a:defRPr>
            </a:lvl7pPr>
            <a:lvl8pPr>
              <a:defRPr sz="1725" b="0">
                <a:solidFill>
                  <a:srgbClr val="6C655F"/>
                </a:solidFill>
              </a:defRPr>
            </a:lvl8pPr>
            <a:lvl9pPr>
              <a:defRPr sz="1725" b="0">
                <a:solidFill>
                  <a:srgbClr val="6C655F"/>
                </a:solidFill>
              </a:defRPr>
            </a:lvl9pPr>
          </a:lstStyle>
          <a:p xmlns:a="http://schemas.openxmlformats.org/drawingml/2006/main">
            <a:pPr>
              <a:defRPr sz="1725" b="0">
                <a:solidFill>
                  <a:srgbClr val="6C655F"/>
                </a:solidFill>
              </a:defRPr>
            </a:pPr>
            <a:r>
              <a:rPr sz="1725" b="0">
                <a:solidFill>
                  <a:srgbClr val="6C655F"/>
                </a:solidFill>
              </a:rPr>
              <a:t>A reproducible path for a focused customer validation</a:t>
            </a:r>
          </a:p>
        </p:txBody>
      </p:sp>
      <p:sp>
        <p:nvSpPr>
          <p:cNvPr id="9" name="">
            <a:extLst xmlns:a="http://schemas.openxmlformats.org/drawingml/2006/main">
              <a:ext uri="{FF2B5EF4-FFF2-40B4-BE49-F238E27FC236}">
                <a16:creationId xmlns:a16="http://schemas.microsoft.com/office/drawing/2014/main" id="{30C0786F-A781-48B8-88CD-0A0770612F90}"/>
              </a:ext>
            </a:extLst>
          </p:cNvPr>
          <p:cNvSpPr>
            <a:spLocks xmlns:a="http://schemas.openxmlformats.org/drawingml/2006/main" noGrp="1"/>
          </p:cNvSpPr>
          <p:nvPr/>
        </p:nvSpPr>
        <p:spPr>
          <a:xfrm xmlns:a="http://schemas.openxmlformats.org/drawingml/2006/main">
            <a:off x="762000" y="2619375"/>
            <a:ext cx="1905000" cy="2190750"/>
          </a:xfrm>
          <a:prstGeom xmlns:a="http://schemas.openxmlformats.org/drawingml/2006/main" prst="roundRect">
            <a:avLst>
              <a:gd name="adj" fmla="val 4000"/>
            </a:avLst>
          </a:prstGeom>
          <a:solidFill xmlns:a="http://schemas.openxmlformats.org/drawingml/2006/main">
            <a:srgbClr val="F7F5F1"/>
          </a:solidFill>
          <a:ln xmlns:a="http://schemas.openxmlformats.org/drawingml/2006/main" w="9525">
            <a:solidFill>
              <a:srgbClr val="D9D3CC"/>
            </a:solidFill>
            <a:prstDash val="solid"/>
          </a:ln>
        </p:spPr>
      </p:sp>
      <p:sp>
        <p:nvSpPr>
          <p:cNvPr id="10" name="">
            <a:extLst xmlns:a="http://schemas.openxmlformats.org/drawingml/2006/main">
              <a:ext uri="{FF2B5EF4-FFF2-40B4-BE49-F238E27FC236}">
                <a16:creationId xmlns:a16="http://schemas.microsoft.com/office/drawing/2014/main" id="{67DFCC63-1557-4811-A356-5177F62B2D1F}"/>
              </a:ext>
            </a:extLst>
          </p:cNvPr>
          <p:cNvSpPr>
            <a:spLocks xmlns:a="http://schemas.openxmlformats.org/drawingml/2006/main" noGrp="1"/>
          </p:cNvSpPr>
          <p:nvPr/>
        </p:nvSpPr>
        <p:spPr>
          <a:xfrm xmlns:a="http://schemas.openxmlformats.org/drawingml/2006/main">
            <a:off x="933450" y="28289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C74634"/>
                </a:solidFill>
              </a:defRPr>
            </a:defPPr>
            <a:lvl1pPr>
              <a:defRPr sz="1500" b="1">
                <a:solidFill>
                  <a:srgbClr val="C74634"/>
                </a:solidFill>
              </a:defRPr>
            </a:lvl1pPr>
            <a:lvl2pPr>
              <a:defRPr sz="1500" b="1">
                <a:solidFill>
                  <a:srgbClr val="C74634"/>
                </a:solidFill>
              </a:defRPr>
            </a:lvl2pPr>
            <a:lvl3pPr>
              <a:defRPr sz="1500" b="1">
                <a:solidFill>
                  <a:srgbClr val="C74634"/>
                </a:solidFill>
              </a:defRPr>
            </a:lvl3pPr>
            <a:lvl4pPr>
              <a:defRPr sz="1500" b="1">
                <a:solidFill>
                  <a:srgbClr val="C74634"/>
                </a:solidFill>
              </a:defRPr>
            </a:lvl4pPr>
            <a:lvl5pPr>
              <a:defRPr sz="1500" b="1">
                <a:solidFill>
                  <a:srgbClr val="C74634"/>
                </a:solidFill>
              </a:defRPr>
            </a:lvl5pPr>
            <a:lvl6pPr>
              <a:defRPr sz="1500" b="1">
                <a:solidFill>
                  <a:srgbClr val="C74634"/>
                </a:solidFill>
              </a:defRPr>
            </a:lvl6pPr>
            <a:lvl7pPr>
              <a:defRPr sz="1500" b="1">
                <a:solidFill>
                  <a:srgbClr val="C74634"/>
                </a:solidFill>
              </a:defRPr>
            </a:lvl7pPr>
            <a:lvl8pPr>
              <a:defRPr sz="1500" b="1">
                <a:solidFill>
                  <a:srgbClr val="C74634"/>
                </a:solidFill>
              </a:defRPr>
            </a:lvl8pPr>
            <a:lvl9pPr>
              <a:defRPr sz="1500" b="1">
                <a:solidFill>
                  <a:srgbClr val="C74634"/>
                </a:solidFill>
              </a:defRPr>
            </a:lvl9pPr>
          </a:lstStyle>
          <a:p xmlns:a="http://schemas.openxmlformats.org/drawingml/2006/main">
            <a:pPr>
              <a:defRPr sz="1500" b="1">
                <a:solidFill>
                  <a:srgbClr val="C74634"/>
                </a:solidFill>
              </a:defRPr>
            </a:pPr>
            <a:r>
              <a:rPr sz="1500" b="1">
                <a:solidFill>
                  <a:srgbClr val="C74634"/>
                </a:solidFill>
              </a:rPr>
              <a:t>01</a:t>
            </a:r>
          </a:p>
        </p:txBody>
      </p:sp>
      <p:sp>
        <p:nvSpPr>
          <p:cNvPr id="11" name="">
            <a:extLst xmlns:a="http://schemas.openxmlformats.org/drawingml/2006/main">
              <a:ext uri="{FF2B5EF4-FFF2-40B4-BE49-F238E27FC236}">
                <a16:creationId xmlns:a16="http://schemas.microsoft.com/office/drawing/2014/main" id="{E4CE0AD8-1AAF-49EF-9319-AA22DE4205D5}"/>
              </a:ext>
            </a:extLst>
          </p:cNvPr>
          <p:cNvSpPr>
            <a:spLocks xmlns:a="http://schemas.openxmlformats.org/drawingml/2006/main" noGrp="1"/>
          </p:cNvSpPr>
          <p:nvPr/>
        </p:nvSpPr>
        <p:spPr>
          <a:xfrm xmlns:a="http://schemas.openxmlformats.org/drawingml/2006/main">
            <a:off x="933450" y="3324225"/>
            <a:ext cx="1581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312D2A"/>
                </a:solidFill>
              </a:defRPr>
            </a:defPPr>
            <a:lvl1pPr>
              <a:defRPr sz="1875" b="1">
                <a:solidFill>
                  <a:srgbClr val="312D2A"/>
                </a:solidFill>
              </a:defRPr>
            </a:lvl1pPr>
            <a:lvl2pPr>
              <a:defRPr sz="1875" b="1">
                <a:solidFill>
                  <a:srgbClr val="312D2A"/>
                </a:solidFill>
              </a:defRPr>
            </a:lvl2pPr>
            <a:lvl3pPr>
              <a:defRPr sz="1875" b="1">
                <a:solidFill>
                  <a:srgbClr val="312D2A"/>
                </a:solidFill>
              </a:defRPr>
            </a:lvl3pPr>
            <a:lvl4pPr>
              <a:defRPr sz="1875" b="1">
                <a:solidFill>
                  <a:srgbClr val="312D2A"/>
                </a:solidFill>
              </a:defRPr>
            </a:lvl4pPr>
            <a:lvl5pPr>
              <a:defRPr sz="1875" b="1">
                <a:solidFill>
                  <a:srgbClr val="312D2A"/>
                </a:solidFill>
              </a:defRPr>
            </a:lvl5pPr>
            <a:lvl6pPr>
              <a:defRPr sz="1875" b="1">
                <a:solidFill>
                  <a:srgbClr val="312D2A"/>
                </a:solidFill>
              </a:defRPr>
            </a:lvl6pPr>
            <a:lvl7pPr>
              <a:defRPr sz="1875" b="1">
                <a:solidFill>
                  <a:srgbClr val="312D2A"/>
                </a:solidFill>
              </a:defRPr>
            </a:lvl7pPr>
            <a:lvl8pPr>
              <a:defRPr sz="1875" b="1">
                <a:solidFill>
                  <a:srgbClr val="312D2A"/>
                </a:solidFill>
              </a:defRPr>
            </a:lvl8pPr>
            <a:lvl9pPr>
              <a:defRPr sz="1875" b="1">
                <a:solidFill>
                  <a:srgbClr val="312D2A"/>
                </a:solidFill>
              </a:defRPr>
            </a:lvl9pPr>
          </a:lstStyle>
          <a:p xmlns:a="http://schemas.openxmlformats.org/drawingml/2006/main">
            <a:pPr>
              <a:defRPr sz="1875" b="1">
                <a:solidFill>
                  <a:srgbClr val="312D2A"/>
                </a:solidFill>
              </a:defRPr>
            </a:pPr>
            <a:r>
              <a:rPr sz="1875" b="1">
                <a:solidFill>
                  <a:srgbClr val="312D2A"/>
                </a:solidFill>
              </a:rPr>
              <a:t>Curate</a:t>
            </a:r>
          </a:p>
        </p:txBody>
      </p:sp>
      <p:sp>
        <p:nvSpPr>
          <p:cNvPr id="12" name="">
            <a:extLst xmlns:a="http://schemas.openxmlformats.org/drawingml/2006/main">
              <a:ext uri="{FF2B5EF4-FFF2-40B4-BE49-F238E27FC236}">
                <a16:creationId xmlns:a16="http://schemas.microsoft.com/office/drawing/2014/main" id="{4C270A4B-689F-493D-85E8-569934943C07}"/>
              </a:ext>
            </a:extLst>
          </p:cNvPr>
          <p:cNvSpPr>
            <a:spLocks xmlns:a="http://schemas.openxmlformats.org/drawingml/2006/main" noGrp="1"/>
          </p:cNvSpPr>
          <p:nvPr/>
        </p:nvSpPr>
        <p:spPr>
          <a:xfrm xmlns:a="http://schemas.openxmlformats.org/drawingml/2006/main">
            <a:off x="933450" y="3895725"/>
            <a:ext cx="158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Grain and</a:t>
            </a:r>
          </a:p>
          <a:p xmlns:a="http://schemas.openxmlformats.org/drawingml/2006/main">
            <a:pPr>
              <a:defRPr sz="1650" b="0">
                <a:solidFill>
                  <a:srgbClr val="6C655F"/>
                </a:solidFill>
              </a:defRPr>
            </a:pPr>
            <a:r>
              <a:rPr sz="1650" b="0">
                <a:solidFill>
                  <a:srgbClr val="6C655F"/>
                </a:solidFill>
              </a:rPr>
              <a:t>definitions</a:t>
            </a:r>
          </a:p>
        </p:txBody>
      </p:sp>
      <p:sp>
        <p:nvSpPr>
          <p:cNvPr id="13" name="">
            <a:extLst xmlns:a="http://schemas.openxmlformats.org/drawingml/2006/main">
              <a:ext uri="{FF2B5EF4-FFF2-40B4-BE49-F238E27FC236}">
                <a16:creationId xmlns:a16="http://schemas.microsoft.com/office/drawing/2014/main" id="{CEF73376-0FF3-4B24-A482-422AED071971}"/>
              </a:ext>
            </a:extLst>
          </p:cNvPr>
          <p:cNvSpPr>
            <a:spLocks xmlns:a="http://schemas.openxmlformats.org/drawingml/2006/main" noGrp="1"/>
          </p:cNvSpPr>
          <p:nvPr/>
        </p:nvSpPr>
        <p:spPr>
          <a:xfrm xmlns:a="http://schemas.openxmlformats.org/drawingml/2006/main">
            <a:off x="2952750" y="2619375"/>
            <a:ext cx="1905000" cy="2190750"/>
          </a:xfrm>
          <a:prstGeom xmlns:a="http://schemas.openxmlformats.org/drawingml/2006/main" prst="roundRect">
            <a:avLst>
              <a:gd name="adj" fmla="val 4000"/>
            </a:avLst>
          </a:prstGeom>
          <a:solidFill xmlns:a="http://schemas.openxmlformats.org/drawingml/2006/main">
            <a:srgbClr val="F7F5F1"/>
          </a:solidFill>
          <a:ln xmlns:a="http://schemas.openxmlformats.org/drawingml/2006/main" w="9525">
            <a:solidFill>
              <a:srgbClr val="D9D3CC"/>
            </a:solidFill>
            <a:prstDash val="solid"/>
          </a:ln>
        </p:spPr>
      </p:sp>
      <p:sp>
        <p:nvSpPr>
          <p:cNvPr id="14" name="">
            <a:extLst xmlns:a="http://schemas.openxmlformats.org/drawingml/2006/main">
              <a:ext uri="{FF2B5EF4-FFF2-40B4-BE49-F238E27FC236}">
                <a16:creationId xmlns:a16="http://schemas.microsoft.com/office/drawing/2014/main" id="{DCF5B2CC-EB7B-43CD-9F55-14CEE5781AF5}"/>
              </a:ext>
            </a:extLst>
          </p:cNvPr>
          <p:cNvSpPr>
            <a:spLocks xmlns:a="http://schemas.openxmlformats.org/drawingml/2006/main" noGrp="1"/>
          </p:cNvSpPr>
          <p:nvPr/>
        </p:nvSpPr>
        <p:spPr>
          <a:xfrm xmlns:a="http://schemas.openxmlformats.org/drawingml/2006/main">
            <a:off x="3124200" y="28289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C74634"/>
                </a:solidFill>
              </a:defRPr>
            </a:defPPr>
            <a:lvl1pPr>
              <a:defRPr sz="1500" b="1">
                <a:solidFill>
                  <a:srgbClr val="C74634"/>
                </a:solidFill>
              </a:defRPr>
            </a:lvl1pPr>
            <a:lvl2pPr>
              <a:defRPr sz="1500" b="1">
                <a:solidFill>
                  <a:srgbClr val="C74634"/>
                </a:solidFill>
              </a:defRPr>
            </a:lvl2pPr>
            <a:lvl3pPr>
              <a:defRPr sz="1500" b="1">
                <a:solidFill>
                  <a:srgbClr val="C74634"/>
                </a:solidFill>
              </a:defRPr>
            </a:lvl3pPr>
            <a:lvl4pPr>
              <a:defRPr sz="1500" b="1">
                <a:solidFill>
                  <a:srgbClr val="C74634"/>
                </a:solidFill>
              </a:defRPr>
            </a:lvl4pPr>
            <a:lvl5pPr>
              <a:defRPr sz="1500" b="1">
                <a:solidFill>
                  <a:srgbClr val="C74634"/>
                </a:solidFill>
              </a:defRPr>
            </a:lvl5pPr>
            <a:lvl6pPr>
              <a:defRPr sz="1500" b="1">
                <a:solidFill>
                  <a:srgbClr val="C74634"/>
                </a:solidFill>
              </a:defRPr>
            </a:lvl6pPr>
            <a:lvl7pPr>
              <a:defRPr sz="1500" b="1">
                <a:solidFill>
                  <a:srgbClr val="C74634"/>
                </a:solidFill>
              </a:defRPr>
            </a:lvl7pPr>
            <a:lvl8pPr>
              <a:defRPr sz="1500" b="1">
                <a:solidFill>
                  <a:srgbClr val="C74634"/>
                </a:solidFill>
              </a:defRPr>
            </a:lvl8pPr>
            <a:lvl9pPr>
              <a:defRPr sz="1500" b="1">
                <a:solidFill>
                  <a:srgbClr val="C74634"/>
                </a:solidFill>
              </a:defRPr>
            </a:lvl9pPr>
          </a:lstStyle>
          <a:p xmlns:a="http://schemas.openxmlformats.org/drawingml/2006/main">
            <a:pPr>
              <a:defRPr sz="1500" b="1">
                <a:solidFill>
                  <a:srgbClr val="C74634"/>
                </a:solidFill>
              </a:defRPr>
            </a:pPr>
            <a:r>
              <a:rPr sz="1500" b="1">
                <a:solidFill>
                  <a:srgbClr val="C74634"/>
                </a:solidFill>
              </a:rPr>
              <a:t>02</a:t>
            </a:r>
          </a:p>
        </p:txBody>
      </p:sp>
      <p:sp>
        <p:nvSpPr>
          <p:cNvPr id="15" name="">
            <a:extLst xmlns:a="http://schemas.openxmlformats.org/drawingml/2006/main">
              <a:ext uri="{FF2B5EF4-FFF2-40B4-BE49-F238E27FC236}">
                <a16:creationId xmlns:a16="http://schemas.microsoft.com/office/drawing/2014/main" id="{2DBDA4CC-BA52-4776-B2D8-F159E01AF573}"/>
              </a:ext>
            </a:extLst>
          </p:cNvPr>
          <p:cNvSpPr>
            <a:spLocks xmlns:a="http://schemas.openxmlformats.org/drawingml/2006/main" noGrp="1"/>
          </p:cNvSpPr>
          <p:nvPr/>
        </p:nvSpPr>
        <p:spPr>
          <a:xfrm xmlns:a="http://schemas.openxmlformats.org/drawingml/2006/main">
            <a:off x="3124200" y="3324225"/>
            <a:ext cx="1581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312D2A"/>
                </a:solidFill>
              </a:defRPr>
            </a:defPPr>
            <a:lvl1pPr>
              <a:defRPr sz="1875" b="1">
                <a:solidFill>
                  <a:srgbClr val="312D2A"/>
                </a:solidFill>
              </a:defRPr>
            </a:lvl1pPr>
            <a:lvl2pPr>
              <a:defRPr sz="1875" b="1">
                <a:solidFill>
                  <a:srgbClr val="312D2A"/>
                </a:solidFill>
              </a:defRPr>
            </a:lvl2pPr>
            <a:lvl3pPr>
              <a:defRPr sz="1875" b="1">
                <a:solidFill>
                  <a:srgbClr val="312D2A"/>
                </a:solidFill>
              </a:defRPr>
            </a:lvl3pPr>
            <a:lvl4pPr>
              <a:defRPr sz="1875" b="1">
                <a:solidFill>
                  <a:srgbClr val="312D2A"/>
                </a:solidFill>
              </a:defRPr>
            </a:lvl4pPr>
            <a:lvl5pPr>
              <a:defRPr sz="1875" b="1">
                <a:solidFill>
                  <a:srgbClr val="312D2A"/>
                </a:solidFill>
              </a:defRPr>
            </a:lvl5pPr>
            <a:lvl6pPr>
              <a:defRPr sz="1875" b="1">
                <a:solidFill>
                  <a:srgbClr val="312D2A"/>
                </a:solidFill>
              </a:defRPr>
            </a:lvl6pPr>
            <a:lvl7pPr>
              <a:defRPr sz="1875" b="1">
                <a:solidFill>
                  <a:srgbClr val="312D2A"/>
                </a:solidFill>
              </a:defRPr>
            </a:lvl7pPr>
            <a:lvl8pPr>
              <a:defRPr sz="1875" b="1">
                <a:solidFill>
                  <a:srgbClr val="312D2A"/>
                </a:solidFill>
              </a:defRPr>
            </a:lvl8pPr>
            <a:lvl9pPr>
              <a:defRPr sz="1875" b="1">
                <a:solidFill>
                  <a:srgbClr val="312D2A"/>
                </a:solidFill>
              </a:defRPr>
            </a:lvl9pPr>
          </a:lstStyle>
          <a:p xmlns:a="http://schemas.openxmlformats.org/drawingml/2006/main">
            <a:pPr>
              <a:defRPr sz="1875" b="1">
                <a:solidFill>
                  <a:srgbClr val="312D2A"/>
                </a:solidFill>
              </a:defRPr>
            </a:pPr>
            <a:r>
              <a:rPr sz="1875" b="1">
                <a:solidFill>
                  <a:srgbClr val="312D2A"/>
                </a:solidFill>
              </a:rPr>
              <a:t>Publish</a:t>
            </a:r>
          </a:p>
        </p:txBody>
      </p:sp>
      <p:sp>
        <p:nvSpPr>
          <p:cNvPr id="16" name="">
            <a:extLst xmlns:a="http://schemas.openxmlformats.org/drawingml/2006/main">
              <a:ext uri="{FF2B5EF4-FFF2-40B4-BE49-F238E27FC236}">
                <a16:creationId xmlns:a16="http://schemas.microsoft.com/office/drawing/2014/main" id="{36EE7653-7A0F-424D-AB5E-3D8AB6BBC6E8}"/>
              </a:ext>
            </a:extLst>
          </p:cNvPr>
          <p:cNvSpPr>
            <a:spLocks xmlns:a="http://schemas.openxmlformats.org/drawingml/2006/main" noGrp="1"/>
          </p:cNvSpPr>
          <p:nvPr/>
        </p:nvSpPr>
        <p:spPr>
          <a:xfrm xmlns:a="http://schemas.openxmlformats.org/drawingml/2006/main">
            <a:off x="3124200" y="3895725"/>
            <a:ext cx="158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Gold row</a:t>
            </a:r>
          </a:p>
          <a:p xmlns:a="http://schemas.openxmlformats.org/drawingml/2006/main">
            <a:pPr>
              <a:defRPr sz="1650" b="0">
                <a:solidFill>
                  <a:srgbClr val="6C655F"/>
                </a:solidFill>
              </a:defRPr>
            </a:pPr>
            <a:r>
              <a:rPr sz="1650" b="0">
                <a:solidFill>
                  <a:srgbClr val="6C655F"/>
                </a:solidFill>
              </a:rPr>
              <a:t>reconciliation</a:t>
            </a:r>
          </a:p>
        </p:txBody>
      </p:sp>
      <p:sp>
        <p:nvSpPr>
          <p:cNvPr id="17" name="">
            <a:extLst xmlns:a="http://schemas.openxmlformats.org/drawingml/2006/main">
              <a:ext uri="{FF2B5EF4-FFF2-40B4-BE49-F238E27FC236}">
                <a16:creationId xmlns:a16="http://schemas.microsoft.com/office/drawing/2014/main" id="{FA2BF7A2-8D3A-4ECB-B8D1-F58AAB93E9E8}"/>
              </a:ext>
            </a:extLst>
          </p:cNvPr>
          <p:cNvSpPr>
            <a:spLocks xmlns:a="http://schemas.openxmlformats.org/drawingml/2006/main" noGrp="1"/>
          </p:cNvSpPr>
          <p:nvPr/>
        </p:nvSpPr>
        <p:spPr>
          <a:xfrm xmlns:a="http://schemas.openxmlformats.org/drawingml/2006/main">
            <a:off x="5143500" y="2619375"/>
            <a:ext cx="1905000" cy="2190750"/>
          </a:xfrm>
          <a:prstGeom xmlns:a="http://schemas.openxmlformats.org/drawingml/2006/main" prst="roundRect">
            <a:avLst>
              <a:gd name="adj" fmla="val 4000"/>
            </a:avLst>
          </a:prstGeom>
          <a:solidFill xmlns:a="http://schemas.openxmlformats.org/drawingml/2006/main">
            <a:srgbClr val="F7F5F1"/>
          </a:solidFill>
          <a:ln xmlns:a="http://schemas.openxmlformats.org/drawingml/2006/main" w="9525">
            <a:solidFill>
              <a:srgbClr val="D9D3CC"/>
            </a:solidFill>
            <a:prstDash val="solid"/>
          </a:ln>
        </p:spPr>
      </p:sp>
      <p:sp>
        <p:nvSpPr>
          <p:cNvPr id="18" name="">
            <a:extLst xmlns:a="http://schemas.openxmlformats.org/drawingml/2006/main">
              <a:ext uri="{FF2B5EF4-FFF2-40B4-BE49-F238E27FC236}">
                <a16:creationId xmlns:a16="http://schemas.microsoft.com/office/drawing/2014/main" id="{23199262-1BBB-469A-A6AB-1BD289BF1A7A}"/>
              </a:ext>
            </a:extLst>
          </p:cNvPr>
          <p:cNvSpPr>
            <a:spLocks xmlns:a="http://schemas.openxmlformats.org/drawingml/2006/main" noGrp="1"/>
          </p:cNvSpPr>
          <p:nvPr/>
        </p:nvSpPr>
        <p:spPr>
          <a:xfrm xmlns:a="http://schemas.openxmlformats.org/drawingml/2006/main">
            <a:off x="5314950" y="28289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C74634"/>
                </a:solidFill>
              </a:defRPr>
            </a:defPPr>
            <a:lvl1pPr>
              <a:defRPr sz="1500" b="1">
                <a:solidFill>
                  <a:srgbClr val="C74634"/>
                </a:solidFill>
              </a:defRPr>
            </a:lvl1pPr>
            <a:lvl2pPr>
              <a:defRPr sz="1500" b="1">
                <a:solidFill>
                  <a:srgbClr val="C74634"/>
                </a:solidFill>
              </a:defRPr>
            </a:lvl2pPr>
            <a:lvl3pPr>
              <a:defRPr sz="1500" b="1">
                <a:solidFill>
                  <a:srgbClr val="C74634"/>
                </a:solidFill>
              </a:defRPr>
            </a:lvl3pPr>
            <a:lvl4pPr>
              <a:defRPr sz="1500" b="1">
                <a:solidFill>
                  <a:srgbClr val="C74634"/>
                </a:solidFill>
              </a:defRPr>
            </a:lvl4pPr>
            <a:lvl5pPr>
              <a:defRPr sz="1500" b="1">
                <a:solidFill>
                  <a:srgbClr val="C74634"/>
                </a:solidFill>
              </a:defRPr>
            </a:lvl5pPr>
            <a:lvl6pPr>
              <a:defRPr sz="1500" b="1">
                <a:solidFill>
                  <a:srgbClr val="C74634"/>
                </a:solidFill>
              </a:defRPr>
            </a:lvl6pPr>
            <a:lvl7pPr>
              <a:defRPr sz="1500" b="1">
                <a:solidFill>
                  <a:srgbClr val="C74634"/>
                </a:solidFill>
              </a:defRPr>
            </a:lvl7pPr>
            <a:lvl8pPr>
              <a:defRPr sz="1500" b="1">
                <a:solidFill>
                  <a:srgbClr val="C74634"/>
                </a:solidFill>
              </a:defRPr>
            </a:lvl8pPr>
            <a:lvl9pPr>
              <a:defRPr sz="1500" b="1">
                <a:solidFill>
                  <a:srgbClr val="C74634"/>
                </a:solidFill>
              </a:defRPr>
            </a:lvl9pPr>
          </a:lstStyle>
          <a:p xmlns:a="http://schemas.openxmlformats.org/drawingml/2006/main">
            <a:pPr>
              <a:defRPr sz="1500" b="1">
                <a:solidFill>
                  <a:srgbClr val="C74634"/>
                </a:solidFill>
              </a:defRPr>
            </a:pPr>
            <a:r>
              <a:rPr sz="1500" b="1">
                <a:solidFill>
                  <a:srgbClr val="C74634"/>
                </a:solidFill>
              </a:rPr>
              <a:t>03</a:t>
            </a:r>
          </a:p>
        </p:txBody>
      </p:sp>
      <p:sp>
        <p:nvSpPr>
          <p:cNvPr id="19" name="">
            <a:extLst xmlns:a="http://schemas.openxmlformats.org/drawingml/2006/main">
              <a:ext uri="{FF2B5EF4-FFF2-40B4-BE49-F238E27FC236}">
                <a16:creationId xmlns:a16="http://schemas.microsoft.com/office/drawing/2014/main" id="{B0A92D6F-5CEC-4B48-80D5-F6B0C4E64A79}"/>
              </a:ext>
            </a:extLst>
          </p:cNvPr>
          <p:cNvSpPr>
            <a:spLocks xmlns:a="http://schemas.openxmlformats.org/drawingml/2006/main" noGrp="1"/>
          </p:cNvSpPr>
          <p:nvPr/>
        </p:nvSpPr>
        <p:spPr>
          <a:xfrm xmlns:a="http://schemas.openxmlformats.org/drawingml/2006/main">
            <a:off x="5314950" y="3324225"/>
            <a:ext cx="1581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312D2A"/>
                </a:solidFill>
              </a:defRPr>
            </a:defPPr>
            <a:lvl1pPr>
              <a:defRPr sz="1875" b="1">
                <a:solidFill>
                  <a:srgbClr val="312D2A"/>
                </a:solidFill>
              </a:defRPr>
            </a:lvl1pPr>
            <a:lvl2pPr>
              <a:defRPr sz="1875" b="1">
                <a:solidFill>
                  <a:srgbClr val="312D2A"/>
                </a:solidFill>
              </a:defRPr>
            </a:lvl2pPr>
            <a:lvl3pPr>
              <a:defRPr sz="1875" b="1">
                <a:solidFill>
                  <a:srgbClr val="312D2A"/>
                </a:solidFill>
              </a:defRPr>
            </a:lvl3pPr>
            <a:lvl4pPr>
              <a:defRPr sz="1875" b="1">
                <a:solidFill>
                  <a:srgbClr val="312D2A"/>
                </a:solidFill>
              </a:defRPr>
            </a:lvl4pPr>
            <a:lvl5pPr>
              <a:defRPr sz="1875" b="1">
                <a:solidFill>
                  <a:srgbClr val="312D2A"/>
                </a:solidFill>
              </a:defRPr>
            </a:lvl5pPr>
            <a:lvl6pPr>
              <a:defRPr sz="1875" b="1">
                <a:solidFill>
                  <a:srgbClr val="312D2A"/>
                </a:solidFill>
              </a:defRPr>
            </a:lvl6pPr>
            <a:lvl7pPr>
              <a:defRPr sz="1875" b="1">
                <a:solidFill>
                  <a:srgbClr val="312D2A"/>
                </a:solidFill>
              </a:defRPr>
            </a:lvl7pPr>
            <a:lvl8pPr>
              <a:defRPr sz="1875" b="1">
                <a:solidFill>
                  <a:srgbClr val="312D2A"/>
                </a:solidFill>
              </a:defRPr>
            </a:lvl8pPr>
            <a:lvl9pPr>
              <a:defRPr sz="1875" b="1">
                <a:solidFill>
                  <a:srgbClr val="312D2A"/>
                </a:solidFill>
              </a:defRPr>
            </a:lvl9pPr>
          </a:lstStyle>
          <a:p xmlns:a="http://schemas.openxmlformats.org/drawingml/2006/main">
            <a:pPr>
              <a:defRPr sz="1875" b="1">
                <a:solidFill>
                  <a:srgbClr val="312D2A"/>
                </a:solidFill>
              </a:defRPr>
            </a:pPr>
            <a:r>
              <a:rPr sz="1875" b="1">
                <a:solidFill>
                  <a:srgbClr val="312D2A"/>
                </a:solidFill>
              </a:rPr>
              <a:t>Visualize</a:t>
            </a:r>
          </a:p>
        </p:txBody>
      </p:sp>
      <p:sp>
        <p:nvSpPr>
          <p:cNvPr id="20" name="">
            <a:extLst xmlns:a="http://schemas.openxmlformats.org/drawingml/2006/main">
              <a:ext uri="{FF2B5EF4-FFF2-40B4-BE49-F238E27FC236}">
                <a16:creationId xmlns:a16="http://schemas.microsoft.com/office/drawing/2014/main" id="{AA29021F-0858-4706-BA90-1D16B037615C}"/>
              </a:ext>
            </a:extLst>
          </p:cNvPr>
          <p:cNvSpPr>
            <a:spLocks xmlns:a="http://schemas.openxmlformats.org/drawingml/2006/main" noGrp="1"/>
          </p:cNvSpPr>
          <p:nvPr/>
        </p:nvSpPr>
        <p:spPr>
          <a:xfrm xmlns:a="http://schemas.openxmlformats.org/drawingml/2006/main">
            <a:off x="5314950" y="3895725"/>
            <a:ext cx="158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Filters and</a:t>
            </a:r>
          </a:p>
          <a:p xmlns:a="http://schemas.openxmlformats.org/drawingml/2006/main">
            <a:pPr>
              <a:defRPr sz="1650" b="0">
                <a:solidFill>
                  <a:srgbClr val="6C655F"/>
                </a:solidFill>
              </a:defRPr>
            </a:pPr>
            <a:r>
              <a:rPr sz="1650" b="0">
                <a:solidFill>
                  <a:srgbClr val="6C655F"/>
                </a:solidFill>
              </a:rPr>
              <a:t>measures</a:t>
            </a:r>
          </a:p>
        </p:txBody>
      </p:sp>
      <p:sp>
        <p:nvSpPr>
          <p:cNvPr id="21" name="">
            <a:extLst xmlns:a="http://schemas.openxmlformats.org/drawingml/2006/main">
              <a:ext uri="{FF2B5EF4-FFF2-40B4-BE49-F238E27FC236}">
                <a16:creationId xmlns:a16="http://schemas.microsoft.com/office/drawing/2014/main" id="{4726B7E9-2675-4788-A419-7BD05C0E9DA5}"/>
              </a:ext>
            </a:extLst>
          </p:cNvPr>
          <p:cNvSpPr>
            <a:spLocks xmlns:a="http://schemas.openxmlformats.org/drawingml/2006/main" noGrp="1"/>
          </p:cNvSpPr>
          <p:nvPr/>
        </p:nvSpPr>
        <p:spPr>
          <a:xfrm xmlns:a="http://schemas.openxmlformats.org/drawingml/2006/main">
            <a:off x="7334250" y="2619375"/>
            <a:ext cx="1905000" cy="2190750"/>
          </a:xfrm>
          <a:prstGeom xmlns:a="http://schemas.openxmlformats.org/drawingml/2006/main" prst="roundRect">
            <a:avLst>
              <a:gd name="adj" fmla="val 4000"/>
            </a:avLst>
          </a:prstGeom>
          <a:solidFill xmlns:a="http://schemas.openxmlformats.org/drawingml/2006/main">
            <a:srgbClr val="F7F5F1"/>
          </a:solidFill>
          <a:ln xmlns:a="http://schemas.openxmlformats.org/drawingml/2006/main" w="9525">
            <a:solidFill>
              <a:srgbClr val="D9D3CC"/>
            </a:solidFill>
            <a:prstDash val="solid"/>
          </a:ln>
        </p:spPr>
      </p:sp>
      <p:sp>
        <p:nvSpPr>
          <p:cNvPr id="22" name="">
            <a:extLst xmlns:a="http://schemas.openxmlformats.org/drawingml/2006/main">
              <a:ext uri="{FF2B5EF4-FFF2-40B4-BE49-F238E27FC236}">
                <a16:creationId xmlns:a16="http://schemas.microsoft.com/office/drawing/2014/main" id="{25222DCA-C347-40FE-B01A-D485189F454E}"/>
              </a:ext>
            </a:extLst>
          </p:cNvPr>
          <p:cNvSpPr>
            <a:spLocks xmlns:a="http://schemas.openxmlformats.org/drawingml/2006/main" noGrp="1"/>
          </p:cNvSpPr>
          <p:nvPr/>
        </p:nvSpPr>
        <p:spPr>
          <a:xfrm xmlns:a="http://schemas.openxmlformats.org/drawingml/2006/main">
            <a:off x="7505700" y="28289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C74634"/>
                </a:solidFill>
              </a:defRPr>
            </a:defPPr>
            <a:lvl1pPr>
              <a:defRPr sz="1500" b="1">
                <a:solidFill>
                  <a:srgbClr val="C74634"/>
                </a:solidFill>
              </a:defRPr>
            </a:lvl1pPr>
            <a:lvl2pPr>
              <a:defRPr sz="1500" b="1">
                <a:solidFill>
                  <a:srgbClr val="C74634"/>
                </a:solidFill>
              </a:defRPr>
            </a:lvl2pPr>
            <a:lvl3pPr>
              <a:defRPr sz="1500" b="1">
                <a:solidFill>
                  <a:srgbClr val="C74634"/>
                </a:solidFill>
              </a:defRPr>
            </a:lvl3pPr>
            <a:lvl4pPr>
              <a:defRPr sz="1500" b="1">
                <a:solidFill>
                  <a:srgbClr val="C74634"/>
                </a:solidFill>
              </a:defRPr>
            </a:lvl4pPr>
            <a:lvl5pPr>
              <a:defRPr sz="1500" b="1">
                <a:solidFill>
                  <a:srgbClr val="C74634"/>
                </a:solidFill>
              </a:defRPr>
            </a:lvl5pPr>
            <a:lvl6pPr>
              <a:defRPr sz="1500" b="1">
                <a:solidFill>
                  <a:srgbClr val="C74634"/>
                </a:solidFill>
              </a:defRPr>
            </a:lvl6pPr>
            <a:lvl7pPr>
              <a:defRPr sz="1500" b="1">
                <a:solidFill>
                  <a:srgbClr val="C74634"/>
                </a:solidFill>
              </a:defRPr>
            </a:lvl7pPr>
            <a:lvl8pPr>
              <a:defRPr sz="1500" b="1">
                <a:solidFill>
                  <a:srgbClr val="C74634"/>
                </a:solidFill>
              </a:defRPr>
            </a:lvl8pPr>
            <a:lvl9pPr>
              <a:defRPr sz="1500" b="1">
                <a:solidFill>
                  <a:srgbClr val="C74634"/>
                </a:solidFill>
              </a:defRPr>
            </a:lvl9pPr>
          </a:lstStyle>
          <a:p xmlns:a="http://schemas.openxmlformats.org/drawingml/2006/main">
            <a:pPr>
              <a:defRPr sz="1500" b="1">
                <a:solidFill>
                  <a:srgbClr val="C74634"/>
                </a:solidFill>
              </a:defRPr>
            </a:pPr>
            <a:r>
              <a:rPr sz="1500" b="1">
                <a:solidFill>
                  <a:srgbClr val="C74634"/>
                </a:solidFill>
              </a:rPr>
              <a:t>04</a:t>
            </a:r>
          </a:p>
        </p:txBody>
      </p:sp>
      <p:sp>
        <p:nvSpPr>
          <p:cNvPr id="23" name="">
            <a:extLst xmlns:a="http://schemas.openxmlformats.org/drawingml/2006/main">
              <a:ext uri="{FF2B5EF4-FFF2-40B4-BE49-F238E27FC236}">
                <a16:creationId xmlns:a16="http://schemas.microsoft.com/office/drawing/2014/main" id="{E5225B4F-BFDE-4AB1-BBD2-5966D14EAFFA}"/>
              </a:ext>
            </a:extLst>
          </p:cNvPr>
          <p:cNvSpPr>
            <a:spLocks xmlns:a="http://schemas.openxmlformats.org/drawingml/2006/main" noGrp="1"/>
          </p:cNvSpPr>
          <p:nvPr/>
        </p:nvSpPr>
        <p:spPr>
          <a:xfrm xmlns:a="http://schemas.openxmlformats.org/drawingml/2006/main">
            <a:off x="7505700" y="3324225"/>
            <a:ext cx="1581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312D2A"/>
                </a:solidFill>
              </a:defRPr>
            </a:defPPr>
            <a:lvl1pPr>
              <a:defRPr sz="1875" b="1">
                <a:solidFill>
                  <a:srgbClr val="312D2A"/>
                </a:solidFill>
              </a:defRPr>
            </a:lvl1pPr>
            <a:lvl2pPr>
              <a:defRPr sz="1875" b="1">
                <a:solidFill>
                  <a:srgbClr val="312D2A"/>
                </a:solidFill>
              </a:defRPr>
            </a:lvl2pPr>
            <a:lvl3pPr>
              <a:defRPr sz="1875" b="1">
                <a:solidFill>
                  <a:srgbClr val="312D2A"/>
                </a:solidFill>
              </a:defRPr>
            </a:lvl3pPr>
            <a:lvl4pPr>
              <a:defRPr sz="1875" b="1">
                <a:solidFill>
                  <a:srgbClr val="312D2A"/>
                </a:solidFill>
              </a:defRPr>
            </a:lvl4pPr>
            <a:lvl5pPr>
              <a:defRPr sz="1875" b="1">
                <a:solidFill>
                  <a:srgbClr val="312D2A"/>
                </a:solidFill>
              </a:defRPr>
            </a:lvl5pPr>
            <a:lvl6pPr>
              <a:defRPr sz="1875" b="1">
                <a:solidFill>
                  <a:srgbClr val="312D2A"/>
                </a:solidFill>
              </a:defRPr>
            </a:lvl6pPr>
            <a:lvl7pPr>
              <a:defRPr sz="1875" b="1">
                <a:solidFill>
                  <a:srgbClr val="312D2A"/>
                </a:solidFill>
              </a:defRPr>
            </a:lvl7pPr>
            <a:lvl8pPr>
              <a:defRPr sz="1875" b="1">
                <a:solidFill>
                  <a:srgbClr val="312D2A"/>
                </a:solidFill>
              </a:defRPr>
            </a:lvl8pPr>
            <a:lvl9pPr>
              <a:defRPr sz="1875" b="1">
                <a:solidFill>
                  <a:srgbClr val="312D2A"/>
                </a:solidFill>
              </a:defRPr>
            </a:lvl9pPr>
          </a:lstStyle>
          <a:p xmlns:a="http://schemas.openxmlformats.org/drawingml/2006/main">
            <a:pPr>
              <a:defRPr sz="1875" b="1">
                <a:solidFill>
                  <a:srgbClr val="312D2A"/>
                </a:solidFill>
              </a:defRPr>
            </a:pPr>
            <a:r>
              <a:rPr sz="1875" b="1">
                <a:solidFill>
                  <a:srgbClr val="312D2A"/>
                </a:solidFill>
              </a:rPr>
              <a:t>Investigate</a:t>
            </a:r>
          </a:p>
        </p:txBody>
      </p:sp>
      <p:sp>
        <p:nvSpPr>
          <p:cNvPr id="24" name="">
            <a:extLst xmlns:a="http://schemas.openxmlformats.org/drawingml/2006/main">
              <a:ext uri="{FF2B5EF4-FFF2-40B4-BE49-F238E27FC236}">
                <a16:creationId xmlns:a16="http://schemas.microsoft.com/office/drawing/2014/main" id="{6F1F359B-E6F8-4CAF-A889-D584F1640629}"/>
              </a:ext>
            </a:extLst>
          </p:cNvPr>
          <p:cNvSpPr>
            <a:spLocks xmlns:a="http://schemas.openxmlformats.org/drawingml/2006/main" noGrp="1"/>
          </p:cNvSpPr>
          <p:nvPr/>
        </p:nvSpPr>
        <p:spPr>
          <a:xfrm xmlns:a="http://schemas.openxmlformats.org/drawingml/2006/main">
            <a:off x="7505700" y="3895725"/>
            <a:ext cx="158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Cited rows</a:t>
            </a:r>
          </a:p>
          <a:p xmlns:a="http://schemas.openxmlformats.org/drawingml/2006/main">
            <a:pPr>
              <a:defRPr sz="1650" b="0">
                <a:solidFill>
                  <a:srgbClr val="6C655F"/>
                </a:solidFill>
              </a:defRPr>
            </a:pPr>
            <a:r>
              <a:rPr sz="1650" b="0">
                <a:solidFill>
                  <a:srgbClr val="6C655F"/>
                </a:solidFill>
              </a:rPr>
              <a:t>and policy</a:t>
            </a:r>
          </a:p>
        </p:txBody>
      </p:sp>
      <p:sp>
        <p:nvSpPr>
          <p:cNvPr id="25" name="">
            <a:extLst xmlns:a="http://schemas.openxmlformats.org/drawingml/2006/main">
              <a:ext uri="{FF2B5EF4-FFF2-40B4-BE49-F238E27FC236}">
                <a16:creationId xmlns:a16="http://schemas.microsoft.com/office/drawing/2014/main" id="{05F81978-1B36-4964-A015-A39EF9EDC386}"/>
              </a:ext>
            </a:extLst>
          </p:cNvPr>
          <p:cNvSpPr>
            <a:spLocks xmlns:a="http://schemas.openxmlformats.org/drawingml/2006/main" noGrp="1"/>
          </p:cNvSpPr>
          <p:nvPr/>
        </p:nvSpPr>
        <p:spPr>
          <a:xfrm xmlns:a="http://schemas.openxmlformats.org/drawingml/2006/main">
            <a:off x="9525000" y="2619375"/>
            <a:ext cx="1905000" cy="2190750"/>
          </a:xfrm>
          <a:prstGeom xmlns:a="http://schemas.openxmlformats.org/drawingml/2006/main" prst="roundRect">
            <a:avLst>
              <a:gd name="adj" fmla="val 4000"/>
            </a:avLst>
          </a:prstGeom>
          <a:solidFill xmlns:a="http://schemas.openxmlformats.org/drawingml/2006/main">
            <a:srgbClr val="F7F5F1"/>
          </a:solidFill>
          <a:ln xmlns:a="http://schemas.openxmlformats.org/drawingml/2006/main" w="9525">
            <a:solidFill>
              <a:srgbClr val="D9D3CC"/>
            </a:solidFill>
            <a:prstDash val="solid"/>
          </a:ln>
        </p:spPr>
      </p:sp>
      <p:sp>
        <p:nvSpPr>
          <p:cNvPr id="26" name="">
            <a:extLst xmlns:a="http://schemas.openxmlformats.org/drawingml/2006/main">
              <a:ext uri="{FF2B5EF4-FFF2-40B4-BE49-F238E27FC236}">
                <a16:creationId xmlns:a16="http://schemas.microsoft.com/office/drawing/2014/main" id="{E79723D6-36FA-45E8-AC5A-431E56E9A250}"/>
              </a:ext>
            </a:extLst>
          </p:cNvPr>
          <p:cNvSpPr>
            <a:spLocks xmlns:a="http://schemas.openxmlformats.org/drawingml/2006/main" noGrp="1"/>
          </p:cNvSpPr>
          <p:nvPr/>
        </p:nvSpPr>
        <p:spPr>
          <a:xfrm xmlns:a="http://schemas.openxmlformats.org/drawingml/2006/main">
            <a:off x="9696450" y="2828925"/>
            <a:ext cx="1562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C74634"/>
                </a:solidFill>
              </a:defRPr>
            </a:defPPr>
            <a:lvl1pPr>
              <a:defRPr sz="1500" b="1">
                <a:solidFill>
                  <a:srgbClr val="C74634"/>
                </a:solidFill>
              </a:defRPr>
            </a:lvl1pPr>
            <a:lvl2pPr>
              <a:defRPr sz="1500" b="1">
                <a:solidFill>
                  <a:srgbClr val="C74634"/>
                </a:solidFill>
              </a:defRPr>
            </a:lvl2pPr>
            <a:lvl3pPr>
              <a:defRPr sz="1500" b="1">
                <a:solidFill>
                  <a:srgbClr val="C74634"/>
                </a:solidFill>
              </a:defRPr>
            </a:lvl3pPr>
            <a:lvl4pPr>
              <a:defRPr sz="1500" b="1">
                <a:solidFill>
                  <a:srgbClr val="C74634"/>
                </a:solidFill>
              </a:defRPr>
            </a:lvl4pPr>
            <a:lvl5pPr>
              <a:defRPr sz="1500" b="1">
                <a:solidFill>
                  <a:srgbClr val="C74634"/>
                </a:solidFill>
              </a:defRPr>
            </a:lvl5pPr>
            <a:lvl6pPr>
              <a:defRPr sz="1500" b="1">
                <a:solidFill>
                  <a:srgbClr val="C74634"/>
                </a:solidFill>
              </a:defRPr>
            </a:lvl6pPr>
            <a:lvl7pPr>
              <a:defRPr sz="1500" b="1">
                <a:solidFill>
                  <a:srgbClr val="C74634"/>
                </a:solidFill>
              </a:defRPr>
            </a:lvl7pPr>
            <a:lvl8pPr>
              <a:defRPr sz="1500" b="1">
                <a:solidFill>
                  <a:srgbClr val="C74634"/>
                </a:solidFill>
              </a:defRPr>
            </a:lvl8pPr>
            <a:lvl9pPr>
              <a:defRPr sz="1500" b="1">
                <a:solidFill>
                  <a:srgbClr val="C74634"/>
                </a:solidFill>
              </a:defRPr>
            </a:lvl9pPr>
          </a:lstStyle>
          <a:p xmlns:a="http://schemas.openxmlformats.org/drawingml/2006/main">
            <a:pPr>
              <a:defRPr sz="1500" b="1">
                <a:solidFill>
                  <a:srgbClr val="C74634"/>
                </a:solidFill>
              </a:defRPr>
            </a:pPr>
            <a:r>
              <a:rPr sz="1500" b="1">
                <a:solidFill>
                  <a:srgbClr val="C74634"/>
                </a:solidFill>
              </a:rPr>
              <a:t>05</a:t>
            </a:r>
          </a:p>
        </p:txBody>
      </p:sp>
      <p:sp>
        <p:nvSpPr>
          <p:cNvPr id="27" name="">
            <a:extLst xmlns:a="http://schemas.openxmlformats.org/drawingml/2006/main">
              <a:ext uri="{FF2B5EF4-FFF2-40B4-BE49-F238E27FC236}">
                <a16:creationId xmlns:a16="http://schemas.microsoft.com/office/drawing/2014/main" id="{D5FF6F75-DE10-434E-8187-04FB60E13135}"/>
              </a:ext>
            </a:extLst>
          </p:cNvPr>
          <p:cNvSpPr>
            <a:spLocks xmlns:a="http://schemas.openxmlformats.org/drawingml/2006/main" noGrp="1"/>
          </p:cNvSpPr>
          <p:nvPr/>
        </p:nvSpPr>
        <p:spPr>
          <a:xfrm xmlns:a="http://schemas.openxmlformats.org/drawingml/2006/main">
            <a:off x="9696450" y="3324225"/>
            <a:ext cx="1581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312D2A"/>
                </a:solidFill>
              </a:defRPr>
            </a:defPPr>
            <a:lvl1pPr>
              <a:defRPr sz="1875" b="1">
                <a:solidFill>
                  <a:srgbClr val="312D2A"/>
                </a:solidFill>
              </a:defRPr>
            </a:lvl1pPr>
            <a:lvl2pPr>
              <a:defRPr sz="1875" b="1">
                <a:solidFill>
                  <a:srgbClr val="312D2A"/>
                </a:solidFill>
              </a:defRPr>
            </a:lvl2pPr>
            <a:lvl3pPr>
              <a:defRPr sz="1875" b="1">
                <a:solidFill>
                  <a:srgbClr val="312D2A"/>
                </a:solidFill>
              </a:defRPr>
            </a:lvl3pPr>
            <a:lvl4pPr>
              <a:defRPr sz="1875" b="1">
                <a:solidFill>
                  <a:srgbClr val="312D2A"/>
                </a:solidFill>
              </a:defRPr>
            </a:lvl4pPr>
            <a:lvl5pPr>
              <a:defRPr sz="1875" b="1">
                <a:solidFill>
                  <a:srgbClr val="312D2A"/>
                </a:solidFill>
              </a:defRPr>
            </a:lvl5pPr>
            <a:lvl6pPr>
              <a:defRPr sz="1875" b="1">
                <a:solidFill>
                  <a:srgbClr val="312D2A"/>
                </a:solidFill>
              </a:defRPr>
            </a:lvl6pPr>
            <a:lvl7pPr>
              <a:defRPr sz="1875" b="1">
                <a:solidFill>
                  <a:srgbClr val="312D2A"/>
                </a:solidFill>
              </a:defRPr>
            </a:lvl7pPr>
            <a:lvl8pPr>
              <a:defRPr sz="1875" b="1">
                <a:solidFill>
                  <a:srgbClr val="312D2A"/>
                </a:solidFill>
              </a:defRPr>
            </a:lvl8pPr>
            <a:lvl9pPr>
              <a:defRPr sz="1875" b="1">
                <a:solidFill>
                  <a:srgbClr val="312D2A"/>
                </a:solidFill>
              </a:defRPr>
            </a:lvl9pPr>
          </a:lstStyle>
          <a:p xmlns:a="http://schemas.openxmlformats.org/drawingml/2006/main">
            <a:pPr>
              <a:defRPr sz="1875" b="1">
                <a:solidFill>
                  <a:srgbClr val="312D2A"/>
                </a:solidFill>
              </a:defRPr>
            </a:pPr>
            <a:r>
              <a:rPr sz="1875" b="1">
                <a:solidFill>
                  <a:srgbClr val="312D2A"/>
                </a:solidFill>
              </a:rPr>
              <a:t>Accept</a:t>
            </a:r>
          </a:p>
        </p:txBody>
      </p:sp>
      <p:sp>
        <p:nvSpPr>
          <p:cNvPr id="28" name="">
            <a:extLst xmlns:a="http://schemas.openxmlformats.org/drawingml/2006/main">
              <a:ext uri="{FF2B5EF4-FFF2-40B4-BE49-F238E27FC236}">
                <a16:creationId xmlns:a16="http://schemas.microsoft.com/office/drawing/2014/main" id="{F13BBED8-40FA-42B6-A3B2-8D628044925F}"/>
              </a:ext>
            </a:extLst>
          </p:cNvPr>
          <p:cNvSpPr>
            <a:spLocks xmlns:a="http://schemas.openxmlformats.org/drawingml/2006/main" noGrp="1"/>
          </p:cNvSpPr>
          <p:nvPr/>
        </p:nvSpPr>
        <p:spPr>
          <a:xfrm xmlns:a="http://schemas.openxmlformats.org/drawingml/2006/main">
            <a:off x="9696450" y="3895725"/>
            <a:ext cx="158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C655F"/>
                </a:solidFill>
              </a:defRPr>
            </a:defPPr>
            <a:lvl1pPr>
              <a:defRPr sz="1650" b="0">
                <a:solidFill>
                  <a:srgbClr val="6C655F"/>
                </a:solidFill>
              </a:defRPr>
            </a:lvl1pPr>
            <a:lvl2pPr>
              <a:defRPr sz="1650" b="0">
                <a:solidFill>
                  <a:srgbClr val="6C655F"/>
                </a:solidFill>
              </a:defRPr>
            </a:lvl2pPr>
            <a:lvl3pPr>
              <a:defRPr sz="1650" b="0">
                <a:solidFill>
                  <a:srgbClr val="6C655F"/>
                </a:solidFill>
              </a:defRPr>
            </a:lvl3pPr>
            <a:lvl4pPr>
              <a:defRPr sz="1650" b="0">
                <a:solidFill>
                  <a:srgbClr val="6C655F"/>
                </a:solidFill>
              </a:defRPr>
            </a:lvl4pPr>
            <a:lvl5pPr>
              <a:defRPr sz="1650" b="0">
                <a:solidFill>
                  <a:srgbClr val="6C655F"/>
                </a:solidFill>
              </a:defRPr>
            </a:lvl5pPr>
            <a:lvl6pPr>
              <a:defRPr sz="1650" b="0">
                <a:solidFill>
                  <a:srgbClr val="6C655F"/>
                </a:solidFill>
              </a:defRPr>
            </a:lvl6pPr>
            <a:lvl7pPr>
              <a:defRPr sz="1650" b="0">
                <a:solidFill>
                  <a:srgbClr val="6C655F"/>
                </a:solidFill>
              </a:defRPr>
            </a:lvl7pPr>
            <a:lvl8pPr>
              <a:defRPr sz="1650" b="0">
                <a:solidFill>
                  <a:srgbClr val="6C655F"/>
                </a:solidFill>
              </a:defRPr>
            </a:lvl8pPr>
            <a:lvl9pPr>
              <a:defRPr sz="1650" b="0">
                <a:solidFill>
                  <a:srgbClr val="6C655F"/>
                </a:solidFill>
              </a:defRPr>
            </a:lvl9pPr>
          </a:lstStyle>
          <a:p xmlns:a="http://schemas.openxmlformats.org/drawingml/2006/main">
            <a:pPr>
              <a:defRPr sz="1650" b="0">
                <a:solidFill>
                  <a:srgbClr val="6C655F"/>
                </a:solidFill>
              </a:defRPr>
            </a:pPr>
            <a:r>
              <a:rPr sz="1650" b="0">
                <a:solidFill>
                  <a:srgbClr val="6C655F"/>
                </a:solidFill>
              </a:rPr>
              <a:t>Analyst time</a:t>
            </a:r>
          </a:p>
          <a:p xmlns:a="http://schemas.openxmlformats.org/drawingml/2006/main">
            <a:pPr>
              <a:defRPr sz="1650" b="0">
                <a:solidFill>
                  <a:srgbClr val="6C655F"/>
                </a:solidFill>
              </a:defRPr>
            </a:pPr>
            <a:r>
              <a:rPr sz="1650" b="0">
                <a:solidFill>
                  <a:srgbClr val="6C655F"/>
                </a:solidFill>
              </a:rPr>
              <a:t>and rework</a:t>
            </a:r>
          </a:p>
        </p:txBody>
      </p:sp>
      <p:sp>
        <p:nvSpPr>
          <p:cNvPr id="29" name="">
            <a:extLst xmlns:a="http://schemas.openxmlformats.org/drawingml/2006/main">
              <a:ext uri="{FF2B5EF4-FFF2-40B4-BE49-F238E27FC236}">
                <a16:creationId xmlns:a16="http://schemas.microsoft.com/office/drawing/2014/main" id="{76B1AC49-CE77-42BE-8890-91C310FA2DF1}"/>
              </a:ext>
            </a:extLst>
          </p:cNvPr>
          <p:cNvSpPr>
            <a:spLocks xmlns:a="http://schemas.openxmlformats.org/drawingml/2006/main" noGrp="1"/>
          </p:cNvSpPr>
          <p:nvPr/>
        </p:nvSpPr>
        <p:spPr>
          <a:xfrm xmlns:a="http://schemas.openxmlformats.org/drawingml/2006/main">
            <a:off x="762000" y="5276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312D2A"/>
                </a:solidFill>
              </a:defRPr>
            </a:defPPr>
            <a:lvl1pPr>
              <a:defRPr sz="1575" b="0">
                <a:solidFill>
                  <a:srgbClr val="312D2A"/>
                </a:solidFill>
              </a:defRPr>
            </a:lvl1pPr>
            <a:lvl2pPr>
              <a:defRPr sz="1575" b="0">
                <a:solidFill>
                  <a:srgbClr val="312D2A"/>
                </a:solidFill>
              </a:defRPr>
            </a:lvl2pPr>
            <a:lvl3pPr>
              <a:defRPr sz="1575" b="0">
                <a:solidFill>
                  <a:srgbClr val="312D2A"/>
                </a:solidFill>
              </a:defRPr>
            </a:lvl3pPr>
            <a:lvl4pPr>
              <a:defRPr sz="1575" b="0">
                <a:solidFill>
                  <a:srgbClr val="312D2A"/>
                </a:solidFill>
              </a:defRPr>
            </a:lvl4pPr>
            <a:lvl5pPr>
              <a:defRPr sz="1575" b="0">
                <a:solidFill>
                  <a:srgbClr val="312D2A"/>
                </a:solidFill>
              </a:defRPr>
            </a:lvl5pPr>
            <a:lvl6pPr>
              <a:defRPr sz="1575" b="0">
                <a:solidFill>
                  <a:srgbClr val="312D2A"/>
                </a:solidFill>
              </a:defRPr>
            </a:lvl6pPr>
            <a:lvl7pPr>
              <a:defRPr sz="1575" b="0">
                <a:solidFill>
                  <a:srgbClr val="312D2A"/>
                </a:solidFill>
              </a:defRPr>
            </a:lvl7pPr>
            <a:lvl8pPr>
              <a:defRPr sz="1575" b="0">
                <a:solidFill>
                  <a:srgbClr val="312D2A"/>
                </a:solidFill>
              </a:defRPr>
            </a:lvl8pPr>
            <a:lvl9pPr>
              <a:defRPr sz="1575" b="0">
                <a:solidFill>
                  <a:srgbClr val="312D2A"/>
                </a:solidFill>
              </a:defRPr>
            </a:lvl9pPr>
          </a:lstStyle>
          <a:p xmlns:a="http://schemas.openxmlformats.org/drawingml/2006/main">
            <a:pPr>
              <a:defRPr sz="1575" b="0">
                <a:solidFill>
                  <a:srgbClr val="312D2A"/>
                </a:solidFill>
              </a:defRPr>
            </a:pPr>
            <a:r>
              <a:rPr sz="1575" b="0">
                <a:solidFill>
                  <a:srgbClr val="312D2A"/>
                </a:solidFill>
              </a:rPr>
              <a:t>Next proof: reconcile a fresh hybrid answer, validate changed-data publication, then record the complete walkthrough.</a:t>
            </a:r>
          </a:p>
        </p:txBody>
      </p:sp>
      <p:sp>
        <p:nvSpPr>
          <p:cNvPr id="30" name="">
            <a:extLst xmlns:a="http://schemas.openxmlformats.org/drawingml/2006/main">
              <a:ext uri="{FF2B5EF4-FFF2-40B4-BE49-F238E27FC236}">
                <a16:creationId xmlns:a16="http://schemas.microsoft.com/office/drawing/2014/main" id="{B55809EE-C71D-4389-9D60-DBD718BBFBB8}"/>
              </a:ext>
            </a:extLst>
          </p:cNvPr>
          <p:cNvSpPr>
            <a:spLocks xmlns:a="http://schemas.openxmlformats.org/drawingml/2006/main" noGrp="1"/>
          </p:cNvSpPr>
          <p:nvPr/>
        </p:nvSpPr>
        <p:spPr>
          <a:xfrm xmlns:a="http://schemas.openxmlformats.org/drawingml/2006/main">
            <a:off x="762000" y="58674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1">
                <a:solidFill>
                  <a:srgbClr val="315F70"/>
                </a:solidFill>
              </a:defRPr>
            </a:defPPr>
            <a:lvl1pPr>
              <a:defRPr sz="1275" b="1">
                <a:solidFill>
                  <a:srgbClr val="315F70"/>
                </a:solidFill>
              </a:defRPr>
            </a:lvl1pPr>
            <a:lvl2pPr>
              <a:defRPr sz="1275" b="1">
                <a:solidFill>
                  <a:srgbClr val="315F70"/>
                </a:solidFill>
              </a:defRPr>
            </a:lvl2pPr>
            <a:lvl3pPr>
              <a:defRPr sz="1275" b="1">
                <a:solidFill>
                  <a:srgbClr val="315F70"/>
                </a:solidFill>
              </a:defRPr>
            </a:lvl3pPr>
            <a:lvl4pPr>
              <a:defRPr sz="1275" b="1">
                <a:solidFill>
                  <a:srgbClr val="315F70"/>
                </a:solidFill>
              </a:defRPr>
            </a:lvl4pPr>
            <a:lvl5pPr>
              <a:defRPr sz="1275" b="1">
                <a:solidFill>
                  <a:srgbClr val="315F70"/>
                </a:solidFill>
              </a:defRPr>
            </a:lvl5pPr>
            <a:lvl6pPr>
              <a:defRPr sz="1275" b="1">
                <a:solidFill>
                  <a:srgbClr val="315F70"/>
                </a:solidFill>
              </a:defRPr>
            </a:lvl6pPr>
            <a:lvl7pPr>
              <a:defRPr sz="1275" b="1">
                <a:solidFill>
                  <a:srgbClr val="315F70"/>
                </a:solidFill>
              </a:defRPr>
            </a:lvl7pPr>
            <a:lvl8pPr>
              <a:defRPr sz="1275" b="1">
                <a:solidFill>
                  <a:srgbClr val="315F70"/>
                </a:solidFill>
              </a:defRPr>
            </a:lvl8pPr>
            <a:lvl9pPr>
              <a:defRPr sz="1275" b="1">
                <a:solidFill>
                  <a:srgbClr val="315F70"/>
                </a:solidFill>
              </a:defRPr>
            </a:lvl9pPr>
          </a:lstStyle>
          <a:p xmlns:a="http://schemas.openxmlformats.org/drawingml/2006/main">
            <a:pPr>
              <a:defRPr sz="1275" b="1">
                <a:solidFill>
                  <a:srgbClr val="315F70"/>
                </a:solidFill>
              </a:defRPr>
            </a:pPr>
            <a:r>
              <a:rPr sz="1275" b="1">
                <a:solidFill>
                  <a:srgbClr val="315F70"/>
                </a:solidFill>
              </a:rPr>
              <a:t>Notebooks • SQL / RAG / Prompt • OAC recipe • A2A client • Hosted acceptance</a:t>
            </a:r>
          </a:p>
        </p:txBody>
      </p:sp>
    </p:spTree>
    <p:extLst>
      <p:ext uri="{BB962C8B-B14F-4D97-AF65-F5344CB8AC3E}">
        <p14:creationId xmlns:p14="http://schemas.microsoft.com/office/powerpoint/2010/main" val="97105896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20BCD830-FD8D-4BBD-989C-5E9E97CD307D}"/>
              </a:ext>
            </a:extLst>
          </p:cNvPr>
          <p:cNvSpPr>
            <a:spLocks xmlns:a="http://schemas.openxmlformats.org/drawingml/2006/main" noGrp="1"/>
          </p:cNvSpPr>
          <p:nvPr/>
        </p:nvSpPr>
        <p:spPr>
          <a:xfrm xmlns:a="http://schemas.openxmlformats.org/drawingml/2006/main">
            <a:off x="758952" y="6428232"/>
            <a:ext cx="274320"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buNone/>
              <a:defRPr sz="900">
                <a:solidFill>
                  <a:srgbClr val="666666"/>
                </a:solidFill>
              </a:defRPr>
            </a:pPr>
            <a:r>
              <a:t>10</a:t>
            </a:r>
          </a:p>
        </p:txBody>
      </p:sp>
    </p:spTree>
    <p:extLst>
      <p:ext uri="{BB962C8B-B14F-4D97-AF65-F5344CB8AC3E}">
        <p14:creationId xmlns:p14="http://schemas.microsoft.com/office/powerpoint/2010/main" val="1749765388"/>
      </p:ext>
    </p:extLst>
  </p:cSld>
</p:sld>
</file>

<file path=ppt/theme/theme1.xml><?xml version="1.0" encoding="utf-8"?>
<a:theme xmlns:a="http://schemas.openxmlformats.org/drawingml/2006/main" name="Oracle-FY26-7.9">
  <a:themeElements>
    <a:clrScheme name="Custom 43">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43">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2026-10-18T06:21:13.2160000Z</dcterms:created>
  <dcterms:modified xsi:type="dcterms:W3CDTF">2026-10-18T06:21:13.2160000Z</dcterms:modified>
</coreProperties>
</file>