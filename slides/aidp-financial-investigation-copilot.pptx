
<file path=[Content_Types].xml><?xml version="1.0" encoding="utf-8"?>
<Types xmlns="http://schemas.openxmlformats.org/package/2006/content-types">
  <Default Extension="xml" ContentType="application/vnd.openxmlformats-package.core-properties+xml"/>
  <Default Extension="emf" ContentType="image/x-emf"/>
  <Default Extension="png" ContentType="image/png"/>
  <Default Extension="svg" ContentType="image/svg+xml"/>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slideLayouts/slideLayout90.xml" ContentType="application/vnd.openxmlformats-officedocument.presentationml.slideLayout+xml"/>
  <Override PartName="/ppt/slideLayouts/slideLayout91.xml" ContentType="application/vnd.openxmlformats-officedocument.presentationml.slideLayout+xml"/>
  <Override PartName="/ppt/slideLayouts/slideLayout92.xml" ContentType="application/vnd.openxmlformats-officedocument.presentationml.slideLayout+xml"/>
  <Override PartName="/ppt/slideLayouts/slideLayout93.xml" ContentType="application/vnd.openxmlformats-officedocument.presentationml.slideLayout+xml"/>
  <Override PartName="/ppt/slideLayouts/slideLayout94.xml" ContentType="application/vnd.openxmlformats-officedocument.presentationml.slideLayout+xml"/>
  <Override PartName="/ppt/slideLayouts/slideLayout95.xml" ContentType="application/vnd.openxmlformats-officedocument.presentationml.slideLayout+xml"/>
  <Override PartName="/ppt/slideLayouts/slideLayout96.xml" ContentType="application/vnd.openxmlformats-officedocument.presentationml.slideLayout+xml"/>
  <Override PartName="/ppt/slideLayouts/slideLayout97.xml" ContentType="application/vnd.openxmlformats-officedocument.presentationml.slideLayout+xml"/>
  <Override PartName="/ppt/slideLayouts/slideLayout98.xml" ContentType="application/vnd.openxmlformats-officedocument.presentationml.slideLayout+xml"/>
  <Override PartName="/ppt/slideLayouts/slideLayout99.xml" ContentType="application/vnd.openxmlformats-officedocument.presentationml.slideLayout+xml"/>
  <Override PartName="/ppt/slideLayouts/slideLayout100.xml" ContentType="application/vnd.openxmlformats-officedocument.presentationml.slideLayout+xml"/>
  <Override PartName="/ppt/slideLayouts/slideLayout101.xml" ContentType="application/vnd.openxmlformats-officedocument.presentationml.slideLayout+xml"/>
  <Override PartName="/ppt/slideLayouts/slideLayout102.xml" ContentType="application/vnd.openxmlformats-officedocument.presentationml.slideLayout+xml"/>
  <Override PartName="/ppt/slideLayouts/slideLayout103.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authors.xml" ContentType="application/vnd.ms-powerpoint.author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e7f5c9d72db143bc" /><Relationship Type="http://schemas.openxmlformats.org/officeDocument/2006/relationships/extended-properties" Target="/docProps/app.xml" Id="Rc20d5647359b47b0" /><Relationship Type="http://schemas.openxmlformats.org/officeDocument/2006/relationships/officeDocument" Target="/ppt/presentation.xml" Id="Rda63f26239e24f86" /></Relationships>
</file>

<file path=ppt/presentation.xml><?xml version="1.0" encoding="utf-8"?>
<p:presentation xmlns:p="http://schemas.openxmlformats.org/presentationml/2006/main">
  <p:sldMasterIdLst>
    <p:sldMasterId xmlns:r="http://schemas.openxmlformats.org/officeDocument/2006/relationships" id="2147483648" r:id="R99ad683457df4427"/>
  </p:sldMasterIdLst>
  <p:notesMasterIdLst>
    <p:notesMasterId xmlns:r="http://schemas.openxmlformats.org/officeDocument/2006/relationships" r:id="R11caae4341224f24"/>
  </p:notesMasterIdLst>
  <p:sldIdLst>
    <p:sldId xmlns:r="http://schemas.openxmlformats.org/officeDocument/2006/relationships" id="256" r:id="R63905472e55d4bb2"/>
    <p:sldId xmlns:r="http://schemas.openxmlformats.org/officeDocument/2006/relationships" id="257" r:id="R91ce313ce21d4576"/>
    <p:sldId xmlns:r="http://schemas.openxmlformats.org/officeDocument/2006/relationships" id="258" r:id="R31a65bdc3cad4171"/>
    <p:sldId xmlns:r="http://schemas.openxmlformats.org/officeDocument/2006/relationships" id="259" r:id="R16ed67c53c9c40e0"/>
    <p:sldId xmlns:r="http://schemas.openxmlformats.org/officeDocument/2006/relationships" id="260" r:id="R2d18948e27cd4587"/>
    <p:sldId xmlns:r="http://schemas.openxmlformats.org/officeDocument/2006/relationships" id="261" r:id="Rcac5bf45331341b9"/>
    <p:sldId xmlns:r="http://schemas.openxmlformats.org/officeDocument/2006/relationships" id="262" r:id="R01e155ac6c014e9c"/>
    <p:sldId xmlns:r="http://schemas.openxmlformats.org/officeDocument/2006/relationships" id="263" r:id="Rd14653b3916b4383"/>
    <p:sldId xmlns:r="http://schemas.openxmlformats.org/officeDocument/2006/relationships" id="264" r:id="R610c04ec05d14d0b"/>
    <p:sldId xmlns:r="http://schemas.openxmlformats.org/officeDocument/2006/relationships" id="265" r:id="R116147e04a8243e7"/>
  </p:sldIdLst>
  <p:sldSz cx="12192000" cy="6858000"/>
  <p:notesSz cx="6858000" cy="9144000"/>
  <p:defaultTextStyle>
    <a:defPPr xmlns:a="http://schemas.openxmlformats.org/drawingml/2006/main">
      <a:buNone/>
    </a:defPPr>
    <a:lvl1pPr xmlns:a="http://schemas.openxmlformats.org/drawingml/2006/main" marL="0" algn="l" defTabSz="914400">
      <a:buNone/>
      <a:defRPr sz="1800" kern="1200">
        <a:solidFill>
          <a:schemeClr val="tx1"/>
        </a:solidFill>
        <a:latin typeface="+mn-lt"/>
        <a:ea typeface="+mn-lt"/>
        <a:cs typeface="+mn-lt"/>
      </a:defRPr>
    </a:lvl1pPr>
    <a:lvl2pPr xmlns:a="http://schemas.openxmlformats.org/drawingml/2006/main" marL="457200" algn="l" defTabSz="914400">
      <a:buNone/>
      <a:defRPr sz="1800" kern="1200">
        <a:solidFill>
          <a:schemeClr val="tx1"/>
        </a:solidFill>
        <a:latin typeface="+mn-lt"/>
        <a:ea typeface="+mn-lt"/>
        <a:cs typeface="+mn-lt"/>
      </a:defRPr>
    </a:lvl2pPr>
    <a:lvl3pPr xmlns:a="http://schemas.openxmlformats.org/drawingml/2006/main" marL="914400" algn="l" defTabSz="914400">
      <a:buNone/>
      <a:defRPr sz="1800" kern="1200">
        <a:solidFill>
          <a:schemeClr val="tx1"/>
        </a:solidFill>
        <a:latin typeface="+mn-lt"/>
        <a:ea typeface="+mn-lt"/>
        <a:cs typeface="+mn-lt"/>
      </a:defRPr>
    </a:lvl3pPr>
    <a:lvl4pPr xmlns:a="http://schemas.openxmlformats.org/drawingml/2006/main" marL="1371600" algn="l" defTabSz="914400">
      <a:buNone/>
      <a:defRPr sz="1800" kern="1200">
        <a:solidFill>
          <a:schemeClr val="tx1"/>
        </a:solidFill>
        <a:latin typeface="+mn-lt"/>
        <a:ea typeface="+mn-lt"/>
        <a:cs typeface="+mn-lt"/>
      </a:defRPr>
    </a:lvl4pPr>
    <a:lvl5pPr xmlns:a="http://schemas.openxmlformats.org/drawingml/2006/main" marL="1828800" algn="l" defTabSz="914400">
      <a:buNone/>
      <a:defRPr sz="1800" kern="1200">
        <a:solidFill>
          <a:schemeClr val="tx1"/>
        </a:solidFill>
        <a:latin typeface="+mn-lt"/>
        <a:ea typeface="+mn-lt"/>
        <a:cs typeface="+mn-lt"/>
      </a:defRPr>
    </a:lvl5pPr>
    <a:lvl6pPr xmlns:a="http://schemas.openxmlformats.org/drawingml/2006/main" marL="2286000" algn="l" defTabSz="914400">
      <a:buNone/>
      <a:defRPr sz="1800" kern="1200">
        <a:solidFill>
          <a:schemeClr val="tx1"/>
        </a:solidFill>
        <a:latin typeface="+mn-lt"/>
        <a:ea typeface="+mn-lt"/>
        <a:cs typeface="+mn-lt"/>
      </a:defRPr>
    </a:lvl6pPr>
    <a:lvl7pPr xmlns:a="http://schemas.openxmlformats.org/drawingml/2006/main" marL="2743200" algn="l" defTabSz="914400">
      <a:buNone/>
      <a:defRPr sz="1800" kern="1200">
        <a:solidFill>
          <a:schemeClr val="tx1"/>
        </a:solidFill>
        <a:latin typeface="+mn-lt"/>
        <a:ea typeface="+mn-lt"/>
        <a:cs typeface="+mn-lt"/>
      </a:defRPr>
    </a:lvl7pPr>
    <a:lvl8pPr xmlns:a="http://schemas.openxmlformats.org/drawingml/2006/main" marL="3200400" algn="l" defTabSz="914400">
      <a:buNone/>
      <a:defRPr sz="1800" kern="1200">
        <a:solidFill>
          <a:schemeClr val="tx1"/>
        </a:solidFill>
        <a:latin typeface="+mn-lt"/>
        <a:ea typeface="+mn-lt"/>
        <a:cs typeface="+mn-lt"/>
      </a:defRPr>
    </a:lvl8pPr>
    <a:lvl9pPr xmlns:a="http://schemas.openxmlformats.org/drawingml/2006/main" marL="3657600" algn="l" defTabSz="914400">
      <a:buNone/>
      <a:defRPr sz="1800" kern="1200">
        <a:solidFill>
          <a:schemeClr val="tx1"/>
        </a:solidFill>
        <a:latin typeface="+mn-lt"/>
        <a:ea typeface="+mn-lt"/>
        <a:cs typeface="+mn-lt"/>
      </a:defRPr>
    </a:lvl9pPr>
  </p:defaultTextStyle>
</p:presentation>
</file>

<file path=ppt/authors.xml><?xml version="1.0" encoding="utf-8"?>
<p188:authorLst xmlns:p188="http://schemas.microsoft.com/office/powerpoint/2018/8/main">
  <p188:author id="{1F247655-47CC-FB63-C5C7-523D008CD984}" name="Kristen Barcheski" initials="KB" userId="S::kristen.barcheski@oracle.com::59c6070f-981d-4064-b395-2d3768254975" providerId="AD"/>
  <p188:author id="{15BBF38A-F7BC-7B2E-0D61-21D1F83CE523}" name="Michelle Howell" initials="MH" userId="Michelle Howell" providerId="None"/>
</p188:authorLst>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073A0DAA-6AF3-43AB-8588-CEC1D06C72B9}">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912C8C85-51F0-491E-9774-3900AFEF0FD7}" styleName="Light Style 2 - Accent 6">
    <a:wholeTbl>
      <a:tcTxStyle>
        <a:fontRef idx="minor">
          <a:scrgbClr r="0" g="0" b="0"/>
        </a:fontRef>
        <a:schemeClr val="tx1"/>
      </a:tcTxStyle>
      <a:tcStyle>
        <a:tcBdr>
          <a:left>
            <a:lnRef idx="1">
              <a:schemeClr val="accent6"/>
            </a:lnRef>
          </a:left>
          <a:right>
            <a:lnRef idx="1">
              <a:schemeClr val="accent6"/>
            </a:lnRef>
          </a:right>
          <a:top>
            <a:lnRef idx="1">
              <a:schemeClr val="accent6"/>
            </a:lnRef>
          </a:top>
          <a:bottom>
            <a:lnRef idx="1">
              <a:schemeClr val="accent6"/>
            </a:lnRef>
          </a:bottom>
          <a:insideH>
            <a:ln>
              <a:noFill/>
            </a:ln>
          </a:insideH>
          <a:insideV>
            <a:ln>
              <a:noFill/>
            </a:ln>
          </a:insideV>
        </a:tcBdr>
        <a:fill>
          <a:noFill/>
        </a:fill>
      </a:tcStyle>
    </a:wholeTbl>
    <a:band1H>
      <a:tcStyle>
        <a:tcBdr>
          <a:top>
            <a:lnRef idx="1">
              <a:schemeClr val="accent6"/>
            </a:lnRef>
          </a:top>
          <a:bottom>
            <a:lnRef idx="1">
              <a:schemeClr val="accent6"/>
            </a:lnRef>
          </a:bottom>
        </a:tcBdr>
      </a:tcStyle>
    </a:band1H>
    <a:band1V>
      <a:tcStyle>
        <a:tcBdr>
          <a:left>
            <a:lnRef idx="1">
              <a:schemeClr val="accent6"/>
            </a:lnRef>
          </a:left>
          <a:right>
            <a:lnRef idx="1">
              <a:schemeClr val="accent6"/>
            </a:lnRef>
          </a:right>
        </a:tcBdr>
      </a:tcStyle>
    </a:band1V>
    <a:band2V>
      <a:tcStyle>
        <a:tcBdr>
          <a:left>
            <a:lnRef idx="1">
              <a:schemeClr val="accent6"/>
            </a:lnRef>
          </a:left>
          <a:right>
            <a:lnRef idx="1">
              <a:schemeClr val="accent6"/>
            </a:lnRef>
          </a:right>
        </a:tcBdr>
      </a:tcStyle>
    </a:band2V>
    <a:lastCol>
      <a:tcTxStyle b="on"/>
      <a:tcStyle>
        <a:tcBdr/>
      </a:tcStyle>
    </a:lastCol>
    <a:firstCol>
      <a:tcTxStyle b="on"/>
      <a:tcStyle>
        <a:tcBdr/>
      </a:tcStyle>
    </a:firstCol>
    <a:lastRow>
      <a:tcTxStyle b="on"/>
      <a:tcStyle>
        <a:tcBdr>
          <a:top>
            <a:ln w="50800" cmpd="dbl">
              <a:solidFill>
                <a:schemeClr val="accent6"/>
              </a:solidFill>
            </a:ln>
          </a:top>
        </a:tcBdr>
      </a:tcStyle>
    </a:lastRow>
    <a:firstRow>
      <a:tcTxStyle b="on">
        <a:fontRef idx="minor">
          <a:scrgbClr r="0" g="0" b="0"/>
        </a:fontRef>
        <a:schemeClr val="bg1"/>
      </a:tcTxStyle>
      <a:tcStyle>
        <a:tcBdr/>
        <a:fillRef idx="1">
          <a:schemeClr val="accent6"/>
        </a:fillRef>
      </a:tcStyle>
    </a:firstRow>
  </a:tblStyle>
  <a:tblStyle styleId="{74C1A8A3-306A-4EB7-A6B1-4F7E0EB9C5D6}" styleName="Medium Style 3 – Accent 5">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5"/>
          </a:solidFill>
        </a:fill>
      </a:tcStyle>
    </a:lastCol>
    <a:firstCol>
      <a:tcTxStyle b="on">
        <a:fontRef idx="minor">
          <a:scrgbClr r="0" g="0" b="0"/>
        </a:fontRef>
        <a:schemeClr val="lt1"/>
      </a:tcTxStyle>
      <a:tcStyle>
        <a:tcBdr/>
        <a:fill>
          <a:solidFill>
            <a:schemeClr val="accent5"/>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5"/>
          </a:solidFill>
        </a:fill>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 styleId="{69C7853C-536D-4A76-A0AE-DD22124D55A5}" styleName="Themed Style 1 - Accent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 styleId="{E8034E78-7F5D-4C2E-B375-FC64B27BC917}" styleName="Dark Style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left>
            <a:ln w="25400" cmpd="sng">
              <a:solidFill>
                <a:schemeClr val="lt1"/>
              </a:solidFill>
            </a:ln>
          </a:left>
        </a:tcBdr>
        <a:fill>
          <a:solidFill>
            <a:schemeClr val="dk1">
              <a:tint val="60000"/>
            </a:schemeClr>
          </a:solidFill>
        </a:fill>
      </a:tcStyle>
    </a:lastCol>
    <a:firstCol>
      <a:tcTxStyle b="on"/>
      <a:tcStyle>
        <a:tcBdr>
          <a:right>
            <a:ln w="25400" cmpd="sng">
              <a:solidFill>
                <a:schemeClr val="lt1"/>
              </a:solidFill>
            </a:ln>
          </a:right>
        </a:tcBdr>
        <a:fill>
          <a:solidFill>
            <a:schemeClr val="dk1">
              <a:tint val="60000"/>
            </a:schemeClr>
          </a:solidFill>
        </a:fill>
      </a:tcStyle>
    </a:firstCol>
    <a:lastRow>
      <a:tcTxStyle b="on"/>
      <a:tcStyle>
        <a:tcBdr>
          <a:top>
            <a:ln w="25400" cmpd="sng">
              <a:solidFill>
                <a:schemeClr val="lt1"/>
              </a:solidFill>
            </a:ln>
          </a:top>
        </a:tcBdr>
        <a:fill>
          <a:solidFill>
            <a:schemeClr val="dk1">
              <a:tint val="6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Lst>
</file>

<file path=ppt/viewProps.xml><?xml version="1.0" encoding="utf-8"?>
<p:viewPr xmlns:p="http://schemas.openxmlformats.org/presentationml/2006/main">
  <p:slideViewPr>
    <p:cSldViewPr showGuides="0">
      <p:cViewPr>
        <p:scale>
          <a:sx xmlns:a="http://schemas.openxmlformats.org/drawingml/2006/main" n="1" d="1"/>
          <a:sy xmlns:a="http://schemas.openxmlformats.org/drawingml/2006/main" n="1" d="1"/>
        </p:scale>
        <p:origin x="0" y="0"/>
      </p:cViewPr>
      <p:guideLst/>
    </p:cSldViewPr>
  </p:slideViewPr>
  <p:gridSpacing cx="72008" cy="72008"/>
</p:viewPr>
</file>

<file path=ppt/_rels/presentation.xml.rels>&#65279;<?xml version="1.0" encoding="utf-8"?><Relationships xmlns="http://schemas.openxmlformats.org/package/2006/relationships"><Relationship Type="http://schemas.openxmlformats.org/officeDocument/2006/relationships/theme" Target="/ppt/theme/theme1.xml" Id="R5f5401883edf4881" /><Relationship Type="http://schemas.openxmlformats.org/officeDocument/2006/relationships/slideMaster" Target="/ppt/slideMasters/slideMaster1.xml" Id="R99ad683457df4427" /><Relationship Type="http://schemas.openxmlformats.org/officeDocument/2006/relationships/notesMaster" Target="/ppt/notesMasters/notesMaster1.xml" Id="R11caae4341224f24" /><Relationship Type="http://schemas.openxmlformats.org/officeDocument/2006/relationships/presProps" Target="/ppt/presProps.xml" Id="Ra8b1318aca4145c4" /><Relationship Type="http://schemas.openxmlformats.org/officeDocument/2006/relationships/viewProps" Target="/ppt/viewProps.xml" Id="R248db288584a498b" /><Relationship Type="http://schemas.openxmlformats.org/officeDocument/2006/relationships/tableStyles" Target="/ppt/tableStyles.xml" Id="R33e68b40a0584f1d" /><Relationship Type="http://schemas.microsoft.com/office/2018/10/relationships/authors" Target="/ppt/authors.xml" Id="Re6696d68b07b496c" /><Relationship Type="http://schemas.openxmlformats.org/officeDocument/2006/relationships/slide" Target="/ppt/slides/slide1.xml" Id="R63905472e55d4bb2" /><Relationship Type="http://schemas.openxmlformats.org/officeDocument/2006/relationships/slide" Target="/ppt/slides/slide2.xml" Id="R91ce313ce21d4576" /><Relationship Type="http://schemas.openxmlformats.org/officeDocument/2006/relationships/slide" Target="/ppt/slides/slide3.xml" Id="R31a65bdc3cad4171" /><Relationship Type="http://schemas.openxmlformats.org/officeDocument/2006/relationships/slide" Target="/ppt/slides/slide4.xml" Id="R16ed67c53c9c40e0" /><Relationship Type="http://schemas.openxmlformats.org/officeDocument/2006/relationships/slide" Target="/ppt/slides/slide5.xml" Id="R2d18948e27cd4587" /><Relationship Type="http://schemas.openxmlformats.org/officeDocument/2006/relationships/slide" Target="/ppt/slides/slide6.xml" Id="Rcac5bf45331341b9" /><Relationship Type="http://schemas.openxmlformats.org/officeDocument/2006/relationships/slide" Target="/ppt/slides/slide7.xml" Id="R01e155ac6c014e9c" /><Relationship Type="http://schemas.openxmlformats.org/officeDocument/2006/relationships/slide" Target="/ppt/slides/slide8.xml" Id="Rd14653b3916b4383" /><Relationship Type="http://schemas.openxmlformats.org/officeDocument/2006/relationships/slide" Target="/ppt/slides/slide9.xml" Id="R610c04ec05d14d0b" /><Relationship Type="http://schemas.openxmlformats.org/officeDocument/2006/relationships/slide" Target="/ppt/slides/slide10.xml" Id="R116147e04a8243e7"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8c8a09940f4942d5"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Oracle-FY26-7.9">
  <a:themeElements>
    <a:clrScheme name="Custom 43">
      <a:dk1>
        <a:srgbClr val="2A2F2F"/>
      </a:dk1>
      <a:lt1>
        <a:srgbClr val="FFFFFF"/>
      </a:lt1>
      <a:dk2>
        <a:srgbClr val="2A2F2F"/>
      </a:dk2>
      <a:lt2>
        <a:srgbClr val="FBF9F8"/>
      </a:lt2>
      <a:accent1>
        <a:srgbClr val="04536F"/>
      </a:accent1>
      <a:accent2>
        <a:srgbClr val="6C3F49"/>
      </a:accent2>
      <a:accent3>
        <a:srgbClr val="C74634"/>
      </a:accent3>
      <a:accent4>
        <a:srgbClr val="F0CC71"/>
      </a:accent4>
      <a:accent5>
        <a:srgbClr val="89B2B0"/>
      </a:accent5>
      <a:accent6>
        <a:srgbClr val="86B596"/>
      </a:accent6>
      <a:hlink>
        <a:srgbClr val="00688C"/>
      </a:hlink>
      <a:folHlink>
        <a:srgbClr val="F0CC71"/>
      </a:folHlink>
    </a:clrScheme>
    <a:fontScheme name="Oracle Pillars">
      <a:majorFont>
        <a:latin typeface="Georgia"/>
        <a:ea typeface=""/>
        <a:cs typeface=""/>
      </a:majorFont>
      <a:minorFont>
        <a:latin typeface="Oracle Sans Tab"/>
        <a:ea typeface=""/>
        <a:cs typeface=""/>
      </a:minorFont>
    </a:fontScheme>
    <a:fmtScheme name="Custom 43">
      <a:fillStyleLst>
        <a:solidFill>
          <a:schemeClr val="phClr"/>
        </a:solidFill>
        <a:solidFill>
          <a:schemeClr val="phClr">
            <a:tint val="50000"/>
          </a:schemeClr>
        </a:solidFill>
        <a:solidFill>
          <a:schemeClr val="phClr">
            <a:shade val="65000"/>
          </a:schemeClr>
        </a:solidFill>
      </a:fillStyleLst>
      <a:lnStyleLst>
        <a:ln w="3175">
          <a:solidFill>
            <a:schemeClr val="phClr">
              <a:shade val="65000"/>
            </a:schemeClr>
          </a:solidFill>
          <a:prstDash val="solid"/>
        </a:ln>
        <a:ln w="3175">
          <a:solidFill>
            <a:schemeClr val="phClr"/>
          </a:solidFill>
          <a:prstDash val="solid"/>
        </a:ln>
        <a:ln w="0">
          <a:noFill/>
        </a:ln>
      </a:lnStyleLst>
      <a:effectStyleLst>
        <a:effectStyle>
          <a:effectLst/>
        </a:effectStyle>
        <a:effectStyle>
          <a:effectLst/>
        </a:effectStyle>
        <a:effectStyle>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027c2c5e6d6a4e71" /><Relationship Type="http://schemas.openxmlformats.org/officeDocument/2006/relationships/notesMaster" Target="/ppt/notesMasters/notesMaster1.xml" Id="R9d22729c4d544a04" /></Relationships>
</file>

<file path=ppt/notesSlides/_rels/notesSlide2.xml.rels>&#65279;<?xml version="1.0" encoding="utf-8"?><Relationships xmlns="http://schemas.openxmlformats.org/package/2006/relationships"><Relationship Type="http://schemas.openxmlformats.org/officeDocument/2006/relationships/slide" Target="/ppt/slides/slide2.xml" Id="R23ca12306dd0496e" /><Relationship Type="http://schemas.openxmlformats.org/officeDocument/2006/relationships/notesMaster" Target="/ppt/notesMasters/notesMaster1.xml" Id="R77e3072f54004eeb" /></Relationships>
</file>

<file path=ppt/notesSlides/_rels/notesSlide3.xml.rels>&#65279;<?xml version="1.0" encoding="utf-8"?><Relationships xmlns="http://schemas.openxmlformats.org/package/2006/relationships"><Relationship Type="http://schemas.openxmlformats.org/officeDocument/2006/relationships/slide" Target="/ppt/slides/slide3.xml" Id="R8a2291ef23494ddc" /><Relationship Type="http://schemas.openxmlformats.org/officeDocument/2006/relationships/notesMaster" Target="/ppt/notesMasters/notesMaster1.xml" Id="Rc2bd8bc31efb4cd6" /></Relationships>
</file>

<file path=ppt/notesSlides/_rels/notesSlide4.xml.rels>&#65279;<?xml version="1.0" encoding="utf-8"?><Relationships xmlns="http://schemas.openxmlformats.org/package/2006/relationships"><Relationship Type="http://schemas.openxmlformats.org/officeDocument/2006/relationships/slide" Target="/ppt/slides/slide4.xml" Id="R5840b67efd204d77" /><Relationship Type="http://schemas.openxmlformats.org/officeDocument/2006/relationships/notesMaster" Target="/ppt/notesMasters/notesMaster1.xml" Id="Re7bd12f1b1874933" /></Relationships>
</file>

<file path=ppt/notesSlides/_rels/notesSlide5.xml.rels>&#65279;<?xml version="1.0" encoding="utf-8"?><Relationships xmlns="http://schemas.openxmlformats.org/package/2006/relationships"><Relationship Type="http://schemas.openxmlformats.org/officeDocument/2006/relationships/slide" Target="/ppt/slides/slide5.xml" Id="Rdeb3c3a50274403f" /><Relationship Type="http://schemas.openxmlformats.org/officeDocument/2006/relationships/notesMaster" Target="/ppt/notesMasters/notesMaster1.xml" Id="Re9bfd69d23bc4f91" /></Relationships>
</file>

<file path=ppt/notesSlides/_rels/notesSlide6.xml.rels>&#65279;<?xml version="1.0" encoding="utf-8"?><Relationships xmlns="http://schemas.openxmlformats.org/package/2006/relationships"><Relationship Type="http://schemas.openxmlformats.org/officeDocument/2006/relationships/slide" Target="/ppt/slides/slide6.xml" Id="R5c5ed8116a8546c8" /><Relationship Type="http://schemas.openxmlformats.org/officeDocument/2006/relationships/notesMaster" Target="/ppt/notesMasters/notesMaster1.xml" Id="R288f62acca714c5e" /></Relationships>
</file>

<file path=ppt/notesSlides/_rels/notesSlide7.xml.rels>&#65279;<?xml version="1.0" encoding="utf-8"?><Relationships xmlns="http://schemas.openxmlformats.org/package/2006/relationships"><Relationship Type="http://schemas.openxmlformats.org/officeDocument/2006/relationships/slide" Target="/ppt/slides/slide7.xml" Id="R4d0cf5917fa34108" /><Relationship Type="http://schemas.openxmlformats.org/officeDocument/2006/relationships/notesMaster" Target="/ppt/notesMasters/notesMaster1.xml" Id="R3d8fb8b6c49d4a6f" /></Relationships>
</file>

<file path=ppt/notesSlides/_rels/notesSlide8.xml.rels>&#65279;<?xml version="1.0" encoding="utf-8"?><Relationships xmlns="http://schemas.openxmlformats.org/package/2006/relationships"><Relationship Type="http://schemas.openxmlformats.org/officeDocument/2006/relationships/slide" Target="/ppt/slides/slide8.xml" Id="Ra288781451bd4766" /><Relationship Type="http://schemas.openxmlformats.org/officeDocument/2006/relationships/notesMaster" Target="/ppt/notesMasters/notesMaster1.xml" Id="R84f3417934ca43d2" /></Relationships>
</file>

<file path=ppt/notesSlides/_rels/notesSlide9.xml.rels>&#65279;<?xml version="1.0" encoding="utf-8"?><Relationships xmlns="http://schemas.openxmlformats.org/package/2006/relationships"><Relationship Type="http://schemas.openxmlformats.org/officeDocument/2006/relationships/slide" Target="/ppt/slides/slide9.xml" Id="Rd2cf2f18605047d3" /><Relationship Type="http://schemas.openxmlformats.org/officeDocument/2006/relationships/notesMaster" Target="/ppt/notesMasters/notesMaster1.xml" Id="R7fbe537e3bfb4de2"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f791c95ce03442dd" /><Relationship Type="http://schemas.openxmlformats.org/officeDocument/2006/relationships/notesMaster" Target="/ppt/notesMasters/notesMaster1.xml" Id="Redc9e56d7e2a41cb"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Abhijit Khuperkar | 18 October 2026. Mixed business and technical audience. Follow one monthly investigation from portfolio context to account evidence and policy. Demonstration dataset; amounts shown in INR, a display assumption without FX conversion. No confirmed-fraud, calibrated-probability or realized-loss claim.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Gartner, 26 Feb 2025: https://www.gartner.com/en/newsroom/press-releases/2025-02-26-lack-of-ai-ready-data-puts-ai-projects-at-risk . McKinsey, 12 Mar 2025: https://www.mckinsey.com/capabilities/quantumblack/our-insights/the-state-of-ai-how-organizations-are-rewiring-to-capture-value . These findings motivate explicit data contracts and workflow design; neither establishes causation or a measured benefit from this project. Do not invert adoption statistics into disconnected-workflow claims.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See docs/architecture.md and media/diagrams/architecture.svg. Actual implementation: Spark Delta finance Bronze/Silver/Gold; optional publication to native Oracle AILH tables consumed by OAC. Seven current agent SQL tools query finance.agent_demo_fs materialized Spark snapshots. Eight fictional policy documents feed RAG. Separate ML model predictions are not the agent queue input. Oracle SQL tool source options: https://docs.oracle.com/en/cloud/paas/ai-data-platform/aidug/agent-flow-tools.html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Four public notebooks preserve the supplied code and markdown, with saved outputs cleared for publication. The separate random forest pipeline demonstrates fitting and evaluation with rule-derived labels: is_fraud = risk_score &gt; 60, where score is randomly generated. Features exclude risk_score. No validated fraud-detection effectiveness follows; representative outcomes and independent model validation are required for a production claim. Source generator is unseeded, so rerun totals differ. Oracle overview: https://docs.oracle.com/en/cloud/paas/ai-data-platform/aidug/overview-oracle-ai-data-platform.html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Initial publication was verified after a wallet change, with schema, count, decimal, JSON and full-row duplicate-aware comparison. Changed-data replacement remains unvalidated after DATA_ACCESS_LAYER_0068. DDL includes CREATE TABLE IF NOT EXISTS; optional index DDL is supplied, not automatically executed by the catalog writer. Source tables remained unclustered when the runtime rejected retrofit ALTER clustering. See notebook appendix and docs/troubleshooting.md. External catalogs: https://docs.oracle.com/en/cloud/paas/ai-data-platform/aidug/external-catalogs.html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Reference data/reference-snapshot.json: 12,699 transactions, 4,436 active accounts; INR31,642,312.97 gross, INR20,071,594.45 net; 4,934 score&gt;60 flags,38.853453027797464% count flag rate; INR12,547,752.55 flagged gross. Six AutoFit canvases: executive snapshot, executive brief, activity/risk trends, investigation queue, exposure breakdown, monthly changes. Whole-portfolio monthly comparisons are independent of account filters. Demonstration dataset; amounts shown in INR. Screening exposure is not confirmed fraud or loss. The screenshot is cropped, never reconstructed.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Current node configurations and prompts are in agents/. Supervisor xai.grok-4.7; reference executor choices/settings are explicitly recorded there and may vary by tenant. Current Prompt tool argument: evidence_packet, String; it supersedes the earlier setup-notebook evidence_json template. Resolve the reporting period once, preserve snapshot/account scope, retrieve actual bounded evidence rows and applicable FS-POL-001 policy text. A risk_score is not a probability. No external-action tools or implemented approval gate. Guardrail and human-review language do not establish a technical authorization control.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author reports successful Agent Hub use and seven prompts. Exported trace covers root only. Historical Streamlit checks verified a signed card, minimal invocation and a SQL response. One hybrid follow-up completed transport but failed evidence reconciliation; fresh hosted acceptance is required. Do not show that prior answer as validated. No populated credentials, real endpoints or session histories are included. Run app from apps/copilot to load theme and secrets. Existing working PAF project is untouched.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Repository: https://github.com/akhuperkar/aidp-financial-investigation-copilot . User guide covers notebooks, OAC, Agent Builder, deployment and the client. Local mocked tests are distinct from hosted acceptance; the tenant CSV remains NOT_RUN until populated. Next: reconcile a fresh hybrid answer; validate changed-data publication; record the chapter sequence and add the final MP4 via Git LFS. Suggested value measurement: time to assemble a review packet and verification rework. These have not been measured by this project. Video and Medium URLs remain pending publication.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8db2b9df2a4345ae" /><Relationship Type="http://schemas.openxmlformats.org/officeDocument/2006/relationships/image" Target="/ppt/media/image.png" Id="R92d8dda93c9f4eba" /><Relationship Type="http://schemas.openxmlformats.org/officeDocument/2006/relationships/image" Target="/ppt/media/image2.png" Id="Rfada71c9e0d44936" /><Relationship Type="http://schemas.openxmlformats.org/officeDocument/2006/relationships/image" Target="/ppt/media/image.svg" Id="R3f4190062bf6428d" /><Relationship Type="http://schemas.openxmlformats.org/officeDocument/2006/relationships/image" Target="/ppt/media/image.emf" Id="Rb80b2005bad14edc"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3729e2fd34534bfb" /><Relationship Type="http://schemas.openxmlformats.org/officeDocument/2006/relationships/image" Target="/ppt/media/image3.png" Id="R2d08dcf993ce4b27" /><Relationship Type="http://schemas.openxmlformats.org/officeDocument/2006/relationships/image" Target="/ppt/media/image4.png" Id="Rb30f733b187e431e" /><Relationship Type="http://schemas.openxmlformats.org/officeDocument/2006/relationships/image" Target="/ppt/media/image2.svg" Id="Rbc7f3349b3c747af" /><Relationship Type="http://schemas.openxmlformats.org/officeDocument/2006/relationships/image" Target="/ppt/media/image.emf" Id="R52e5540c9fc04ac7"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e331402ef4a14477" /><Relationship Type="http://schemas.openxmlformats.org/officeDocument/2006/relationships/image" Target="/ppt/media/image5.png" Id="Rbb41e98fae7b4b9a" /><Relationship Type="http://schemas.openxmlformats.org/officeDocument/2006/relationships/image" Target="/ppt/media/image2.png" Id="R4bd604d8929a4e2e" /><Relationship Type="http://schemas.openxmlformats.org/officeDocument/2006/relationships/image" Target="/ppt/media/image.svg" Id="Re8276b37335f4efa"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4c9c974820db4ea9" /><Relationship Type="http://schemas.openxmlformats.org/officeDocument/2006/relationships/image" Target="/ppt/media/image6.png" Id="R0cd66085359b4693" /><Relationship Type="http://schemas.openxmlformats.org/officeDocument/2006/relationships/image" Target="/ppt/media/image4.png" Id="Ree31d33e485b464a" /><Relationship Type="http://schemas.openxmlformats.org/officeDocument/2006/relationships/image" Target="/ppt/media/image2.svg" Id="Rc02b5b6d79eb49a5"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adf9b8230e2e4308" /><Relationship Type="http://schemas.openxmlformats.org/officeDocument/2006/relationships/image" Target="/ppt/media/image4.png" Id="Raeb9bfe9a22e4979" /><Relationship Type="http://schemas.openxmlformats.org/officeDocument/2006/relationships/image" Target="/ppt/media/image2.svg" Id="Ra36e2d854f364dd3"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ff206f670316465f" /><Relationship Type="http://schemas.openxmlformats.org/officeDocument/2006/relationships/image" Target="/ppt/media/image.jpeg" Id="R616491ca9995464d" /><Relationship Type="http://schemas.openxmlformats.org/officeDocument/2006/relationships/image" Target="/ppt/media/image2.png" Id="R3e65a1552ad74fc0" /><Relationship Type="http://schemas.openxmlformats.org/officeDocument/2006/relationships/image" Target="/ppt/media/image.svg" Id="R366533b16e5845d2" /></Relationships>
</file>

<file path=ppt/slideLayouts/_rels/slideLayout7.xml.rels>&#65279;<?xml version="1.0" encoding="utf-8"?><Relationships xmlns="http://schemas.openxmlformats.org/package/2006/relationships"><Relationship Type="http://schemas.openxmlformats.org/officeDocument/2006/relationships/slideMaster" Target="/ppt/slideMasters/slideMaster1.xml" Id="R52b43d95e3784ce2" /><Relationship Type="http://schemas.openxmlformats.org/officeDocument/2006/relationships/image" Target="/ppt/media/image2.jpeg" Id="Rce5fa30613164df3" /><Relationship Type="http://schemas.openxmlformats.org/officeDocument/2006/relationships/image" Target="/ppt/media/image2.png" Id="Raaa311e3399940ad" /><Relationship Type="http://schemas.openxmlformats.org/officeDocument/2006/relationships/image" Target="/ppt/media/image.svg" Id="R82c53b228e684ff6" /></Relationships>
</file>

<file path=ppt/slideLayouts/_rels/slideLayout8.xml.rels>&#65279;<?xml version="1.0" encoding="utf-8"?><Relationships xmlns="http://schemas.openxmlformats.org/package/2006/relationships"><Relationship Type="http://schemas.openxmlformats.org/officeDocument/2006/relationships/slideMaster" Target="/ppt/slideMasters/slideMaster1.xml" Id="Rabd365e7fc294eb5" /><Relationship Type="http://schemas.openxmlformats.org/officeDocument/2006/relationships/image" Target="/ppt/media/image3.jpeg" Id="R656d977f61c94ba9" /><Relationship Type="http://schemas.openxmlformats.org/officeDocument/2006/relationships/image" Target="/ppt/media/image2.png" Id="R8266d0809c684be1" /><Relationship Type="http://schemas.openxmlformats.org/officeDocument/2006/relationships/image" Target="/ppt/media/image.svg" Id="R71c9235fdd9647b8" /></Relationships>
</file>

<file path=ppt/slideLayouts/_rels/slideLayout9.xml.rels>&#65279;<?xml version="1.0" encoding="utf-8"?><Relationships xmlns="http://schemas.openxmlformats.org/package/2006/relationships"><Relationship Type="http://schemas.openxmlformats.org/officeDocument/2006/relationships/slideMaster" Target="/ppt/slideMasters/slideMaster1.xml" Id="R72bd173790b14476" /><Relationship Type="http://schemas.openxmlformats.org/officeDocument/2006/relationships/image" Target="/ppt/media/image4.jpeg" Id="R9c6ca10ed28245fd" /><Relationship Type="http://schemas.openxmlformats.org/officeDocument/2006/relationships/image" Target="/ppt/media/image2.png" Id="Rccbc57eae1c84113" /><Relationship Type="http://schemas.openxmlformats.org/officeDocument/2006/relationships/image" Target="/ppt/media/image.svg" Id="Ra753d435faf449d1" /></Relationships>
</file>

<file path=ppt/slideLayouts/_rels/slideLayout10.xml.rels>&#65279;<?xml version="1.0" encoding="utf-8"?><Relationships xmlns="http://schemas.openxmlformats.org/package/2006/relationships"><Relationship Type="http://schemas.openxmlformats.org/officeDocument/2006/relationships/slideMaster" Target="/ppt/slideMasters/slideMaster1.xml" Id="R8d8b5a8aaa844d5d" /><Relationship Type="http://schemas.openxmlformats.org/officeDocument/2006/relationships/image" Target="/ppt/media/image5.jpeg" Id="R3aa8985058c047e1" /><Relationship Type="http://schemas.openxmlformats.org/officeDocument/2006/relationships/image" Target="/ppt/media/image2.png" Id="R55c2c194043b4e96" /><Relationship Type="http://schemas.openxmlformats.org/officeDocument/2006/relationships/image" Target="/ppt/media/image.svg" Id="Rf7f7b56b1ef44ad1" /></Relationships>
</file>

<file path=ppt/slideLayouts/_rels/slideLayout11.xml.rels>&#65279;<?xml version="1.0" encoding="utf-8"?><Relationships xmlns="http://schemas.openxmlformats.org/package/2006/relationships"><Relationship Type="http://schemas.openxmlformats.org/officeDocument/2006/relationships/slideMaster" Target="/ppt/slideMasters/slideMaster1.xml" Id="Ra436fa95243f4f95" /><Relationship Type="http://schemas.openxmlformats.org/officeDocument/2006/relationships/image" Target="/ppt/media/image6.jpeg" Id="R2e3182f0218843be" /><Relationship Type="http://schemas.openxmlformats.org/officeDocument/2006/relationships/image" Target="/ppt/media/image2.png" Id="R961d2fddabe44675" /><Relationship Type="http://schemas.openxmlformats.org/officeDocument/2006/relationships/image" Target="/ppt/media/image.svg" Id="R9e95095b13af48ce" /></Relationships>
</file>

<file path=ppt/slideLayouts/_rels/slideLayout12.xml.rels>&#65279;<?xml version="1.0" encoding="utf-8"?><Relationships xmlns="http://schemas.openxmlformats.org/package/2006/relationships"><Relationship Type="http://schemas.openxmlformats.org/officeDocument/2006/relationships/slideMaster" Target="/ppt/slideMasters/slideMaster1.xml" Id="R1086eef899e04636" /><Relationship Type="http://schemas.openxmlformats.org/officeDocument/2006/relationships/image" Target="/ppt/media/image7.jpeg" Id="Rc2c0f23fb6234b10" /><Relationship Type="http://schemas.openxmlformats.org/officeDocument/2006/relationships/image" Target="/ppt/media/image2.png" Id="R8576218960a042c0" /><Relationship Type="http://schemas.openxmlformats.org/officeDocument/2006/relationships/image" Target="/ppt/media/image.svg" Id="Radb3e8e7bc834424" /></Relationships>
</file>

<file path=ppt/slideLayouts/_rels/slideLayout13.xml.rels>&#65279;<?xml version="1.0" encoding="utf-8"?><Relationships xmlns="http://schemas.openxmlformats.org/package/2006/relationships"><Relationship Type="http://schemas.openxmlformats.org/officeDocument/2006/relationships/slideMaster" Target="/ppt/slideMasters/slideMaster1.xml" Id="R09525620fcb540d9" /><Relationship Type="http://schemas.openxmlformats.org/officeDocument/2006/relationships/image" Target="/ppt/media/image8.jpeg" Id="R0c06758360fd4ec5" /><Relationship Type="http://schemas.openxmlformats.org/officeDocument/2006/relationships/image" Target="/ppt/media/image2.png" Id="R1bee743de8174d98" /><Relationship Type="http://schemas.openxmlformats.org/officeDocument/2006/relationships/image" Target="/ppt/media/image.svg" Id="R4dd557c909d1414a" /></Relationships>
</file>

<file path=ppt/slideLayouts/_rels/slideLayout14.xml.rels>&#65279;<?xml version="1.0" encoding="utf-8"?><Relationships xmlns="http://schemas.openxmlformats.org/package/2006/relationships"><Relationship Type="http://schemas.openxmlformats.org/officeDocument/2006/relationships/slideMaster" Target="/ppt/slideMasters/slideMaster1.xml" Id="R53aa270b9d7b4a86" /></Relationships>
</file>

<file path=ppt/slideLayouts/_rels/slideLayout15.xml.rels>&#65279;<?xml version="1.0" encoding="utf-8"?><Relationships xmlns="http://schemas.openxmlformats.org/package/2006/relationships"><Relationship Type="http://schemas.openxmlformats.org/officeDocument/2006/relationships/slideMaster" Target="/ppt/slideMasters/slideMaster1.xml" Id="Rc11a17c81ecb4b4f" /><Relationship Type="http://schemas.openxmlformats.org/officeDocument/2006/relationships/image" Target="/ppt/media/image.emf" Id="R941c1c9dc2524a80" /></Relationships>
</file>

<file path=ppt/slideLayouts/_rels/slideLayout16.xml.rels>&#65279;<?xml version="1.0" encoding="utf-8"?><Relationships xmlns="http://schemas.openxmlformats.org/package/2006/relationships"><Relationship Type="http://schemas.openxmlformats.org/officeDocument/2006/relationships/slideMaster" Target="/ppt/slideMasters/slideMaster1.xml" Id="R248d47f5576f4781" /><Relationship Type="http://schemas.openxmlformats.org/officeDocument/2006/relationships/image" Target="/ppt/media/image.emf" Id="Rac89a81cc4494864" /></Relationships>
</file>

<file path=ppt/slideLayouts/_rels/slideLayout17.xml.rels>&#65279;<?xml version="1.0" encoding="utf-8"?><Relationships xmlns="http://schemas.openxmlformats.org/package/2006/relationships"><Relationship Type="http://schemas.openxmlformats.org/officeDocument/2006/relationships/slideMaster" Target="/ppt/slideMasters/slideMaster1.xml" Id="R6bada63228f64b58" /><Relationship Type="http://schemas.openxmlformats.org/officeDocument/2006/relationships/image" Target="/ppt/media/image7.png" Id="Rcf78c4baded5472e" /></Relationships>
</file>

<file path=ppt/slideLayouts/_rels/slideLayout18.xml.rels>&#65279;<?xml version="1.0" encoding="utf-8"?><Relationships xmlns="http://schemas.openxmlformats.org/package/2006/relationships"><Relationship Type="http://schemas.openxmlformats.org/officeDocument/2006/relationships/slideMaster" Target="/ppt/slideMasters/slideMaster1.xml" Id="R25fd07753faa47fe" /><Relationship Type="http://schemas.openxmlformats.org/officeDocument/2006/relationships/image" Target="/ppt/media/image8.png" Id="Rc514c46f3a2b4678" /></Relationships>
</file>

<file path=ppt/slideLayouts/_rels/slideLayout19.xml.rels>&#65279;<?xml version="1.0" encoding="utf-8"?><Relationships xmlns="http://schemas.openxmlformats.org/package/2006/relationships"><Relationship Type="http://schemas.openxmlformats.org/officeDocument/2006/relationships/slideMaster" Target="/ppt/slideMasters/slideMaster1.xml" Id="Rc5338af375154bb2" /><Relationship Type="http://schemas.openxmlformats.org/officeDocument/2006/relationships/image" Target="/ppt/media/image9.jpeg" Id="R564c40ea2bbb4e56" /></Relationships>
</file>

<file path=ppt/slideLayouts/_rels/slideLayout20.xml.rels>&#65279;<?xml version="1.0" encoding="utf-8"?><Relationships xmlns="http://schemas.openxmlformats.org/package/2006/relationships"><Relationship Type="http://schemas.openxmlformats.org/officeDocument/2006/relationships/slideMaster" Target="/ppt/slideMasters/slideMaster1.xml" Id="Ra33c944191954099" /><Relationship Type="http://schemas.openxmlformats.org/officeDocument/2006/relationships/image" Target="/ppt/media/image10.jpeg" Id="R92df1a175efa4936" /></Relationships>
</file>

<file path=ppt/slideLayouts/_rels/slideLayout21.xml.rels>&#65279;<?xml version="1.0" encoding="utf-8"?><Relationships xmlns="http://schemas.openxmlformats.org/package/2006/relationships"><Relationship Type="http://schemas.openxmlformats.org/officeDocument/2006/relationships/slideMaster" Target="/ppt/slideMasters/slideMaster1.xml" Id="R4ff346446481408f" /><Relationship Type="http://schemas.openxmlformats.org/officeDocument/2006/relationships/image" Target="/ppt/media/image11.jpeg" Id="R46040c49b02b4996" /></Relationships>
</file>

<file path=ppt/slideLayouts/_rels/slideLayout22.xml.rels>&#65279;<?xml version="1.0" encoding="utf-8"?><Relationships xmlns="http://schemas.openxmlformats.org/package/2006/relationships"><Relationship Type="http://schemas.openxmlformats.org/officeDocument/2006/relationships/slideMaster" Target="/ppt/slideMasters/slideMaster1.xml" Id="R3c8b268a34b441da" /><Relationship Type="http://schemas.openxmlformats.org/officeDocument/2006/relationships/image" Target="/ppt/media/image12.jpeg" Id="Raad33349013b462a" /></Relationships>
</file>

<file path=ppt/slideLayouts/_rels/slideLayout23.xml.rels>&#65279;<?xml version="1.0" encoding="utf-8"?><Relationships xmlns="http://schemas.openxmlformats.org/package/2006/relationships"><Relationship Type="http://schemas.openxmlformats.org/officeDocument/2006/relationships/slideMaster" Target="/ppt/slideMasters/slideMaster1.xml" Id="R320b35ea8f7e4de9" /><Relationship Type="http://schemas.openxmlformats.org/officeDocument/2006/relationships/image" Target="/ppt/media/image13.jpeg" Id="R653aa3106d2c4c54" /></Relationships>
</file>

<file path=ppt/slideLayouts/_rels/slideLayout24.xml.rels>&#65279;<?xml version="1.0" encoding="utf-8"?><Relationships xmlns="http://schemas.openxmlformats.org/package/2006/relationships"><Relationship Type="http://schemas.openxmlformats.org/officeDocument/2006/relationships/slideMaster" Target="/ppt/slideMasters/slideMaster1.xml" Id="R4b0fd1432253474a" /><Relationship Type="http://schemas.openxmlformats.org/officeDocument/2006/relationships/image" Target="/ppt/media/image14.jpeg" Id="Rd0f40b105fbf4e47" /></Relationships>
</file>

<file path=ppt/slideLayouts/_rels/slideLayout25.xml.rels>&#65279;<?xml version="1.0" encoding="utf-8"?><Relationships xmlns="http://schemas.openxmlformats.org/package/2006/relationships"><Relationship Type="http://schemas.openxmlformats.org/officeDocument/2006/relationships/slideMaster" Target="/ppt/slideMasters/slideMaster1.xml" Id="R5980065cbac747ba" /><Relationship Type="http://schemas.openxmlformats.org/officeDocument/2006/relationships/image" Target="/ppt/media/image15.jpeg" Id="R15365612939e478c" /></Relationships>
</file>

<file path=ppt/slideLayouts/_rels/slideLayout26.xml.rels>&#65279;<?xml version="1.0" encoding="utf-8"?><Relationships xmlns="http://schemas.openxmlformats.org/package/2006/relationships"><Relationship Type="http://schemas.openxmlformats.org/officeDocument/2006/relationships/slideMaster" Target="/ppt/slideMasters/slideMaster1.xml" Id="R0c5e36b84a114ffd" /><Relationship Type="http://schemas.openxmlformats.org/officeDocument/2006/relationships/image" Target="/ppt/media/image16.jpeg" Id="R83cf7ec8604148d4" /></Relationships>
</file>

<file path=ppt/slideLayouts/_rels/slideLayout27.xml.rels>&#65279;<?xml version="1.0" encoding="utf-8"?><Relationships xmlns="http://schemas.openxmlformats.org/package/2006/relationships"><Relationship Type="http://schemas.openxmlformats.org/officeDocument/2006/relationships/slideMaster" Target="/ppt/slideMasters/slideMaster1.xml" Id="R3af613f179244b27" /><Relationship Type="http://schemas.openxmlformats.org/officeDocument/2006/relationships/image" Target="/ppt/media/image9.png" Id="Re0a389d9f66a45d2" /><Relationship Type="http://schemas.openxmlformats.org/officeDocument/2006/relationships/image" Target="/ppt/media/image.emf" Id="R75a3250964da49e1" /></Relationships>
</file>

<file path=ppt/slideLayouts/_rels/slideLayout28.xml.rels>&#65279;<?xml version="1.0" encoding="utf-8"?><Relationships xmlns="http://schemas.openxmlformats.org/package/2006/relationships"><Relationship Type="http://schemas.openxmlformats.org/officeDocument/2006/relationships/slideMaster" Target="/ppt/slideMasters/slideMaster1.xml" Id="R0acb89247b1246ff" /><Relationship Type="http://schemas.openxmlformats.org/officeDocument/2006/relationships/image" Target="/ppt/media/image10.png" Id="Ra6527c7f79c74041" /><Relationship Type="http://schemas.openxmlformats.org/officeDocument/2006/relationships/image" Target="/ppt/media/image.emf" Id="R1d4f0ad9992c419b" /></Relationships>
</file>

<file path=ppt/slideLayouts/_rels/slideLayout29.xml.rels>&#65279;<?xml version="1.0" encoding="utf-8"?><Relationships xmlns="http://schemas.openxmlformats.org/package/2006/relationships"><Relationship Type="http://schemas.openxmlformats.org/officeDocument/2006/relationships/slideMaster" Target="/ppt/slideMasters/slideMaster1.xml" Id="R246ccfd7e6a14b39" /><Relationship Type="http://schemas.openxmlformats.org/officeDocument/2006/relationships/image" Target="/ppt/media/image11.png" Id="R10c23531a97e4c0c" /><Relationship Type="http://schemas.openxmlformats.org/officeDocument/2006/relationships/image" Target="/ppt/media/image3.svg" Id="Rbcff84bdde314187" /></Relationships>
</file>

<file path=ppt/slideLayouts/_rels/slideLayout30.xml.rels>&#65279;<?xml version="1.0" encoding="utf-8"?><Relationships xmlns="http://schemas.openxmlformats.org/package/2006/relationships"><Relationship Type="http://schemas.openxmlformats.org/officeDocument/2006/relationships/slideMaster" Target="/ppt/slideMasters/slideMaster1.xml" Id="Rd350793e69f34fc6" /><Relationship Type="http://schemas.openxmlformats.org/officeDocument/2006/relationships/image" Target="/ppt/media/image11.png" Id="Rf6dbc5295918413d" /><Relationship Type="http://schemas.openxmlformats.org/officeDocument/2006/relationships/image" Target="/ppt/media/image3.svg" Id="Rcc53c1e219d74965" /></Relationships>
</file>

<file path=ppt/slideLayouts/_rels/slideLayout31.xml.rels>&#65279;<?xml version="1.0" encoding="utf-8"?><Relationships xmlns="http://schemas.openxmlformats.org/package/2006/relationships"><Relationship Type="http://schemas.openxmlformats.org/officeDocument/2006/relationships/slideMaster" Target="/ppt/slideMasters/slideMaster1.xml" Id="R3baae0f13c064feb" /><Relationship Type="http://schemas.openxmlformats.org/officeDocument/2006/relationships/image" Target="/ppt/media/image11.png" Id="Rbaa318fe25034d0f" /><Relationship Type="http://schemas.openxmlformats.org/officeDocument/2006/relationships/image" Target="/ppt/media/image3.svg" Id="Rcab90137b3cf4d96" /></Relationships>
</file>

<file path=ppt/slideLayouts/_rels/slideLayout32.xml.rels>&#65279;<?xml version="1.0" encoding="utf-8"?><Relationships xmlns="http://schemas.openxmlformats.org/package/2006/relationships"><Relationship Type="http://schemas.openxmlformats.org/officeDocument/2006/relationships/slideMaster" Target="/ppt/slideMasters/slideMaster1.xml" Id="Rae6d64c7d02a4938" /><Relationship Type="http://schemas.openxmlformats.org/officeDocument/2006/relationships/image" Target="/ppt/media/image11.png" Id="R4989e6e447be442f" /><Relationship Type="http://schemas.openxmlformats.org/officeDocument/2006/relationships/image" Target="/ppt/media/image3.svg" Id="R708d42ae687a40b4" /></Relationships>
</file>

<file path=ppt/slideLayouts/_rels/slideLayout33.xml.rels>&#65279;<?xml version="1.0" encoding="utf-8"?><Relationships xmlns="http://schemas.openxmlformats.org/package/2006/relationships"><Relationship Type="http://schemas.openxmlformats.org/officeDocument/2006/relationships/slideMaster" Target="/ppt/slideMasters/slideMaster1.xml" Id="Rdb2070feb50a4625" /><Relationship Type="http://schemas.openxmlformats.org/officeDocument/2006/relationships/image" Target="/ppt/media/image12.png" Id="Rd72c272102914108" /><Relationship Type="http://schemas.openxmlformats.org/officeDocument/2006/relationships/image" Target="/ppt/media/image4.svg" Id="Re0b429ee797d4dd1" /><Relationship Type="http://schemas.openxmlformats.org/officeDocument/2006/relationships/image" Target="/ppt/media/image.emf" Id="R3c232e1cc86b4586" /></Relationships>
</file>

<file path=ppt/slideLayouts/_rels/slideLayout34.xml.rels>&#65279;<?xml version="1.0" encoding="utf-8"?><Relationships xmlns="http://schemas.openxmlformats.org/package/2006/relationships"><Relationship Type="http://schemas.openxmlformats.org/officeDocument/2006/relationships/slideMaster" Target="/ppt/slideMasters/slideMaster1.xml" Id="Ra08fa91f10754a46" /><Relationship Type="http://schemas.openxmlformats.org/officeDocument/2006/relationships/image" Target="/ppt/media/image13.png" Id="Rc41e429258d545e8" /><Relationship Type="http://schemas.openxmlformats.org/officeDocument/2006/relationships/image" Target="/ppt/media/image5.svg" Id="Rf611f7e9d8824ec2" /></Relationships>
</file>

<file path=ppt/slideLayouts/_rels/slideLayout35.xml.rels>&#65279;<?xml version="1.0" encoding="utf-8"?><Relationships xmlns="http://schemas.openxmlformats.org/package/2006/relationships"><Relationship Type="http://schemas.openxmlformats.org/officeDocument/2006/relationships/slideMaster" Target="/ppt/slideMasters/slideMaster1.xml" Id="Rf6bee525f469422d" /><Relationship Type="http://schemas.openxmlformats.org/officeDocument/2006/relationships/image" Target="/ppt/media/image14.png" Id="R1ad00782ffa34489" /><Relationship Type="http://schemas.openxmlformats.org/officeDocument/2006/relationships/image" Target="/ppt/media/image6.svg" Id="R732424e42a9f4104" /><Relationship Type="http://schemas.openxmlformats.org/officeDocument/2006/relationships/image" Target="/ppt/media/image.emf" Id="Rb839a25194d043e6" /></Relationships>
</file>

<file path=ppt/slideLayouts/_rels/slideLayout36.xml.rels>&#65279;<?xml version="1.0" encoding="utf-8"?><Relationships xmlns="http://schemas.openxmlformats.org/package/2006/relationships"><Relationship Type="http://schemas.openxmlformats.org/officeDocument/2006/relationships/slideMaster" Target="/ppt/slideMasters/slideMaster1.xml" Id="R7cac5e26c4bb4267" /><Relationship Type="http://schemas.openxmlformats.org/officeDocument/2006/relationships/image" Target="/ppt/media/image.emf" Id="R6c4c05e1c8f542a4" /><Relationship Type="http://schemas.openxmlformats.org/officeDocument/2006/relationships/image" Target="/ppt/media/image15.png" Id="R141b9fa4facc4411" /><Relationship Type="http://schemas.openxmlformats.org/officeDocument/2006/relationships/image" Target="/ppt/media/image7.svg" Id="R5030892a8feb4d17" /></Relationships>
</file>

<file path=ppt/slideLayouts/_rels/slideLayout37.xml.rels>&#65279;<?xml version="1.0" encoding="utf-8"?><Relationships xmlns="http://schemas.openxmlformats.org/package/2006/relationships"><Relationship Type="http://schemas.openxmlformats.org/officeDocument/2006/relationships/slideMaster" Target="/ppt/slideMasters/slideMaster1.xml" Id="R78b403ebc3b64d1c" /></Relationships>
</file>

<file path=ppt/slideLayouts/_rels/slideLayout38.xml.rels>&#65279;<?xml version="1.0" encoding="utf-8"?><Relationships xmlns="http://schemas.openxmlformats.org/package/2006/relationships"><Relationship Type="http://schemas.openxmlformats.org/officeDocument/2006/relationships/slideMaster" Target="/ppt/slideMasters/slideMaster1.xml" Id="R3921e0abcd564cb2" /></Relationships>
</file>

<file path=ppt/slideLayouts/_rels/slideLayout39.xml.rels>&#65279;<?xml version="1.0" encoding="utf-8"?><Relationships xmlns="http://schemas.openxmlformats.org/package/2006/relationships"><Relationship Type="http://schemas.openxmlformats.org/officeDocument/2006/relationships/slideMaster" Target="/ppt/slideMasters/slideMaster1.xml" Id="R007cdaf2e1774042" /></Relationships>
</file>

<file path=ppt/slideLayouts/_rels/slideLayout40.xml.rels>&#65279;<?xml version="1.0" encoding="utf-8"?><Relationships xmlns="http://schemas.openxmlformats.org/package/2006/relationships"><Relationship Type="http://schemas.openxmlformats.org/officeDocument/2006/relationships/slideMaster" Target="/ppt/slideMasters/slideMaster1.xml" Id="R4020cf89dc924d1f" /><Relationship Type="http://schemas.openxmlformats.org/officeDocument/2006/relationships/image" Target="/ppt/media/image11.png" Id="Rac701697af4b459d" /><Relationship Type="http://schemas.openxmlformats.org/officeDocument/2006/relationships/image" Target="/ppt/media/image3.svg" Id="Ra28569e1f0f04572" /></Relationships>
</file>

<file path=ppt/slideLayouts/_rels/slideLayout41.xml.rels>&#65279;<?xml version="1.0" encoding="utf-8"?><Relationships xmlns="http://schemas.openxmlformats.org/package/2006/relationships"><Relationship Type="http://schemas.openxmlformats.org/officeDocument/2006/relationships/slideMaster" Target="/ppt/slideMasters/slideMaster1.xml" Id="R96edcd155e6b46c2" /><Relationship Type="http://schemas.openxmlformats.org/officeDocument/2006/relationships/image" Target="/ppt/media/image11.png" Id="R1af90562a40a4efe" /><Relationship Type="http://schemas.openxmlformats.org/officeDocument/2006/relationships/image" Target="/ppt/media/image3.svg" Id="R229a0e3766424949" /></Relationships>
</file>

<file path=ppt/slideLayouts/_rels/slideLayout42.xml.rels>&#65279;<?xml version="1.0" encoding="utf-8"?><Relationships xmlns="http://schemas.openxmlformats.org/package/2006/relationships"><Relationship Type="http://schemas.openxmlformats.org/officeDocument/2006/relationships/slideMaster" Target="/ppt/slideMasters/slideMaster1.xml" Id="R0dacf978fb374bba" /><Relationship Type="http://schemas.openxmlformats.org/officeDocument/2006/relationships/image" Target="/ppt/media/image11.png" Id="R25223bf5673a406a" /><Relationship Type="http://schemas.openxmlformats.org/officeDocument/2006/relationships/image" Target="/ppt/media/image3.svg" Id="R10e0f7b48f5f43b7" /></Relationships>
</file>

<file path=ppt/slideLayouts/_rels/slideLayout43.xml.rels>&#65279;<?xml version="1.0" encoding="utf-8"?><Relationships xmlns="http://schemas.openxmlformats.org/package/2006/relationships"><Relationship Type="http://schemas.openxmlformats.org/officeDocument/2006/relationships/slideMaster" Target="/ppt/slideMasters/slideMaster1.xml" Id="R96dde47b628443e8" /><Relationship Type="http://schemas.openxmlformats.org/officeDocument/2006/relationships/image" Target="/ppt/media/image11.png" Id="Rec943637bce34535" /><Relationship Type="http://schemas.openxmlformats.org/officeDocument/2006/relationships/image" Target="/ppt/media/image3.svg" Id="R9fc01658424b4f58" /></Relationships>
</file>

<file path=ppt/slideLayouts/_rels/slideLayout44.xml.rels>&#65279;<?xml version="1.0" encoding="utf-8"?><Relationships xmlns="http://schemas.openxmlformats.org/package/2006/relationships"><Relationship Type="http://schemas.openxmlformats.org/officeDocument/2006/relationships/slideMaster" Target="/ppt/slideMasters/slideMaster1.xml" Id="Rad647840cf854614" /><Relationship Type="http://schemas.openxmlformats.org/officeDocument/2006/relationships/image" Target="/ppt/media/image11.png" Id="Re41fd01195c046bb" /><Relationship Type="http://schemas.openxmlformats.org/officeDocument/2006/relationships/image" Target="/ppt/media/image3.svg" Id="Rbc32b6f66869444b" /></Relationships>
</file>

<file path=ppt/slideLayouts/_rels/slideLayout45.xml.rels>&#65279;<?xml version="1.0" encoding="utf-8"?><Relationships xmlns="http://schemas.openxmlformats.org/package/2006/relationships"><Relationship Type="http://schemas.openxmlformats.org/officeDocument/2006/relationships/slideMaster" Target="/ppt/slideMasters/slideMaster1.xml" Id="R9c5aa5a630e04075" /><Relationship Type="http://schemas.openxmlformats.org/officeDocument/2006/relationships/image" Target="/ppt/media/image11.png" Id="R835e1ca9b2ae4cfb" /><Relationship Type="http://schemas.openxmlformats.org/officeDocument/2006/relationships/image" Target="/ppt/media/image3.svg" Id="R815cde13642a46f1" /></Relationships>
</file>

<file path=ppt/slideLayouts/_rels/slideLayout46.xml.rels>&#65279;<?xml version="1.0" encoding="utf-8"?><Relationships xmlns="http://schemas.openxmlformats.org/package/2006/relationships"><Relationship Type="http://schemas.openxmlformats.org/officeDocument/2006/relationships/slideMaster" Target="/ppt/slideMasters/slideMaster1.xml" Id="Ra25a6d0e280942cf" /><Relationship Type="http://schemas.openxmlformats.org/officeDocument/2006/relationships/image" Target="/ppt/media/image11.png" Id="R14f7bc2f2b6d4445" /><Relationship Type="http://schemas.openxmlformats.org/officeDocument/2006/relationships/image" Target="/ppt/media/image3.svg" Id="R9fd7ac8a8aa74b9b" /></Relationships>
</file>

<file path=ppt/slideLayouts/_rels/slideLayout47.xml.rels>&#65279;<?xml version="1.0" encoding="utf-8"?><Relationships xmlns="http://schemas.openxmlformats.org/package/2006/relationships"><Relationship Type="http://schemas.openxmlformats.org/officeDocument/2006/relationships/slideMaster" Target="/ppt/slideMasters/slideMaster1.xml" Id="R88873d531d404c74" /><Relationship Type="http://schemas.openxmlformats.org/officeDocument/2006/relationships/image" Target="/ppt/media/image11.png" Id="R262b6c8eb5964238" /><Relationship Type="http://schemas.openxmlformats.org/officeDocument/2006/relationships/image" Target="/ppt/media/image3.svg" Id="Rcbd2830bf321460b" /></Relationships>
</file>

<file path=ppt/slideLayouts/_rels/slideLayout48.xml.rels>&#65279;<?xml version="1.0" encoding="utf-8"?><Relationships xmlns="http://schemas.openxmlformats.org/package/2006/relationships"><Relationship Type="http://schemas.openxmlformats.org/officeDocument/2006/relationships/slideMaster" Target="/ppt/slideMasters/slideMaster1.xml" Id="Ra374498cce30429b" /><Relationship Type="http://schemas.openxmlformats.org/officeDocument/2006/relationships/image" Target="/ppt/media/image11.png" Id="Rcf68a6bbefa1451a" /><Relationship Type="http://schemas.openxmlformats.org/officeDocument/2006/relationships/image" Target="/ppt/media/image3.svg" Id="R3cd2d1e931824394" /><Relationship Type="http://schemas.openxmlformats.org/officeDocument/2006/relationships/image" Target="/ppt/media/image.emf" Id="Rf35f72babb80426d" /></Relationships>
</file>

<file path=ppt/slideLayouts/_rels/slideLayout49.xml.rels>&#65279;<?xml version="1.0" encoding="utf-8"?><Relationships xmlns="http://schemas.openxmlformats.org/package/2006/relationships"><Relationship Type="http://schemas.openxmlformats.org/officeDocument/2006/relationships/slideMaster" Target="/ppt/slideMasters/slideMaster1.xml" Id="R43f693d075684f31" /><Relationship Type="http://schemas.openxmlformats.org/officeDocument/2006/relationships/image" Target="/ppt/media/image16.png" Id="R376a68f153474aac" /><Relationship Type="http://schemas.openxmlformats.org/officeDocument/2006/relationships/image" Target="/ppt/media/image8.svg" Id="Re48544cedc3b4e84" /></Relationships>
</file>

<file path=ppt/slideLayouts/_rels/slideLayout50.xml.rels>&#65279;<?xml version="1.0" encoding="utf-8"?><Relationships xmlns="http://schemas.openxmlformats.org/package/2006/relationships"><Relationship Type="http://schemas.openxmlformats.org/officeDocument/2006/relationships/slideMaster" Target="/ppt/slideMasters/slideMaster1.xml" Id="Raabacc36a103431c" /><Relationship Type="http://schemas.openxmlformats.org/officeDocument/2006/relationships/image" Target="/ppt/media/image17.png" Id="R843d16005fc54e33" /><Relationship Type="http://schemas.openxmlformats.org/officeDocument/2006/relationships/image" Target="/ppt/media/image9.svg" Id="R9917f0d4bd524b72" /></Relationships>
</file>

<file path=ppt/slideLayouts/_rels/slideLayout51.xml.rels>&#65279;<?xml version="1.0" encoding="utf-8"?><Relationships xmlns="http://schemas.openxmlformats.org/package/2006/relationships"><Relationship Type="http://schemas.openxmlformats.org/officeDocument/2006/relationships/slideMaster" Target="/ppt/slideMasters/slideMaster1.xml" Id="R29324c22806f4b66" /><Relationship Type="http://schemas.openxmlformats.org/officeDocument/2006/relationships/image" Target="/ppt/media/image17.png" Id="Rfb58f07fedc3497c" /><Relationship Type="http://schemas.openxmlformats.org/officeDocument/2006/relationships/image" Target="/ppt/media/image9.svg" Id="R1ac9de6557e048d7" /></Relationships>
</file>

<file path=ppt/slideLayouts/_rels/slideLayout52.xml.rels>&#65279;<?xml version="1.0" encoding="utf-8"?><Relationships xmlns="http://schemas.openxmlformats.org/package/2006/relationships"><Relationship Type="http://schemas.openxmlformats.org/officeDocument/2006/relationships/slideMaster" Target="/ppt/slideMasters/slideMaster1.xml" Id="Rbe503f4a582045b0" /><Relationship Type="http://schemas.openxmlformats.org/officeDocument/2006/relationships/image" Target="/ppt/media/image17.png" Id="R00ba2f03a9cf4497" /><Relationship Type="http://schemas.openxmlformats.org/officeDocument/2006/relationships/image" Target="/ppt/media/image9.svg" Id="Raeea4a1f4208438a" /></Relationships>
</file>

<file path=ppt/slideLayouts/_rels/slideLayout53.xml.rels>&#65279;<?xml version="1.0" encoding="utf-8"?><Relationships xmlns="http://schemas.openxmlformats.org/package/2006/relationships"><Relationship Type="http://schemas.openxmlformats.org/officeDocument/2006/relationships/slideMaster" Target="/ppt/slideMasters/slideMaster1.xml" Id="R8d18b58e03244adf" /></Relationships>
</file>

<file path=ppt/slideLayouts/_rels/slideLayout54.xml.rels>&#65279;<?xml version="1.0" encoding="utf-8"?><Relationships xmlns="http://schemas.openxmlformats.org/package/2006/relationships"><Relationship Type="http://schemas.openxmlformats.org/officeDocument/2006/relationships/slideMaster" Target="/ppt/slideMasters/slideMaster1.xml" Id="R8b43c1def24041e2" /></Relationships>
</file>

<file path=ppt/slideLayouts/_rels/slideLayout55.xml.rels>&#65279;<?xml version="1.0" encoding="utf-8"?><Relationships xmlns="http://schemas.openxmlformats.org/package/2006/relationships"><Relationship Type="http://schemas.openxmlformats.org/officeDocument/2006/relationships/slideMaster" Target="/ppt/slideMasters/slideMaster1.xml" Id="Rbdf330916da6451c" /></Relationships>
</file>

<file path=ppt/slideLayouts/_rels/slideLayout56.xml.rels>&#65279;<?xml version="1.0" encoding="utf-8"?><Relationships xmlns="http://schemas.openxmlformats.org/package/2006/relationships"><Relationship Type="http://schemas.openxmlformats.org/officeDocument/2006/relationships/slideMaster" Target="/ppt/slideMasters/slideMaster1.xml" Id="R019038082e8c4543" /></Relationships>
</file>

<file path=ppt/slideLayouts/_rels/slideLayout57.xml.rels>&#65279;<?xml version="1.0" encoding="utf-8"?><Relationships xmlns="http://schemas.openxmlformats.org/package/2006/relationships"><Relationship Type="http://schemas.openxmlformats.org/officeDocument/2006/relationships/slideMaster" Target="/ppt/slideMasters/slideMaster1.xml" Id="R585697f02ec548eb" /></Relationships>
</file>

<file path=ppt/slideLayouts/_rels/slideLayout58.xml.rels>&#65279;<?xml version="1.0" encoding="utf-8"?><Relationships xmlns="http://schemas.openxmlformats.org/package/2006/relationships"><Relationship Type="http://schemas.openxmlformats.org/officeDocument/2006/relationships/slideMaster" Target="/ppt/slideMasters/slideMaster1.xml" Id="R50609d027fe94190" /></Relationships>
</file>

<file path=ppt/slideLayouts/_rels/slideLayout59.xml.rels>&#65279;<?xml version="1.0" encoding="utf-8"?><Relationships xmlns="http://schemas.openxmlformats.org/package/2006/relationships"><Relationship Type="http://schemas.openxmlformats.org/officeDocument/2006/relationships/slideMaster" Target="/ppt/slideMasters/slideMaster1.xml" Id="R467d63936bb44bfe" /></Relationships>
</file>

<file path=ppt/slideLayouts/_rels/slideLayout60.xml.rels>&#65279;<?xml version="1.0" encoding="utf-8"?><Relationships xmlns="http://schemas.openxmlformats.org/package/2006/relationships"><Relationship Type="http://schemas.openxmlformats.org/officeDocument/2006/relationships/slideMaster" Target="/ppt/slideMasters/slideMaster1.xml" Id="R9ddaea3cde64467f" /></Relationships>
</file>

<file path=ppt/slideLayouts/_rels/slideLayout61.xml.rels>&#65279;<?xml version="1.0" encoding="utf-8"?><Relationships xmlns="http://schemas.openxmlformats.org/package/2006/relationships"><Relationship Type="http://schemas.openxmlformats.org/officeDocument/2006/relationships/slideMaster" Target="/ppt/slideMasters/slideMaster1.xml" Id="R6516a4df3f884888" /></Relationships>
</file>

<file path=ppt/slideLayouts/_rels/slideLayout62.xml.rels>&#65279;<?xml version="1.0" encoding="utf-8"?><Relationships xmlns="http://schemas.openxmlformats.org/package/2006/relationships"><Relationship Type="http://schemas.openxmlformats.org/officeDocument/2006/relationships/slideMaster" Target="/ppt/slideMasters/slideMaster1.xml" Id="R231079cd7cc0401b" /></Relationships>
</file>

<file path=ppt/slideLayouts/_rels/slideLayout63.xml.rels>&#65279;<?xml version="1.0" encoding="utf-8"?><Relationships xmlns="http://schemas.openxmlformats.org/package/2006/relationships"><Relationship Type="http://schemas.openxmlformats.org/officeDocument/2006/relationships/slideMaster" Target="/ppt/slideMasters/slideMaster1.xml" Id="R739e30f873274ce9" /></Relationships>
</file>

<file path=ppt/slideLayouts/_rels/slideLayout64.xml.rels>&#65279;<?xml version="1.0" encoding="utf-8"?><Relationships xmlns="http://schemas.openxmlformats.org/package/2006/relationships"><Relationship Type="http://schemas.openxmlformats.org/officeDocument/2006/relationships/slideMaster" Target="/ppt/slideMasters/slideMaster1.xml" Id="Rb6d7ffe259394574" /></Relationships>
</file>

<file path=ppt/slideLayouts/_rels/slideLayout65.xml.rels>&#65279;<?xml version="1.0" encoding="utf-8"?><Relationships xmlns="http://schemas.openxmlformats.org/package/2006/relationships"><Relationship Type="http://schemas.openxmlformats.org/officeDocument/2006/relationships/slideMaster" Target="/ppt/slideMasters/slideMaster1.xml" Id="R53e5f51dafda43ef" /></Relationships>
</file>

<file path=ppt/slideLayouts/_rels/slideLayout66.xml.rels>&#65279;<?xml version="1.0" encoding="utf-8"?><Relationships xmlns="http://schemas.openxmlformats.org/package/2006/relationships"><Relationship Type="http://schemas.openxmlformats.org/officeDocument/2006/relationships/slideMaster" Target="/ppt/slideMasters/slideMaster1.xml" Id="Rcb4f598c98f245db" /></Relationships>
</file>

<file path=ppt/slideLayouts/_rels/slideLayout67.xml.rels>&#65279;<?xml version="1.0" encoding="utf-8"?><Relationships xmlns="http://schemas.openxmlformats.org/package/2006/relationships"><Relationship Type="http://schemas.openxmlformats.org/officeDocument/2006/relationships/slideMaster" Target="/ppt/slideMasters/slideMaster1.xml" Id="R1a056f9ae6f04346" /></Relationships>
</file>

<file path=ppt/slideLayouts/_rels/slideLayout68.xml.rels>&#65279;<?xml version="1.0" encoding="utf-8"?><Relationships xmlns="http://schemas.openxmlformats.org/package/2006/relationships"><Relationship Type="http://schemas.openxmlformats.org/officeDocument/2006/relationships/slideMaster" Target="/ppt/slideMasters/slideMaster1.xml" Id="R310f5e75af244e92" /></Relationships>
</file>

<file path=ppt/slideLayouts/_rels/slideLayout69.xml.rels>&#65279;<?xml version="1.0" encoding="utf-8"?><Relationships xmlns="http://schemas.openxmlformats.org/package/2006/relationships"><Relationship Type="http://schemas.openxmlformats.org/officeDocument/2006/relationships/slideMaster" Target="/ppt/slideMasters/slideMaster1.xml" Id="R0132a1768917496c" /></Relationships>
</file>

<file path=ppt/slideLayouts/_rels/slideLayout70.xml.rels>&#65279;<?xml version="1.0" encoding="utf-8"?><Relationships xmlns="http://schemas.openxmlformats.org/package/2006/relationships"><Relationship Type="http://schemas.openxmlformats.org/officeDocument/2006/relationships/slideMaster" Target="/ppt/slideMasters/slideMaster1.xml" Id="R5c0029fafcc3486b" /></Relationships>
</file>

<file path=ppt/slideLayouts/_rels/slideLayout71.xml.rels>&#65279;<?xml version="1.0" encoding="utf-8"?><Relationships xmlns="http://schemas.openxmlformats.org/package/2006/relationships"><Relationship Type="http://schemas.openxmlformats.org/officeDocument/2006/relationships/slideMaster" Target="/ppt/slideMasters/slideMaster1.xml" Id="R056096266799403e" /></Relationships>
</file>

<file path=ppt/slideLayouts/_rels/slideLayout72.xml.rels>&#65279;<?xml version="1.0" encoding="utf-8"?><Relationships xmlns="http://schemas.openxmlformats.org/package/2006/relationships"><Relationship Type="http://schemas.openxmlformats.org/officeDocument/2006/relationships/slideMaster" Target="/ppt/slideMasters/slideMaster1.xml" Id="Rb55745ab74bf4a8a" /></Relationships>
</file>

<file path=ppt/slideLayouts/_rels/slideLayout73.xml.rels>&#65279;<?xml version="1.0" encoding="utf-8"?><Relationships xmlns="http://schemas.openxmlformats.org/package/2006/relationships"><Relationship Type="http://schemas.openxmlformats.org/officeDocument/2006/relationships/slideMaster" Target="/ppt/slideMasters/slideMaster1.xml" Id="R10924382a55846a8" /></Relationships>
</file>

<file path=ppt/slideLayouts/_rels/slideLayout74.xml.rels>&#65279;<?xml version="1.0" encoding="utf-8"?><Relationships xmlns="http://schemas.openxmlformats.org/package/2006/relationships"><Relationship Type="http://schemas.openxmlformats.org/officeDocument/2006/relationships/slideMaster" Target="/ppt/slideMasters/slideMaster1.xml" Id="Re2e8404aabfc423f" /></Relationships>
</file>

<file path=ppt/slideLayouts/_rels/slideLayout75.xml.rels>&#65279;<?xml version="1.0" encoding="utf-8"?><Relationships xmlns="http://schemas.openxmlformats.org/package/2006/relationships"><Relationship Type="http://schemas.openxmlformats.org/officeDocument/2006/relationships/slideMaster" Target="/ppt/slideMasters/slideMaster1.xml" Id="Rf8dabc7da62a4ff5" /></Relationships>
</file>

<file path=ppt/slideLayouts/_rels/slideLayout76.xml.rels>&#65279;<?xml version="1.0" encoding="utf-8"?><Relationships xmlns="http://schemas.openxmlformats.org/package/2006/relationships"><Relationship Type="http://schemas.openxmlformats.org/officeDocument/2006/relationships/slideMaster" Target="/ppt/slideMasters/slideMaster1.xml" Id="Rf02dc053583e4139" /></Relationships>
</file>

<file path=ppt/slideLayouts/_rels/slideLayout77.xml.rels>&#65279;<?xml version="1.0" encoding="utf-8"?><Relationships xmlns="http://schemas.openxmlformats.org/package/2006/relationships"><Relationship Type="http://schemas.openxmlformats.org/officeDocument/2006/relationships/slideMaster" Target="/ppt/slideMasters/slideMaster1.xml" Id="R8c1021a22a524b00" /></Relationships>
</file>

<file path=ppt/slideLayouts/_rels/slideLayout78.xml.rels>&#65279;<?xml version="1.0" encoding="utf-8"?><Relationships xmlns="http://schemas.openxmlformats.org/package/2006/relationships"><Relationship Type="http://schemas.openxmlformats.org/officeDocument/2006/relationships/slideMaster" Target="/ppt/slideMasters/slideMaster1.xml" Id="R82ce09dcbf9a48db" /></Relationships>
</file>

<file path=ppt/slideLayouts/_rels/slideLayout79.xml.rels>&#65279;<?xml version="1.0" encoding="utf-8"?><Relationships xmlns="http://schemas.openxmlformats.org/package/2006/relationships"><Relationship Type="http://schemas.openxmlformats.org/officeDocument/2006/relationships/slideMaster" Target="/ppt/slideMasters/slideMaster1.xml" Id="R8d64577910b54e5a" /><Relationship Type="http://schemas.openxmlformats.org/officeDocument/2006/relationships/image" Target="/ppt/media/image.emf" Id="Rb7e7f5f5d50040b2" /></Relationships>
</file>

<file path=ppt/slideLayouts/_rels/slideLayout80.xml.rels>&#65279;<?xml version="1.0" encoding="utf-8"?><Relationships xmlns="http://schemas.openxmlformats.org/package/2006/relationships"><Relationship Type="http://schemas.openxmlformats.org/officeDocument/2006/relationships/slideMaster" Target="/ppt/slideMasters/slideMaster1.xml" Id="R75377cc1882c4507" /><Relationship Type="http://schemas.openxmlformats.org/officeDocument/2006/relationships/image" Target="/ppt/media/image.emf" Id="R963d0f6174364c5e" /></Relationships>
</file>

<file path=ppt/slideLayouts/_rels/slideLayout81.xml.rels>&#65279;<?xml version="1.0" encoding="utf-8"?><Relationships xmlns="http://schemas.openxmlformats.org/package/2006/relationships"><Relationship Type="http://schemas.openxmlformats.org/officeDocument/2006/relationships/slideMaster" Target="/ppt/slideMasters/slideMaster1.xml" Id="Recc5bb84f34344b9" /></Relationships>
</file>

<file path=ppt/slideLayouts/_rels/slideLayout82.xml.rels>&#65279;<?xml version="1.0" encoding="utf-8"?><Relationships xmlns="http://schemas.openxmlformats.org/package/2006/relationships"><Relationship Type="http://schemas.openxmlformats.org/officeDocument/2006/relationships/slideMaster" Target="/ppt/slideMasters/slideMaster1.xml" Id="Radbe5ea1f5b14ea3" /></Relationships>
</file>

<file path=ppt/slideLayouts/_rels/slideLayout83.xml.rels>&#65279;<?xml version="1.0" encoding="utf-8"?><Relationships xmlns="http://schemas.openxmlformats.org/package/2006/relationships"><Relationship Type="http://schemas.openxmlformats.org/officeDocument/2006/relationships/slideMaster" Target="/ppt/slideMasters/slideMaster1.xml" Id="Ref0daa482ef444e0" /></Relationships>
</file>

<file path=ppt/slideLayouts/_rels/slideLayout84.xml.rels>&#65279;<?xml version="1.0" encoding="utf-8"?><Relationships xmlns="http://schemas.openxmlformats.org/package/2006/relationships"><Relationship Type="http://schemas.openxmlformats.org/officeDocument/2006/relationships/slideMaster" Target="/ppt/slideMasters/slideMaster1.xml" Id="R162b0b92bb1742f2" /></Relationships>
</file>

<file path=ppt/slideLayouts/_rels/slideLayout85.xml.rels>&#65279;<?xml version="1.0" encoding="utf-8"?><Relationships xmlns="http://schemas.openxmlformats.org/package/2006/relationships"><Relationship Type="http://schemas.openxmlformats.org/officeDocument/2006/relationships/slideMaster" Target="/ppt/slideMasters/slideMaster1.xml" Id="R79d6bb318a8944a6" /></Relationships>
</file>

<file path=ppt/slideLayouts/_rels/slideLayout86.xml.rels>&#65279;<?xml version="1.0" encoding="utf-8"?><Relationships xmlns="http://schemas.openxmlformats.org/package/2006/relationships"><Relationship Type="http://schemas.openxmlformats.org/officeDocument/2006/relationships/slideMaster" Target="/ppt/slideMasters/slideMaster1.xml" Id="Rab191ae555c7482f" /></Relationships>
</file>

<file path=ppt/slideLayouts/_rels/slideLayout87.xml.rels>&#65279;<?xml version="1.0" encoding="utf-8"?><Relationships xmlns="http://schemas.openxmlformats.org/package/2006/relationships"><Relationship Type="http://schemas.openxmlformats.org/officeDocument/2006/relationships/slideMaster" Target="/ppt/slideMasters/slideMaster1.xml" Id="R9d1aa3fad2864a70" /></Relationships>
</file>

<file path=ppt/slideLayouts/_rels/slideLayout88.xml.rels>&#65279;<?xml version="1.0" encoding="utf-8"?><Relationships xmlns="http://schemas.openxmlformats.org/package/2006/relationships"><Relationship Type="http://schemas.openxmlformats.org/officeDocument/2006/relationships/slideMaster" Target="/ppt/slideMasters/slideMaster1.xml" Id="R51f66562133f4a43" /></Relationships>
</file>

<file path=ppt/slideLayouts/_rels/slideLayout89.xml.rels>&#65279;<?xml version="1.0" encoding="utf-8"?><Relationships xmlns="http://schemas.openxmlformats.org/package/2006/relationships"><Relationship Type="http://schemas.openxmlformats.org/officeDocument/2006/relationships/slideMaster" Target="/ppt/slideMasters/slideMaster1.xml" Id="R4e5dc58564b94bf8" /></Relationships>
</file>

<file path=ppt/slideLayouts/_rels/slideLayout90.xml.rels>&#65279;<?xml version="1.0" encoding="utf-8"?><Relationships xmlns="http://schemas.openxmlformats.org/package/2006/relationships"><Relationship Type="http://schemas.openxmlformats.org/officeDocument/2006/relationships/slideMaster" Target="/ppt/slideMasters/slideMaster1.xml" Id="R1c235f7f19c04fd5" /></Relationships>
</file>

<file path=ppt/slideLayouts/_rels/slideLayout91.xml.rels>&#65279;<?xml version="1.0" encoding="utf-8"?><Relationships xmlns="http://schemas.openxmlformats.org/package/2006/relationships"><Relationship Type="http://schemas.openxmlformats.org/officeDocument/2006/relationships/slideMaster" Target="/ppt/slideMasters/slideMaster1.xml" Id="R75ff9d13bd51404c" /></Relationships>
</file>

<file path=ppt/slideLayouts/_rels/slideLayout92.xml.rels>&#65279;<?xml version="1.0" encoding="utf-8"?><Relationships xmlns="http://schemas.openxmlformats.org/package/2006/relationships"><Relationship Type="http://schemas.openxmlformats.org/officeDocument/2006/relationships/slideMaster" Target="/ppt/slideMasters/slideMaster1.xml" Id="Rd9ffb89a27304f75" /></Relationships>
</file>

<file path=ppt/slideLayouts/_rels/slideLayout93.xml.rels>&#65279;<?xml version="1.0" encoding="utf-8"?><Relationships xmlns="http://schemas.openxmlformats.org/package/2006/relationships"><Relationship Type="http://schemas.openxmlformats.org/officeDocument/2006/relationships/slideMaster" Target="/ppt/slideMasters/slideMaster1.xml" Id="R1812169816c64a9c" /></Relationships>
</file>

<file path=ppt/slideLayouts/_rels/slideLayout94.xml.rels>&#65279;<?xml version="1.0" encoding="utf-8"?><Relationships xmlns="http://schemas.openxmlformats.org/package/2006/relationships"><Relationship Type="http://schemas.openxmlformats.org/officeDocument/2006/relationships/slideMaster" Target="/ppt/slideMasters/slideMaster1.xml" Id="Ra904921145014e59" /></Relationships>
</file>

<file path=ppt/slideLayouts/_rels/slideLayout95.xml.rels>&#65279;<?xml version="1.0" encoding="utf-8"?><Relationships xmlns="http://schemas.openxmlformats.org/package/2006/relationships"><Relationship Type="http://schemas.openxmlformats.org/officeDocument/2006/relationships/slideMaster" Target="/ppt/slideMasters/slideMaster1.xml" Id="Rfe5a6bc2cc104b94" /></Relationships>
</file>

<file path=ppt/slideLayouts/_rels/slideLayout96.xml.rels>&#65279;<?xml version="1.0" encoding="utf-8"?><Relationships xmlns="http://schemas.openxmlformats.org/package/2006/relationships"><Relationship Type="http://schemas.openxmlformats.org/officeDocument/2006/relationships/slideMaster" Target="/ppt/slideMasters/slideMaster1.xml" Id="R27910bd2d69447ae" /><Relationship Type="http://schemas.openxmlformats.org/officeDocument/2006/relationships/image" Target="/ppt/media/image18.png" Id="Rf14365b971944d29" /></Relationships>
</file>

<file path=ppt/slideLayouts/_rels/slideLayout97.xml.rels>&#65279;<?xml version="1.0" encoding="utf-8"?><Relationships xmlns="http://schemas.openxmlformats.org/package/2006/relationships"><Relationship Type="http://schemas.openxmlformats.org/officeDocument/2006/relationships/slideMaster" Target="/ppt/slideMasters/slideMaster1.xml" Id="R34b803db73734ec9" /><Relationship Type="http://schemas.openxmlformats.org/officeDocument/2006/relationships/image" Target="/ppt/media/image18.png" Id="Rb40deb3b6ff54469" /></Relationships>
</file>

<file path=ppt/slideLayouts/_rels/slideLayout98.xml.rels>&#65279;<?xml version="1.0" encoding="utf-8"?><Relationships xmlns="http://schemas.openxmlformats.org/package/2006/relationships"><Relationship Type="http://schemas.openxmlformats.org/officeDocument/2006/relationships/slideMaster" Target="/ppt/slideMasters/slideMaster1.xml" Id="R7db46c0b59fa4e86" /><Relationship Type="http://schemas.openxmlformats.org/officeDocument/2006/relationships/image" Target="/ppt/media/image.emf" Id="R0933b3583f444534" /><Relationship Type="http://schemas.openxmlformats.org/officeDocument/2006/relationships/image" Target="/ppt/media/image16.png" Id="Rb21365d80d3d4d6f" /><Relationship Type="http://schemas.openxmlformats.org/officeDocument/2006/relationships/image" Target="/ppt/media/image8.svg" Id="Re9f441215a884037" /></Relationships>
</file>

<file path=ppt/slideLayouts/_rels/slideLayout99.xml.rels>&#65279;<?xml version="1.0" encoding="utf-8"?><Relationships xmlns="http://schemas.openxmlformats.org/package/2006/relationships"><Relationship Type="http://schemas.openxmlformats.org/officeDocument/2006/relationships/slideMaster" Target="/ppt/slideMasters/slideMaster1.xml" Id="Rd3a1fedc4a9c445a" /></Relationships>
</file>

<file path=ppt/slideLayouts/_rels/slideLayout100.xml.rels>&#65279;<?xml version="1.0" encoding="utf-8"?><Relationships xmlns="http://schemas.openxmlformats.org/package/2006/relationships"><Relationship Type="http://schemas.openxmlformats.org/officeDocument/2006/relationships/slideMaster" Target="/ppt/slideMasters/slideMaster1.xml" Id="R799b77eca087441a" /></Relationships>
</file>

<file path=ppt/slideLayouts/_rels/slideLayout101.xml.rels>&#65279;<?xml version="1.0" encoding="utf-8"?><Relationships xmlns="http://schemas.openxmlformats.org/package/2006/relationships"><Relationship Type="http://schemas.openxmlformats.org/officeDocument/2006/relationships/slideMaster" Target="/ppt/slideMasters/slideMaster1.xml" Id="R738ad92db6f74b33" /><Relationship Type="http://schemas.openxmlformats.org/officeDocument/2006/relationships/image" Target="/ppt/media/image19.png" Id="R1a627bcc985d45a0" /><Relationship Type="http://schemas.openxmlformats.org/officeDocument/2006/relationships/image" Target="/ppt/media/image10.svg" Id="Rab2597480e9440e1" /></Relationships>
</file>

<file path=ppt/slideLayouts/_rels/slideLayout102.xml.rels>&#65279;<?xml version="1.0" encoding="utf-8"?><Relationships xmlns="http://schemas.openxmlformats.org/package/2006/relationships"><Relationship Type="http://schemas.openxmlformats.org/officeDocument/2006/relationships/slideMaster" Target="/ppt/slideMasters/slideMaster1.xml" Id="R09b3cdb2653446ff" /><Relationship Type="http://schemas.openxmlformats.org/officeDocument/2006/relationships/image" Target="/ppt/media/image20.png" Id="R8a26c1ddffbb4001" /><Relationship Type="http://schemas.openxmlformats.org/officeDocument/2006/relationships/image" Target="/ppt/media/image11.svg" Id="R88f2e678008c49e3" /></Relationships>
</file>

<file path=ppt/slideLayouts/_rels/slideLayout103.xml.rels>&#65279;<?xml version="1.0" encoding="utf-8"?><Relationships xmlns="http://schemas.openxmlformats.org/package/2006/relationships"><Relationship Type="http://schemas.openxmlformats.org/officeDocument/2006/relationships/slideMaster" Target="/ppt/slideMasters/slideMaster1.xml" Id="Re438000d13004ff9" /></Relationships>
</file>

<file path=ppt/slideLayouts/slideLayout1.xml><?xml version="1.0" encoding="utf-8"?>
<p:sldLayout xmlns:p="http://schemas.openxmlformats.org/presentationml/2006/main" preserve="1" userDrawn="1">
  <p:cSld name="Dark - Title_Pillar">
    <p:bg>
      <p:bgPr>
        <a:solidFill xmlns:a="http://schemas.openxmlformats.org/drawingml/2006/main">
          <a:schemeClr val="bg2"/>
        </a:solidFill>
      </p:bgPr>
    </p:bg>
    <p:spTree>
      <p:nvGrpSpPr>
        <p:cNvPr id="1" name=""/>
        <p:cNvGrpSpPr/>
        <p:nvPr/>
      </p:nvGrpSpPr>
      <p:grpSpPr>
        <a:xfrm xmlns:a="http://schemas.openxmlformats.org/drawingml/2006/main"/>
      </p:grpSpPr>
      <p:pic>
        <p:nvPicPr>
          <p:cNvPr id="13" name="Picture 12">
            <a:extLst xmlns:a="http://schemas.openxmlformats.org/drawingml/2006/main">
              <a:ext uri="{FF2B5EF4-FFF2-40B4-BE49-F238E27FC236}">
                <a16:creationId xmlns:a16="http://schemas.microsoft.com/office/drawing/2014/main" id="{2E87DA52-1771-4086-A810-A180C8147FCC}"/>
              </a:ext>
            </a:extLst>
          </p:cNvPr>
          <p:cNvPicPr>
            <a:picLocks xmlns:a="http://schemas.openxmlformats.org/drawingml/2006/main" noChangeAspect="1"/>
          </p:cNvPicPr>
          <p:nvPr/>
        </p:nvPicPr>
        <p:blipFill>
          <a:blip xmlns:r="http://schemas.openxmlformats.org/officeDocument/2006/relationships" xmlns:a="http://schemas.openxmlformats.org/drawingml/2006/main" r:embed="R92d8dda93c9f4eba"/>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4" name="Title">
            <a:extLst xmlns:a="http://schemas.openxmlformats.org/drawingml/2006/main">
              <a:ext uri="{FF2B5EF4-FFF2-40B4-BE49-F238E27FC236}">
                <a16:creationId xmlns:a16="http://schemas.microsoft.com/office/drawing/2014/main" id="{461BB5F1-8825-7944-96EB-8445317513F5}"/>
              </a:ext>
            </a:extLst>
          </p:cNvPr>
          <p:cNvSpPr>
            <a:spLocks xmlns:a="http://schemas.openxmlformats.org/drawingml/2006/main" noGrp="1"/>
          </p:cNvSpPr>
          <p:nvPr>
            <p:ph type="ctrTitle" idx="0" hasCustomPrompt="1"/>
          </p:nvPr>
        </p:nvSpPr>
        <p:spPr>
          <a:xfrm xmlns:a="http://schemas.openxmlformats.org/drawingml/2006/main">
            <a:off x="792538" y="2148840"/>
            <a:ext cx="6400800" cy="1280160"/>
          </a:xfrm>
          <a:prstGeom xmlns:a="http://schemas.openxmlformats.org/drawingml/2006/main" prst="rect">
            <a:avLst/>
          </a:prstGeom>
          <a:noFill xmlns:a="http://schemas.openxmlformats.org/drawingml/2006/main"/>
        </p:spPr>
        <p:txBody>
          <a:bodyPr xmlns:a="http://schemas.openxmlformats.org/drawingml/2006/main" vert="horz" wrap="square" lIns="0" tIns="0" rIns="0" bIns="91440" anchor="b">
            <a:noAutofit/>
          </a:bodyPr>
          <a:lstStyle xmlns:a="http://schemas.openxmlformats.org/drawingml/2006/main">
            <a:lvl1pPr>
              <a:lnSpc>
                <a:spcPct val="100000"/>
              </a:lnSpc>
              <a:buNone/>
              <a:defRPr sz="4000" b="1" i="0">
                <a:latin typeface="Oracle Sans Tab"/>
                <a:ea typeface="Oracle Sans Tab"/>
                <a:cs typeface="Oracle Sans Tab"/>
              </a:defRPr>
            </a:lvl1pPr>
          </a:lstStyle>
          <a:p xmlns:a="http://schemas.openxmlformats.org/drawingml/2006/main">
            <a:pPr lvl="0">
              <a:lnSpc>
                <a:spcPct val="100000"/>
              </a:lnSpc>
              <a:buNone/>
            </a:pPr>
            <a:r>
              <a:t>Title (up to two lines) </a:t>
            </a:r>
            <a:br/>
            <a:r>
              <a:t>Oracle Sans Tab Bold</a:t>
            </a:r>
          </a:p>
        </p:txBody>
      </p:sp>
      <p:sp>
        <p:nvSpPr>
          <p:cNvPr id="25" name="Subhead">
            <a:extLst xmlns:a="http://schemas.openxmlformats.org/drawingml/2006/main">
              <a:ext uri="{FF2B5EF4-FFF2-40B4-BE49-F238E27FC236}">
                <a16:creationId xmlns:a16="http://schemas.microsoft.com/office/drawing/2014/main" id="{DE85AE1C-733D-7244-A6DA-C3ADBC76ED0C}"/>
              </a:ext>
            </a:extLst>
          </p:cNvPr>
          <p:cNvSpPr>
            <a:spLocks xmlns:a="http://schemas.openxmlformats.org/drawingml/2006/main" noGrp="1"/>
          </p:cNvSpPr>
          <p:nvPr>
            <p:ph type="body" idx="33" hasCustomPrompt="1"/>
          </p:nvPr>
        </p:nvSpPr>
        <p:spPr>
          <a:xfrm xmlns:a="http://schemas.openxmlformats.org/drawingml/2006/main">
            <a:off x="792538" y="3519553"/>
            <a:ext cx="6400800" cy="341247"/>
          </a:xfrm>
          <a:prstGeom xmlns:a="http://schemas.openxmlformats.org/drawingml/2006/main" prst="rect">
            <a:avLst/>
          </a:prstGeom>
          <a:noFill xmlns:a="http://schemas.openxmlformats.org/drawingml/2006/main"/>
        </p:spPr>
        <p:txBody>
          <a:bodyPr xmlns:a="http://schemas.openxmlformats.org/drawingml/2006/main">
            <a:noAutofit/>
          </a:bodyPr>
          <a:lstStyle xmlns:a="http://schemas.openxmlformats.org/drawingml/2006/main">
            <a:lvl1pPr marL="0" marR="0" indent="0" algn="l" defTabSz="914400">
              <a:lnSpc>
                <a:spcPct val="100000"/>
              </a:lnSpc>
              <a:spcBef>
                <a:spcPts val="1000"/>
              </a:spcBef>
              <a:spcAft>
                <a:spcPts val="0"/>
              </a:spcAft>
              <a:buClrTx/>
              <a:buSzTx/>
              <a:buFont typeface="Arial"/>
              <a:buNone/>
              <a:defRPr sz="2400" b="0" i="0">
                <a:solidFill>
                  <a:schemeClr val="tx1"/>
                </a:solidFill>
                <a:latin typeface="Oracle Sans Tab"/>
                <a:ea typeface="Oracle Sans Tab"/>
                <a:cs typeface="Oracle Sans Tab"/>
              </a:defRPr>
            </a:lvl1pPr>
          </a:lstStyle>
          <a:p xmlns:a="http://schemas.openxmlformats.org/drawingml/2006/main">
            <a:pPr marL="0" marR="0" lvl="0" indent="0" algn="l" defTabSz="914400">
              <a:lnSpc>
                <a:spcPct val="90000"/>
              </a:lnSpc>
              <a:spcBef>
                <a:spcPts val="1000"/>
              </a:spcBef>
              <a:spcAft>
                <a:spcPts val="0"/>
              </a:spcAft>
              <a:buClrTx/>
              <a:buSzTx/>
              <a:buFont typeface="Arial"/>
              <a:buNone/>
            </a:pPr>
            <a:r>
              <a:t>Subhead goes here on one line.</a:t>
            </a:r>
          </a:p>
        </p:txBody>
      </p:sp>
      <p:sp>
        <p:nvSpPr>
          <p:cNvPr id="11" name="Text Field">
            <a:extLst xmlns:a="http://schemas.openxmlformats.org/drawingml/2006/main">
              <a:ext uri="{FF2B5EF4-FFF2-40B4-BE49-F238E27FC236}">
                <a16:creationId xmlns:a16="http://schemas.microsoft.com/office/drawing/2014/main" id="{5096A149-B6C9-A04E-A2B0-54CCFAA42526}"/>
              </a:ext>
            </a:extLst>
          </p:cNvPr>
          <p:cNvSpPr>
            <a:spLocks xmlns:a="http://schemas.openxmlformats.org/drawingml/2006/main" noGrp="1"/>
          </p:cNvSpPr>
          <p:nvPr>
            <p:ph type="body" idx="35" hasCustomPrompt="1"/>
          </p:nvPr>
        </p:nvSpPr>
        <p:spPr>
          <a:xfrm xmlns:a="http://schemas.openxmlformats.org/drawingml/2006/main">
            <a:off x="792538" y="4544568"/>
            <a:ext cx="5077970" cy="266291"/>
          </a:xfrm>
          <a:prstGeom xmlns:a="http://schemas.openxmlformats.org/drawingml/2006/main" prst="rect">
            <a:avLst/>
          </a:prstGeom>
          <a:noFill xmlns:a="http://schemas.openxmlformats.org/drawingml/2006/main"/>
        </p:spPr>
        <p:txBody>
          <a:bodyPr xmlns:a="http://schemas.openxmlformats.org/drawingml/2006/main">
            <a:noAutofit/>
          </a:bodyPr>
          <a:lstStyle xmlns:a="http://schemas.openxmlformats.org/drawingml/2006/main">
            <a:lvl1pPr>
              <a:lnSpc>
                <a:spcPct val="100000"/>
              </a:lnSpc>
              <a:buNone/>
              <a:defRPr b="1" i="0">
                <a:latin typeface="Oracle Sans Tab"/>
                <a:ea typeface="Oracle Sans Tab"/>
                <a:cs typeface="Oracle Sans Tab"/>
              </a:defRPr>
            </a:lvl1pPr>
          </a:lstStyle>
          <a:p xmlns:a="http://schemas.openxmlformats.org/drawingml/2006/main">
            <a:pPr lvl="0">
              <a:buNone/>
            </a:pPr>
            <a:r>
              <a:t>Name</a:t>
            </a:r>
          </a:p>
        </p:txBody>
      </p:sp>
      <p:sp>
        <p:nvSpPr>
          <p:cNvPr id="10" name="Text Field 2">
            <a:extLst xmlns:a="http://schemas.openxmlformats.org/drawingml/2006/main">
              <a:ext uri="{FF2B5EF4-FFF2-40B4-BE49-F238E27FC236}">
                <a16:creationId xmlns:a16="http://schemas.microsoft.com/office/drawing/2014/main" id="{A57492F9-1AD2-9346-9BB6-C0CF36DEF5ED}"/>
              </a:ext>
            </a:extLst>
          </p:cNvPr>
          <p:cNvSpPr>
            <a:spLocks xmlns:a="http://schemas.openxmlformats.org/drawingml/2006/main" noGrp="1"/>
          </p:cNvSpPr>
          <p:nvPr>
            <p:ph type="body" idx="34" hasCustomPrompt="1"/>
          </p:nvPr>
        </p:nvSpPr>
        <p:spPr>
          <a:xfrm xmlns:a="http://schemas.openxmlformats.org/drawingml/2006/main">
            <a:off x="792538" y="4882896"/>
            <a:ext cx="5077970" cy="895181"/>
          </a:xfrm>
          <a:prstGeom xmlns:a="http://schemas.openxmlformats.org/drawingml/2006/main" prst="rect">
            <a:avLst/>
          </a:prstGeom>
          <a:noFill xmlns:a="http://schemas.openxmlformats.org/drawingml/2006/main"/>
        </p:spPr>
        <p:txBody>
          <a:bodyPr xmlns:a="http://schemas.openxmlformats.org/drawingml/2006/main">
            <a:noAutofit/>
          </a:bodyPr>
          <a:lstStyle xmlns:a="http://schemas.openxmlformats.org/drawingml/2006/main">
            <a:lvl1pPr>
              <a:lnSpc>
                <a:spcPct val="100000"/>
              </a:lnSpc>
              <a:buNone/>
              <a:defRPr b="0" i="0">
                <a:latin typeface="Oracle Sans Tab"/>
                <a:ea typeface="Oracle Sans Tab"/>
                <a:cs typeface="Oracle Sans Tab"/>
              </a:defRPr>
            </a:lvl1pPr>
          </a:lstStyle>
          <a:p xmlns:a="http://schemas.openxmlformats.org/drawingml/2006/main">
            <a:pPr lvl="0">
              <a:buNone/>
            </a:pPr>
            <a:r>
              <a:t>Presenter’s Title</a:t>
            </a:r>
          </a:p>
          <a:p xmlns:a="http://schemas.openxmlformats.org/drawingml/2006/main">
            <a:pPr lvl="0">
              <a:buNone/>
            </a:pPr>
            <a:r>
              <a:t>Organization, Division or Business Unit</a:t>
            </a:r>
          </a:p>
          <a:p xmlns:a="http://schemas.openxmlformats.org/drawingml/2006/main">
            <a:pPr lvl="0">
              <a:buNone/>
            </a:pPr>
            <a:r>
              <a:t>Month 00, 2023</a:t>
            </a:r>
          </a:p>
        </p:txBody>
      </p:sp>
      <p:sp>
        <p:nvSpPr>
          <p:cNvPr id="5" name="Slide Number Placeholder 4">
            <a:extLst xmlns:a="http://schemas.openxmlformats.org/drawingml/2006/main">
              <a:ext uri="{FF2B5EF4-FFF2-40B4-BE49-F238E27FC236}">
                <a16:creationId xmlns:a16="http://schemas.microsoft.com/office/drawing/2014/main" id="{6A4B61EA-E671-B046-E16F-7C37520755BE}"/>
              </a:ext>
            </a:extLst>
          </p:cNvPr>
          <p:cNvSpPr>
            <a:spLocks xmlns:a="http://schemas.openxmlformats.org/drawingml/2006/main" noGrp="1"/>
          </p:cNvSpPr>
          <p:nvPr>
            <p:ph type="sldNum" idx="12"/>
          </p:nvPr>
        </p:nvSpPr>
        <p:spPr>
          <a:xfrm xmlns:a="http://schemas.openxmlformats.org/drawingml/2006/main">
            <a:off x="762000" y="6995117"/>
            <a:ext cx="365760" cy="365760"/>
          </a:xfrm>
        </p:spPr>
        <p:txBody>
          <a:bodyPr xmlns:a="http://schemas.openxmlformats.org/drawingml/2006/main"/>
          <a:lstStyle xmlns:a="http://schemas.openxmlformats.org/drawingml/2006/main">
            <a:lvl1pPr>
              <a:buNone/>
              <a:defRPr>
                <a:noFill/>
              </a:defRPr>
            </a:lvl1pPr>
          </a:lstStyle>
          <a:p xmlns:a="http://schemas.openxmlformats.org/drawingml/2006/main">
            <a:fld id="{345D60D9-5372-5F40-9443-0F9AE5BDC3C8}" type="slidenum">
              <a:t>‹#›</a:t>
            </a:fld>
            <a:endParaRPr/>
          </a:p>
        </p:txBody>
      </p:sp>
      <p:sp>
        <p:nvSpPr>
          <p:cNvPr id="4" name="Footer Placeholder 3">
            <a:extLst xmlns:a="http://schemas.openxmlformats.org/drawingml/2006/main">
              <a:ext uri="{FF2B5EF4-FFF2-40B4-BE49-F238E27FC236}">
                <a16:creationId xmlns:a16="http://schemas.microsoft.com/office/drawing/2014/main" id="{1FCEBD7F-FD1F-90FE-07B1-7E1D2FCAED23}"/>
              </a:ext>
            </a:extLst>
          </p:cNvPr>
          <p:cNvSpPr>
            <a:spLocks xmlns:a="http://schemas.openxmlformats.org/drawingml/2006/main" noGrp="1"/>
          </p:cNvSpPr>
          <p:nvPr>
            <p:ph type="ftr" idx="36"/>
          </p:nvPr>
        </p:nvSpPr>
        <p:spPr>
          <a:xfrm xmlns:a="http://schemas.openxmlformats.org/drawingml/2006/main">
            <a:off x="1127759" y="6995435"/>
            <a:ext cx="5745379" cy="365125"/>
          </a:xfrm>
        </p:spPr>
        <p:txBody>
          <a:bodyPr xmlns:a="http://schemas.openxmlformats.org/drawingml/2006/main"/>
          <a:lstStyle xmlns:a="http://schemas.openxmlformats.org/drawingml/2006/main">
            <a:lvl1pPr>
              <a:buNone/>
              <a:defRPr>
                <a:noFill/>
              </a:defRPr>
            </a:lvl1pPr>
          </a:lstStyle>
          <a:p xmlns:a="http://schemas.openxmlformats.org/drawingml/2006/main">
            <a:r>
              <a:t>Copyright © 2025, Oracle and/or its affiliates |  Confidential: Internal/Restricted/Highly Restricted</a:t>
            </a:r>
            <a:endParaRPr/>
          </a:p>
        </p:txBody>
      </p:sp>
      <p:sp>
        <p:nvSpPr>
          <p:cNvPr id="3" name="Date Placeholder 2">
            <a:extLst xmlns:a="http://schemas.openxmlformats.org/drawingml/2006/main">
              <a:ext uri="{FF2B5EF4-FFF2-40B4-BE49-F238E27FC236}">
                <a16:creationId xmlns:a16="http://schemas.microsoft.com/office/drawing/2014/main" id="{74E28F03-7252-6A6A-9D9A-7C142FCA4155}"/>
              </a:ext>
            </a:extLst>
          </p:cNvPr>
          <p:cNvSpPr>
            <a:spLocks xmlns:a="http://schemas.openxmlformats.org/drawingml/2006/main" noGrp="1"/>
          </p:cNvSpPr>
          <p:nvPr>
            <p:ph type="dt" idx="10"/>
          </p:nvPr>
        </p:nvSpPr>
        <p:spPr>
          <a:xfrm xmlns:a="http://schemas.openxmlformats.org/drawingml/2006/main">
            <a:off x="6873138" y="6997061"/>
            <a:ext cx="2743200" cy="363500"/>
          </a:xfrm>
        </p:spPr>
        <p:txBody>
          <a:bodyPr xmlns:a="http://schemas.openxmlformats.org/drawingml/2006/main"/>
          <a:lstStyle xmlns:a="http://schemas.openxmlformats.org/drawingml/2006/main">
            <a:lvl1pPr>
              <a:buNone/>
              <a:defRPr>
                <a:noFill/>
              </a:defRPr>
            </a:lvl1pPr>
          </a:lstStyle>
          <a:p xmlns:a="http://schemas.openxmlformats.org/drawingml/2006/main">
            <a:r>
              <a:t>[Date]</a:t>
            </a:r>
            <a:endParaRPr/>
          </a:p>
        </p:txBody>
      </p:sp>
      <p:pic>
        <p:nvPicPr>
          <p:cNvPr id="6" name="Oracle Logo">
            <a:extLst xmlns:a="http://schemas.openxmlformats.org/drawingml/2006/main">
              <a:ext uri="{FF2B5EF4-FFF2-40B4-BE49-F238E27FC236}">
                <a16:creationId xmlns:a16="http://schemas.microsoft.com/office/drawing/2014/main" id="{D2EF50EB-3C0D-451E-937A-8214290D1C12}"/>
              </a:ext>
            </a:extLst>
          </p:cNvPr>
          <p:cNvPicPr>
            <a:picLocks xmlns:a="http://schemas.openxmlformats.org/drawingml/2006/main" noChangeAspect="1"/>
          </p:cNvPicPr>
          <p:nvPr/>
        </p:nvPicPr>
        <p:blipFill>
          <a:blip xmlns:r="http://schemas.openxmlformats.org/officeDocument/2006/relationships" xmlns:a="http://schemas.openxmlformats.org/drawingml/2006/main" r:embed="Rfada71c9e0d44936">
            <a:extLst>
              <a:ext uri="{96DAC541-7B7A-43D3-8B79-37D633B846F1}">
                <asvg:svgBlip xmlns:asvg="http://schemas.microsoft.com/office/drawing/2016/SVG/main" r:embed="R3f4190062bf6428d"/>
              </a:ext>
            </a:extLst>
          </a:blip>
          <a:srcRect xmlns:a="http://schemas.openxmlformats.org/drawingml/2006/main" l="0" t="0" r="0" b="0"/>
          <a:stretch xmlns:a="http://schemas.openxmlformats.org/drawingml/2006/main"/>
        </p:blipFill>
        <p:spPr>
          <a:xfrm xmlns:a="http://schemas.openxmlformats.org/drawingml/2006/main">
            <a:off x="730669" y="1132368"/>
            <a:ext cx="1524893" cy="320039"/>
          </a:xfrm>
          <a:prstGeom xmlns:a="http://schemas.openxmlformats.org/drawingml/2006/main" prst="rect">
            <a:avLst/>
          </a:prstGeom>
        </p:spPr>
      </p:pic>
      <p:pic>
        <p:nvPicPr>
          <p:cNvPr id="14" name="OTag">
            <a:extLst xmlns:a="http://schemas.openxmlformats.org/drawingml/2006/main">
              <a:ext uri="{FF2B5EF4-FFF2-40B4-BE49-F238E27FC236}">
                <a16:creationId xmlns:a16="http://schemas.microsoft.com/office/drawing/2014/main" id="{77D46C55-6F91-4933-B9E5-EF952AFD453E}"/>
              </a:ext>
            </a:extLst>
          </p:cNvPr>
          <p:cNvPicPr>
            <a:picLocks xmlns:a="http://schemas.openxmlformats.org/drawingml/2006/main" noChangeAspect="1"/>
          </p:cNvPicPr>
          <p:nvPr/>
        </p:nvPicPr>
        <p:blipFill>
          <a:blip xmlns:r="http://schemas.openxmlformats.org/officeDocument/2006/relationships" xmlns:a="http://schemas.openxmlformats.org/drawingml/2006/main" r:embed="Rb80b2005bad14edc"/>
          <a:stretch xmlns:a="http://schemas.openxmlformats.org/drawingml/2006/main">
            <a:fillRect l="0" t="0" r="0" b="0"/>
          </a:stretch>
        </p:blipFill>
        <p:spPr>
          <a:xfrm xmlns:a="http://schemas.openxmlformats.org/drawingml/2006/main">
            <a:off x="11405616" y="6464808"/>
            <a:ext cx="393192" cy="393192"/>
          </a:xfrm>
          <a:prstGeom xmlns:a="http://schemas.openxmlformats.org/drawingml/2006/main" prst="rect">
            <a:avLst/>
          </a:prstGeom>
        </p:spPr>
      </p:pic>
      <p:sp>
        <p:nvSpPr>
          <p:cNvPr id="2" name="Accent mark">
            <a:extLst xmlns:a="http://schemas.openxmlformats.org/drawingml/2006/main">
              <a:ext uri="{FF2B5EF4-FFF2-40B4-BE49-F238E27FC236}">
                <a16:creationId xmlns:a16="http://schemas.microsoft.com/office/drawing/2014/main" id="{6863E062-D1CC-8F7F-B35F-ADAF6BDE7196}"/>
              </a:ext>
            </a:extLst>
          </p:cNvPr>
          <p:cNvSpPr>
            <a:spLocks xmlns:a="http://schemas.openxmlformats.org/drawingml/2006/main" noGrp="1"/>
          </p:cNvSpPr>
          <p:nvPr/>
        </p:nvSpPr>
        <p:spPr>
          <a:xfrm xmlns:a="http://schemas.openxmlformats.org/drawingml/2006/main">
            <a:off x="793805" y="4166108"/>
            <a:ext cx="365760" cy="36576"/>
          </a:xfrm>
          <a:prstGeom xmlns:a="http://schemas.openxmlformats.org/drawingml/2006/main" prst="rect">
            <a:avLst/>
          </a:prstGeom>
          <a:solidFill xmlns:a="http://schemas.openxmlformats.org/drawingml/2006/main">
            <a:srgbClr val="F0CC71"/>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Tree>
  </p:cSld>
</p:sldLayout>
</file>

<file path=ppt/slideLayouts/slideLayout2.xml><?xml version="1.0" encoding="utf-8"?>
<p:sldLayout xmlns:p="http://schemas.openxmlformats.org/presentationml/2006/main" preserve="1" userDrawn="1">
  <p:cSld name="Light - Title_Pillar">
    <p:bg>
      <p:bgRef idx="1001">
        <a:schemeClr xmlns:a="http://schemas.openxmlformats.org/drawingml/2006/main" val="bg2"/>
      </p:bgRef>
    </p:bg>
    <p:spTree>
      <p:nvGrpSpPr>
        <p:cNvPr id="1" name=""/>
        <p:cNvGrpSpPr/>
        <p:nvPr/>
      </p:nvGrpSpPr>
      <p:grpSpPr>
        <a:xfrm xmlns:a="http://schemas.openxmlformats.org/drawingml/2006/main"/>
      </p:grpSpPr>
      <p:sp>
        <p:nvSpPr>
          <p:cNvPr id="2" name="Title">
            <a:extLst xmlns:a="http://schemas.openxmlformats.org/drawingml/2006/main">
              <a:ext uri="{FF2B5EF4-FFF2-40B4-BE49-F238E27FC236}">
                <a16:creationId xmlns:a16="http://schemas.microsoft.com/office/drawing/2014/main" id="{993B935A-285A-BFFA-E1F4-E79FEB4F9795}"/>
              </a:ext>
            </a:extLst>
          </p:cNvPr>
          <p:cNvSpPr>
            <a:spLocks xmlns:a="http://schemas.openxmlformats.org/drawingml/2006/main" noGrp="1"/>
          </p:cNvSpPr>
          <p:nvPr>
            <p:ph type="ctrTitle" idx="0" hasCustomPrompt="1"/>
          </p:nvPr>
        </p:nvSpPr>
        <p:spPr>
          <a:xfrm xmlns:a="http://schemas.openxmlformats.org/drawingml/2006/main">
            <a:off x="792468" y="2148840"/>
            <a:ext cx="6400800" cy="1280160"/>
          </a:xfrm>
          <a:prstGeom xmlns:a="http://schemas.openxmlformats.org/drawingml/2006/main" prst="rect">
            <a:avLst/>
          </a:prstGeom>
          <a:noFill xmlns:a="http://schemas.openxmlformats.org/drawingml/2006/main"/>
        </p:spPr>
        <p:txBody>
          <a:bodyPr xmlns:a="http://schemas.openxmlformats.org/drawingml/2006/main" vert="horz" wrap="square" lIns="0" tIns="0" rIns="0" bIns="91440" anchor="b">
            <a:noAutofit/>
          </a:bodyPr>
          <a:lstStyle xmlns:a="http://schemas.openxmlformats.org/drawingml/2006/main">
            <a:lvl1pPr>
              <a:lnSpc>
                <a:spcPct val="100000"/>
              </a:lnSpc>
              <a:buNone/>
              <a:defRPr sz="4000" b="1" i="0">
                <a:latin typeface="Oracle Sans Tab"/>
                <a:ea typeface="Oracle Sans Tab"/>
                <a:cs typeface="Oracle Sans Tab"/>
              </a:defRPr>
            </a:lvl1pPr>
          </a:lstStyle>
          <a:p xmlns:a="http://schemas.openxmlformats.org/drawingml/2006/main">
            <a:pPr lvl="0">
              <a:lnSpc>
                <a:spcPct val="100000"/>
              </a:lnSpc>
              <a:buNone/>
            </a:pPr>
            <a:r>
              <a:t>Title (up to two lines) </a:t>
            </a:r>
            <a:br/>
            <a:r>
              <a:t>Oracle Sans Tab Bold</a:t>
            </a:r>
          </a:p>
        </p:txBody>
      </p:sp>
      <p:sp>
        <p:nvSpPr>
          <p:cNvPr id="7" name="Subhead">
            <a:extLst xmlns:a="http://schemas.openxmlformats.org/drawingml/2006/main">
              <a:ext uri="{FF2B5EF4-FFF2-40B4-BE49-F238E27FC236}">
                <a16:creationId xmlns:a16="http://schemas.microsoft.com/office/drawing/2014/main" id="{EFFF89DD-9D0E-59AA-468D-56F8DF0173D0}"/>
              </a:ext>
            </a:extLst>
          </p:cNvPr>
          <p:cNvSpPr>
            <a:spLocks xmlns:a="http://schemas.openxmlformats.org/drawingml/2006/main" noGrp="1"/>
          </p:cNvSpPr>
          <p:nvPr>
            <p:ph type="body" idx="33" hasCustomPrompt="1"/>
          </p:nvPr>
        </p:nvSpPr>
        <p:spPr>
          <a:xfrm xmlns:a="http://schemas.openxmlformats.org/drawingml/2006/main">
            <a:off x="792468" y="3519553"/>
            <a:ext cx="6400800" cy="341247"/>
          </a:xfrm>
          <a:prstGeom xmlns:a="http://schemas.openxmlformats.org/drawingml/2006/main" prst="rect">
            <a:avLst/>
          </a:prstGeom>
          <a:noFill xmlns:a="http://schemas.openxmlformats.org/drawingml/2006/main"/>
        </p:spPr>
        <p:txBody>
          <a:bodyPr xmlns:a="http://schemas.openxmlformats.org/drawingml/2006/main">
            <a:noAutofit/>
          </a:bodyPr>
          <a:lstStyle xmlns:a="http://schemas.openxmlformats.org/drawingml/2006/main">
            <a:lvl1pPr marL="0" marR="0" indent="0" algn="l" defTabSz="914400">
              <a:lnSpc>
                <a:spcPct val="100000"/>
              </a:lnSpc>
              <a:spcBef>
                <a:spcPts val="1000"/>
              </a:spcBef>
              <a:spcAft>
                <a:spcPts val="0"/>
              </a:spcAft>
              <a:buClrTx/>
              <a:buSzTx/>
              <a:buFont typeface="Arial"/>
              <a:buNone/>
              <a:defRPr sz="2400" b="0" i="0">
                <a:solidFill>
                  <a:schemeClr val="tx1"/>
                </a:solidFill>
                <a:latin typeface="Oracle Sans Tab"/>
                <a:ea typeface="Oracle Sans Tab"/>
                <a:cs typeface="Oracle Sans Tab"/>
              </a:defRPr>
            </a:lvl1pPr>
          </a:lstStyle>
          <a:p xmlns:a="http://schemas.openxmlformats.org/drawingml/2006/main">
            <a:pPr marL="0" marR="0" lvl="0" indent="0" algn="l" defTabSz="914400">
              <a:lnSpc>
                <a:spcPct val="90000"/>
              </a:lnSpc>
              <a:spcBef>
                <a:spcPts val="1000"/>
              </a:spcBef>
              <a:spcAft>
                <a:spcPts val="0"/>
              </a:spcAft>
              <a:buClrTx/>
              <a:buSzTx/>
              <a:buFont typeface="Arial"/>
              <a:buNone/>
            </a:pPr>
            <a:r>
              <a:t>Subhead goes here on one line.</a:t>
            </a:r>
          </a:p>
        </p:txBody>
      </p:sp>
      <p:sp>
        <p:nvSpPr>
          <p:cNvPr id="8" name="Text Field">
            <a:extLst xmlns:a="http://schemas.openxmlformats.org/drawingml/2006/main">
              <a:ext uri="{FF2B5EF4-FFF2-40B4-BE49-F238E27FC236}">
                <a16:creationId xmlns:a16="http://schemas.microsoft.com/office/drawing/2014/main" id="{72DF4953-83D4-E63F-FAE9-12C7C69CAF76}"/>
              </a:ext>
            </a:extLst>
          </p:cNvPr>
          <p:cNvSpPr>
            <a:spLocks xmlns:a="http://schemas.openxmlformats.org/drawingml/2006/main" noGrp="1"/>
          </p:cNvSpPr>
          <p:nvPr>
            <p:ph type="body" idx="35" hasCustomPrompt="1"/>
          </p:nvPr>
        </p:nvSpPr>
        <p:spPr>
          <a:xfrm xmlns:a="http://schemas.openxmlformats.org/drawingml/2006/main">
            <a:off x="792468" y="4544568"/>
            <a:ext cx="5077970" cy="266291"/>
          </a:xfrm>
          <a:prstGeom xmlns:a="http://schemas.openxmlformats.org/drawingml/2006/main" prst="rect">
            <a:avLst/>
          </a:prstGeom>
          <a:noFill xmlns:a="http://schemas.openxmlformats.org/drawingml/2006/main"/>
        </p:spPr>
        <p:txBody>
          <a:bodyPr xmlns:a="http://schemas.openxmlformats.org/drawingml/2006/main">
            <a:noAutofit/>
          </a:bodyPr>
          <a:lstStyle xmlns:a="http://schemas.openxmlformats.org/drawingml/2006/main">
            <a:lvl1pPr>
              <a:lnSpc>
                <a:spcPct val="100000"/>
              </a:lnSpc>
              <a:buNone/>
              <a:defRPr b="1" i="0">
                <a:latin typeface="Oracle Sans Tab"/>
                <a:ea typeface="Oracle Sans Tab"/>
                <a:cs typeface="Oracle Sans Tab"/>
              </a:defRPr>
            </a:lvl1pPr>
          </a:lstStyle>
          <a:p xmlns:a="http://schemas.openxmlformats.org/drawingml/2006/main">
            <a:pPr lvl="0">
              <a:buNone/>
            </a:pPr>
            <a:r>
              <a:t>Name</a:t>
            </a:r>
          </a:p>
        </p:txBody>
      </p:sp>
      <p:sp>
        <p:nvSpPr>
          <p:cNvPr id="9" name="Text Field 2">
            <a:extLst xmlns:a="http://schemas.openxmlformats.org/drawingml/2006/main">
              <a:ext uri="{FF2B5EF4-FFF2-40B4-BE49-F238E27FC236}">
                <a16:creationId xmlns:a16="http://schemas.microsoft.com/office/drawing/2014/main" id="{53939284-5D96-A771-F7CE-39D3A9ADA08C}"/>
              </a:ext>
            </a:extLst>
          </p:cNvPr>
          <p:cNvSpPr>
            <a:spLocks xmlns:a="http://schemas.openxmlformats.org/drawingml/2006/main" noGrp="1"/>
          </p:cNvSpPr>
          <p:nvPr>
            <p:ph type="body" idx="34" hasCustomPrompt="1"/>
          </p:nvPr>
        </p:nvSpPr>
        <p:spPr>
          <a:xfrm xmlns:a="http://schemas.openxmlformats.org/drawingml/2006/main">
            <a:off x="792468" y="4882896"/>
            <a:ext cx="5077970" cy="895181"/>
          </a:xfrm>
          <a:prstGeom xmlns:a="http://schemas.openxmlformats.org/drawingml/2006/main" prst="rect">
            <a:avLst/>
          </a:prstGeom>
          <a:noFill xmlns:a="http://schemas.openxmlformats.org/drawingml/2006/main"/>
        </p:spPr>
        <p:txBody>
          <a:bodyPr xmlns:a="http://schemas.openxmlformats.org/drawingml/2006/main">
            <a:noAutofit/>
          </a:bodyPr>
          <a:lstStyle xmlns:a="http://schemas.openxmlformats.org/drawingml/2006/main">
            <a:lvl1pPr>
              <a:lnSpc>
                <a:spcPct val="100000"/>
              </a:lnSpc>
              <a:buNone/>
              <a:defRPr b="0" i="0">
                <a:latin typeface="Oracle Sans Tab"/>
                <a:ea typeface="Oracle Sans Tab"/>
                <a:cs typeface="Oracle Sans Tab"/>
              </a:defRPr>
            </a:lvl1pPr>
          </a:lstStyle>
          <a:p xmlns:a="http://schemas.openxmlformats.org/drawingml/2006/main">
            <a:pPr lvl="0">
              <a:buNone/>
            </a:pPr>
            <a:r>
              <a:t>Presenter’s Title</a:t>
            </a:r>
          </a:p>
          <a:p xmlns:a="http://schemas.openxmlformats.org/drawingml/2006/main">
            <a:pPr lvl="0">
              <a:buNone/>
            </a:pPr>
            <a:r>
              <a:t>Organization, Division or Business Unit</a:t>
            </a:r>
          </a:p>
          <a:p xmlns:a="http://schemas.openxmlformats.org/drawingml/2006/main">
            <a:pPr lvl="0">
              <a:buNone/>
            </a:pPr>
            <a:r>
              <a:t>Month 00, 2023</a:t>
            </a:r>
          </a:p>
        </p:txBody>
      </p:sp>
      <p:pic>
        <p:nvPicPr>
          <p:cNvPr id="12" name="Picture 11">
            <a:extLst xmlns:a="http://schemas.openxmlformats.org/drawingml/2006/main">
              <a:ext uri="{FF2B5EF4-FFF2-40B4-BE49-F238E27FC236}">
                <a16:creationId xmlns:a16="http://schemas.microsoft.com/office/drawing/2014/main" id="{607D02D4-5332-40BA-8DD5-A93955944304}"/>
              </a:ext>
            </a:extLst>
          </p:cNvPr>
          <p:cNvPicPr>
            <a:picLocks xmlns:a="http://schemas.openxmlformats.org/drawingml/2006/main" noChangeAspect="1"/>
          </p:cNvPicPr>
          <p:nvPr/>
        </p:nvPicPr>
        <p:blipFill>
          <a:blip xmlns:r="http://schemas.openxmlformats.org/officeDocument/2006/relationships" xmlns:a="http://schemas.openxmlformats.org/drawingml/2006/main" r:embed="R2d08dcf993ce4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5" name="Slide Number Placeholder 4">
            <a:extLst xmlns:a="http://schemas.openxmlformats.org/drawingml/2006/main">
              <a:ext uri="{FF2B5EF4-FFF2-40B4-BE49-F238E27FC236}">
                <a16:creationId xmlns:a16="http://schemas.microsoft.com/office/drawing/2014/main" id="{37A2158C-16EA-51FD-AADB-5CCD72645F29}"/>
              </a:ext>
            </a:extLst>
          </p:cNvPr>
          <p:cNvSpPr>
            <a:spLocks xmlns:a="http://schemas.openxmlformats.org/drawingml/2006/main" noGrp="1"/>
          </p:cNvSpPr>
          <p:nvPr>
            <p:ph type="sldNum" idx="12"/>
          </p:nvPr>
        </p:nvSpPr>
        <p:spPr>
          <a:xfrm xmlns:a="http://schemas.openxmlformats.org/drawingml/2006/main">
            <a:off x="762000" y="6995117"/>
            <a:ext cx="365760" cy="365760"/>
          </a:xfrm>
        </p:spPr>
        <p:txBody>
          <a:bodyPr xmlns:a="http://schemas.openxmlformats.org/drawingml/2006/main"/>
          <a:lstStyle xmlns:a="http://schemas.openxmlformats.org/drawingml/2006/main">
            <a:lvl1pPr>
              <a:buNone/>
              <a:defRPr>
                <a:noFill/>
              </a:defRPr>
            </a:lvl1pPr>
          </a:lstStyle>
          <a:p xmlns:a="http://schemas.openxmlformats.org/drawingml/2006/main">
            <a:fld id="{345D60D9-5372-5F40-9443-0F9AE5BDC3C8}" type="slidenum">
              <a:t>‹#›</a:t>
            </a:fld>
            <a:endParaRPr/>
          </a:p>
        </p:txBody>
      </p:sp>
      <p:sp>
        <p:nvSpPr>
          <p:cNvPr id="3" name="Date Placeholder 2">
            <a:extLst xmlns:a="http://schemas.openxmlformats.org/drawingml/2006/main">
              <a:ext uri="{FF2B5EF4-FFF2-40B4-BE49-F238E27FC236}">
                <a16:creationId xmlns:a16="http://schemas.microsoft.com/office/drawing/2014/main" id="{DE9F17F9-481A-5855-B8F0-D871C1F817BF}"/>
              </a:ext>
            </a:extLst>
          </p:cNvPr>
          <p:cNvSpPr>
            <a:spLocks xmlns:a="http://schemas.openxmlformats.org/drawingml/2006/main" noGrp="1"/>
          </p:cNvSpPr>
          <p:nvPr>
            <p:ph type="dt" idx="10"/>
          </p:nvPr>
        </p:nvSpPr>
        <p:spPr>
          <a:xfrm xmlns:a="http://schemas.openxmlformats.org/drawingml/2006/main">
            <a:off x="6873138" y="6997061"/>
            <a:ext cx="2743200" cy="363500"/>
          </a:xfrm>
        </p:spPr>
        <p:txBody>
          <a:bodyPr xmlns:a="http://schemas.openxmlformats.org/drawingml/2006/main"/>
          <a:lstStyle xmlns:a="http://schemas.openxmlformats.org/drawingml/2006/main">
            <a:lvl1pPr>
              <a:buNone/>
              <a:defRPr>
                <a:noFill/>
              </a:defRPr>
            </a:lvl1pPr>
          </a:lstStyle>
          <a:p xmlns:a="http://schemas.openxmlformats.org/drawingml/2006/main">
            <a:r>
              <a:t>[Date]</a:t>
            </a:r>
            <a:endParaRPr/>
          </a:p>
        </p:txBody>
      </p:sp>
      <p:sp>
        <p:nvSpPr>
          <p:cNvPr id="4" name="Footer Placeholder 3">
            <a:extLst xmlns:a="http://schemas.openxmlformats.org/drawingml/2006/main">
              <a:ext uri="{FF2B5EF4-FFF2-40B4-BE49-F238E27FC236}">
                <a16:creationId xmlns:a16="http://schemas.microsoft.com/office/drawing/2014/main" id="{47EAEE68-C65E-C8C2-44CB-1ECCD753ADAB}"/>
              </a:ext>
            </a:extLst>
          </p:cNvPr>
          <p:cNvSpPr>
            <a:spLocks xmlns:a="http://schemas.openxmlformats.org/drawingml/2006/main" noGrp="1"/>
          </p:cNvSpPr>
          <p:nvPr>
            <p:ph type="ftr" idx="36"/>
          </p:nvPr>
        </p:nvSpPr>
        <p:spPr>
          <a:xfrm xmlns:a="http://schemas.openxmlformats.org/drawingml/2006/main">
            <a:off x="1127759" y="6995435"/>
            <a:ext cx="5745379" cy="365125"/>
          </a:xfrm>
        </p:spPr>
        <p:txBody>
          <a:bodyPr xmlns:a="http://schemas.openxmlformats.org/drawingml/2006/main"/>
          <a:lstStyle xmlns:a="http://schemas.openxmlformats.org/drawingml/2006/main">
            <a:lvl1pPr>
              <a:buNone/>
              <a:defRPr>
                <a:noFill/>
              </a:defRPr>
            </a:lvl1pPr>
          </a:lstStyle>
          <a:p xmlns:a="http://schemas.openxmlformats.org/drawingml/2006/main">
            <a:r>
              <a:t>Copyright © 2025, Oracle and/or its affiliates |  Confidential: Internal/Restricted/Highly Restricted</a:t>
            </a:r>
            <a:endParaRPr/>
          </a:p>
        </p:txBody>
      </p:sp>
      <p:pic>
        <p:nvPicPr>
          <p:cNvPr id="10" name="Oracle Logo">
            <a:extLst xmlns:a="http://schemas.openxmlformats.org/drawingml/2006/main">
              <a:ext uri="{FF2B5EF4-FFF2-40B4-BE49-F238E27FC236}">
                <a16:creationId xmlns:a16="http://schemas.microsoft.com/office/drawing/2014/main" id="{008A33E2-F5CD-4810-BD59-86311A17C207}"/>
              </a:ext>
            </a:extLst>
          </p:cNvPr>
          <p:cNvPicPr>
            <a:picLocks xmlns:a="http://schemas.openxmlformats.org/drawingml/2006/main" noChangeAspect="1"/>
          </p:cNvPicPr>
          <p:nvPr/>
        </p:nvPicPr>
        <p:blipFill>
          <a:blip xmlns:r="http://schemas.openxmlformats.org/officeDocument/2006/relationships" xmlns:a="http://schemas.openxmlformats.org/drawingml/2006/main" r:embed="Rb30f733b187e431e">
            <a:extLst>
              <a:ext uri="{96DAC541-7B7A-43D3-8B79-37D633B846F1}">
                <asvg:svgBlip xmlns:asvg="http://schemas.microsoft.com/office/drawing/2016/SVG/main" r:embed="Rbc7f3349b3c747af"/>
              </a:ext>
            </a:extLst>
          </a:blip>
          <a:srcRect xmlns:a="http://schemas.openxmlformats.org/drawingml/2006/main" l="0" t="0" r="0" b="0"/>
          <a:stretch xmlns:a="http://schemas.openxmlformats.org/drawingml/2006/main"/>
        </p:blipFill>
        <p:spPr>
          <a:xfrm xmlns:a="http://schemas.openxmlformats.org/drawingml/2006/main">
            <a:off x="730669" y="1132368"/>
            <a:ext cx="1524893" cy="320039"/>
          </a:xfrm>
          <a:prstGeom xmlns:a="http://schemas.openxmlformats.org/drawingml/2006/main" prst="rect">
            <a:avLst/>
          </a:prstGeom>
        </p:spPr>
      </p:pic>
      <p:pic>
        <p:nvPicPr>
          <p:cNvPr id="13" name="OTag">
            <a:extLst xmlns:a="http://schemas.openxmlformats.org/drawingml/2006/main">
              <a:ext uri="{FF2B5EF4-FFF2-40B4-BE49-F238E27FC236}">
                <a16:creationId xmlns:a16="http://schemas.microsoft.com/office/drawing/2014/main" id="{22AFE762-4C02-433C-A1BD-8501146E568D}"/>
              </a:ext>
            </a:extLst>
          </p:cNvPr>
          <p:cNvPicPr>
            <a:picLocks xmlns:a="http://schemas.openxmlformats.org/drawingml/2006/main" noChangeAspect="1"/>
          </p:cNvPicPr>
          <p:nvPr/>
        </p:nvPicPr>
        <p:blipFill>
          <a:blip xmlns:r="http://schemas.openxmlformats.org/officeDocument/2006/relationships" xmlns:a="http://schemas.openxmlformats.org/drawingml/2006/main" r:embed="R52e5540c9fc04ac7"/>
          <a:stretch xmlns:a="http://schemas.openxmlformats.org/drawingml/2006/main">
            <a:fillRect l="0" t="0" r="0" b="0"/>
          </a:stretch>
        </p:blipFill>
        <p:spPr>
          <a:xfrm xmlns:a="http://schemas.openxmlformats.org/drawingml/2006/main">
            <a:off x="11405616" y="6464808"/>
            <a:ext cx="393192" cy="393192"/>
          </a:xfrm>
          <a:prstGeom xmlns:a="http://schemas.openxmlformats.org/drawingml/2006/main" prst="rect">
            <a:avLst/>
          </a:prstGeom>
        </p:spPr>
      </p:pic>
      <p:sp>
        <p:nvSpPr>
          <p:cNvPr id="6" name="Accent mark">
            <a:extLst xmlns:a="http://schemas.openxmlformats.org/drawingml/2006/main">
              <a:ext uri="{FF2B5EF4-FFF2-40B4-BE49-F238E27FC236}">
                <a16:creationId xmlns:a16="http://schemas.microsoft.com/office/drawing/2014/main" id="{F6C8D001-5C68-50FD-8A15-9F62CD4FCCF2}"/>
              </a:ext>
            </a:extLst>
          </p:cNvPr>
          <p:cNvSpPr>
            <a:spLocks xmlns:a="http://schemas.openxmlformats.org/drawingml/2006/main" noGrp="1"/>
          </p:cNvSpPr>
          <p:nvPr/>
        </p:nvSpPr>
        <p:spPr>
          <a:xfrm xmlns:a="http://schemas.openxmlformats.org/drawingml/2006/main">
            <a:off x="793805" y="4166108"/>
            <a:ext cx="365760" cy="36576"/>
          </a:xfrm>
          <a:prstGeom xmlns:a="http://schemas.openxmlformats.org/drawingml/2006/main" prst="rect">
            <a:avLst/>
          </a:prstGeom>
          <a:solidFill xmlns:a="http://schemas.openxmlformats.org/drawingml/2006/main">
            <a:srgbClr val="C74634"/>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Tree>
  </p:cSld>
</p:sldLayout>
</file>

<file path=ppt/slideLayouts/slideLayout3.xml><?xml version="1.0" encoding="utf-8"?>
<p:sldLayout xmlns:p="http://schemas.openxmlformats.org/presentationml/2006/main" preserve="1" userDrawn="1">
  <p:cSld name="Dark - Title_2">
    <p:bg>
      <p:bgRef idx="1001">
        <a:schemeClr xmlns:a="http://schemas.openxmlformats.org/drawingml/2006/main" val="bg1"/>
      </p:bgRef>
    </p:bg>
    <p:spTree>
      <p:nvGrpSpPr>
        <p:cNvPr id="1" name=""/>
        <p:cNvGrpSpPr/>
        <p:nvPr/>
      </p:nvGrpSpPr>
      <p:grpSpPr>
        <a:xfrm xmlns:a="http://schemas.openxmlformats.org/drawingml/2006/main"/>
      </p:grpSpPr>
      <p:sp>
        <p:nvSpPr>
          <p:cNvPr id="2" name="Title">
            <a:extLst xmlns:a="http://schemas.openxmlformats.org/drawingml/2006/main">
              <a:ext uri="{FF2B5EF4-FFF2-40B4-BE49-F238E27FC236}">
                <a16:creationId xmlns:a16="http://schemas.microsoft.com/office/drawing/2014/main" id="{C92A7232-5506-CF74-ABAC-596E66DF6213}"/>
              </a:ext>
            </a:extLst>
          </p:cNvPr>
          <p:cNvSpPr>
            <a:spLocks xmlns:a="http://schemas.openxmlformats.org/drawingml/2006/main" noGrp="1"/>
          </p:cNvSpPr>
          <p:nvPr>
            <p:ph type="ctrTitle" idx="0" hasCustomPrompt="1"/>
          </p:nvPr>
        </p:nvSpPr>
        <p:spPr>
          <a:xfrm xmlns:a="http://schemas.openxmlformats.org/drawingml/2006/main">
            <a:off x="792538" y="2148840"/>
            <a:ext cx="6400800" cy="1280160"/>
          </a:xfrm>
          <a:prstGeom xmlns:a="http://schemas.openxmlformats.org/drawingml/2006/main" prst="rect">
            <a:avLst/>
          </a:prstGeom>
          <a:noFill xmlns:a="http://schemas.openxmlformats.org/drawingml/2006/main"/>
        </p:spPr>
        <p:txBody>
          <a:bodyPr xmlns:a="http://schemas.openxmlformats.org/drawingml/2006/main" vert="horz" wrap="square" lIns="0" tIns="0" rIns="0" bIns="91440" anchor="b">
            <a:noAutofit/>
          </a:bodyPr>
          <a:lstStyle xmlns:a="http://schemas.openxmlformats.org/drawingml/2006/main">
            <a:lvl1pPr>
              <a:lnSpc>
                <a:spcPct val="100000"/>
              </a:lnSpc>
              <a:buNone/>
              <a:defRPr sz="4000" b="1" i="0">
                <a:latin typeface="Oracle Sans Tab"/>
                <a:ea typeface="Oracle Sans Tab"/>
                <a:cs typeface="Oracle Sans Tab"/>
              </a:defRPr>
            </a:lvl1pPr>
          </a:lstStyle>
          <a:p xmlns:a="http://schemas.openxmlformats.org/drawingml/2006/main">
            <a:pPr lvl="0">
              <a:lnSpc>
                <a:spcPct val="100000"/>
              </a:lnSpc>
              <a:buNone/>
            </a:pPr>
            <a:r>
              <a:t>General/fusion title</a:t>
            </a:r>
            <a:br/>
            <a:r>
              <a:t>Oracle Sans Tab Bold</a:t>
            </a:r>
          </a:p>
        </p:txBody>
      </p:sp>
      <p:sp>
        <p:nvSpPr>
          <p:cNvPr id="7" name="Subhead">
            <a:extLst xmlns:a="http://schemas.openxmlformats.org/drawingml/2006/main">
              <a:ext uri="{FF2B5EF4-FFF2-40B4-BE49-F238E27FC236}">
                <a16:creationId xmlns:a16="http://schemas.microsoft.com/office/drawing/2014/main" id="{BE95545E-FF7C-FA0C-6AC2-06B9FD536E40}"/>
              </a:ext>
            </a:extLst>
          </p:cNvPr>
          <p:cNvSpPr>
            <a:spLocks xmlns:a="http://schemas.openxmlformats.org/drawingml/2006/main" noGrp="1"/>
          </p:cNvSpPr>
          <p:nvPr>
            <p:ph type="body" idx="33" hasCustomPrompt="1"/>
          </p:nvPr>
        </p:nvSpPr>
        <p:spPr>
          <a:xfrm xmlns:a="http://schemas.openxmlformats.org/drawingml/2006/main">
            <a:off x="792538" y="3519553"/>
            <a:ext cx="6400800" cy="341247"/>
          </a:xfrm>
          <a:prstGeom xmlns:a="http://schemas.openxmlformats.org/drawingml/2006/main" prst="rect">
            <a:avLst/>
          </a:prstGeom>
          <a:noFill xmlns:a="http://schemas.openxmlformats.org/drawingml/2006/main"/>
        </p:spPr>
        <p:txBody>
          <a:bodyPr xmlns:a="http://schemas.openxmlformats.org/drawingml/2006/main">
            <a:noAutofit/>
          </a:bodyPr>
          <a:lstStyle xmlns:a="http://schemas.openxmlformats.org/drawingml/2006/main">
            <a:lvl1pPr marL="0" marR="0" indent="0" algn="l" defTabSz="914400">
              <a:lnSpc>
                <a:spcPct val="100000"/>
              </a:lnSpc>
              <a:spcBef>
                <a:spcPts val="1000"/>
              </a:spcBef>
              <a:spcAft>
                <a:spcPts val="0"/>
              </a:spcAft>
              <a:buClrTx/>
              <a:buSzTx/>
              <a:buFont typeface="Arial"/>
              <a:buNone/>
              <a:defRPr sz="2400" b="0" i="0">
                <a:solidFill>
                  <a:schemeClr val="tx1"/>
                </a:solidFill>
                <a:latin typeface="Oracle Sans Tab"/>
                <a:ea typeface="Oracle Sans Tab"/>
                <a:cs typeface="Oracle Sans Tab"/>
              </a:defRPr>
            </a:lvl1pPr>
          </a:lstStyle>
          <a:p xmlns:a="http://schemas.openxmlformats.org/drawingml/2006/main">
            <a:pPr marL="0" marR="0" lvl="0" indent="0" algn="l" defTabSz="914400">
              <a:lnSpc>
                <a:spcPct val="90000"/>
              </a:lnSpc>
              <a:spcBef>
                <a:spcPts val="1000"/>
              </a:spcBef>
              <a:spcAft>
                <a:spcPts val="0"/>
              </a:spcAft>
              <a:buClrTx/>
              <a:buSzTx/>
              <a:buFont typeface="Arial"/>
              <a:buNone/>
            </a:pPr>
            <a:r>
              <a:t>Subhead goes here on one line.</a:t>
            </a:r>
          </a:p>
        </p:txBody>
      </p:sp>
      <p:sp>
        <p:nvSpPr>
          <p:cNvPr id="8" name="Text Field">
            <a:extLst xmlns:a="http://schemas.openxmlformats.org/drawingml/2006/main">
              <a:ext uri="{FF2B5EF4-FFF2-40B4-BE49-F238E27FC236}">
                <a16:creationId xmlns:a16="http://schemas.microsoft.com/office/drawing/2014/main" id="{2BE9B241-6CCA-C350-8E9C-CBFF15AC920B}"/>
              </a:ext>
            </a:extLst>
          </p:cNvPr>
          <p:cNvSpPr>
            <a:spLocks xmlns:a="http://schemas.openxmlformats.org/drawingml/2006/main" noGrp="1"/>
          </p:cNvSpPr>
          <p:nvPr>
            <p:ph type="body" idx="35" hasCustomPrompt="1"/>
          </p:nvPr>
        </p:nvSpPr>
        <p:spPr>
          <a:xfrm xmlns:a="http://schemas.openxmlformats.org/drawingml/2006/main">
            <a:off x="792538" y="4544568"/>
            <a:ext cx="5077970" cy="266291"/>
          </a:xfrm>
          <a:prstGeom xmlns:a="http://schemas.openxmlformats.org/drawingml/2006/main" prst="rect">
            <a:avLst/>
          </a:prstGeom>
          <a:noFill xmlns:a="http://schemas.openxmlformats.org/drawingml/2006/main"/>
        </p:spPr>
        <p:txBody>
          <a:bodyPr xmlns:a="http://schemas.openxmlformats.org/drawingml/2006/main">
            <a:noAutofit/>
          </a:bodyPr>
          <a:lstStyle xmlns:a="http://schemas.openxmlformats.org/drawingml/2006/main">
            <a:lvl1pPr>
              <a:lnSpc>
                <a:spcPct val="100000"/>
              </a:lnSpc>
              <a:buNone/>
              <a:defRPr b="1" i="0">
                <a:latin typeface="Oracle Sans Tab"/>
                <a:ea typeface="Oracle Sans Tab"/>
                <a:cs typeface="Oracle Sans Tab"/>
              </a:defRPr>
            </a:lvl1pPr>
          </a:lstStyle>
          <a:p xmlns:a="http://schemas.openxmlformats.org/drawingml/2006/main">
            <a:pPr lvl="0">
              <a:buNone/>
            </a:pPr>
            <a:r>
              <a:t>Name</a:t>
            </a:r>
          </a:p>
        </p:txBody>
      </p:sp>
      <p:sp>
        <p:nvSpPr>
          <p:cNvPr id="9" name="Text Field 2">
            <a:extLst xmlns:a="http://schemas.openxmlformats.org/drawingml/2006/main">
              <a:ext uri="{FF2B5EF4-FFF2-40B4-BE49-F238E27FC236}">
                <a16:creationId xmlns:a16="http://schemas.microsoft.com/office/drawing/2014/main" id="{D30678C3-79B5-61B9-5BD6-D4D2E38C4E26}"/>
              </a:ext>
            </a:extLst>
          </p:cNvPr>
          <p:cNvSpPr>
            <a:spLocks xmlns:a="http://schemas.openxmlformats.org/drawingml/2006/main" noGrp="1"/>
          </p:cNvSpPr>
          <p:nvPr>
            <p:ph type="body" idx="34" hasCustomPrompt="1"/>
          </p:nvPr>
        </p:nvSpPr>
        <p:spPr>
          <a:xfrm xmlns:a="http://schemas.openxmlformats.org/drawingml/2006/main">
            <a:off x="792538" y="4882896"/>
            <a:ext cx="5077970" cy="895181"/>
          </a:xfrm>
          <a:prstGeom xmlns:a="http://schemas.openxmlformats.org/drawingml/2006/main" prst="rect">
            <a:avLst/>
          </a:prstGeom>
          <a:noFill xmlns:a="http://schemas.openxmlformats.org/drawingml/2006/main"/>
        </p:spPr>
        <p:txBody>
          <a:bodyPr xmlns:a="http://schemas.openxmlformats.org/drawingml/2006/main">
            <a:noAutofit/>
          </a:bodyPr>
          <a:lstStyle xmlns:a="http://schemas.openxmlformats.org/drawingml/2006/main">
            <a:lvl1pPr>
              <a:lnSpc>
                <a:spcPct val="100000"/>
              </a:lnSpc>
              <a:buNone/>
              <a:defRPr b="0" i="0">
                <a:latin typeface="Oracle Sans Tab"/>
                <a:ea typeface="Oracle Sans Tab"/>
                <a:cs typeface="Oracle Sans Tab"/>
              </a:defRPr>
            </a:lvl1pPr>
          </a:lstStyle>
          <a:p xmlns:a="http://schemas.openxmlformats.org/drawingml/2006/main">
            <a:pPr lvl="0">
              <a:buNone/>
            </a:pPr>
            <a:r>
              <a:t>Presenter’s Title</a:t>
            </a:r>
          </a:p>
          <a:p xmlns:a="http://schemas.openxmlformats.org/drawingml/2006/main">
            <a:pPr lvl="0">
              <a:buNone/>
            </a:pPr>
            <a:r>
              <a:t>Organization, Division or Business Unit</a:t>
            </a:r>
          </a:p>
          <a:p xmlns:a="http://schemas.openxmlformats.org/drawingml/2006/main">
            <a:pPr lvl="0">
              <a:buNone/>
            </a:pPr>
            <a:r>
              <a:t>Month 00, 2023</a:t>
            </a:r>
          </a:p>
        </p:txBody>
      </p:sp>
      <p:pic>
        <p:nvPicPr>
          <p:cNvPr id="14" name="Picture 13">
            <a:extLst xmlns:a="http://schemas.openxmlformats.org/drawingml/2006/main">
              <a:ext uri="{FF2B5EF4-FFF2-40B4-BE49-F238E27FC236}">
                <a16:creationId xmlns:a16="http://schemas.microsoft.com/office/drawing/2014/main" id="{D47DEF41-1AC2-46AC-AFBF-E95F0EAF9885}"/>
              </a:ext>
            </a:extLst>
          </p:cNvPr>
          <p:cNvPicPr>
            <a:picLocks xmlns:a="http://schemas.openxmlformats.org/drawingml/2006/main" noChangeAspect="1"/>
          </p:cNvPicPr>
          <p:nvPr/>
        </p:nvPicPr>
        <p:blipFill>
          <a:blip xmlns:r="http://schemas.openxmlformats.org/officeDocument/2006/relationships" xmlns:a="http://schemas.openxmlformats.org/drawingml/2006/main" r:embed="Rbb41e98fae7b4b9a"/>
          <a:srcRect xmlns:a="http://schemas.openxmlformats.org/drawingml/2006/main" l="34250" t="0" r="0" b="38000"/>
          <a:stretch xmlns:a="http://schemas.openxmlformats.org/drawingml/2006/main"/>
        </p:blipFill>
        <p:spPr>
          <a:xfrm xmlns:a="http://schemas.openxmlformats.org/drawingml/2006/main">
            <a:off x="4175780" y="0"/>
            <a:ext cx="8016219" cy="4251947"/>
          </a:xfrm>
          <a:prstGeom xmlns:a="http://schemas.openxmlformats.org/drawingml/2006/main" prst="rect">
            <a:avLst/>
          </a:prstGeom>
        </p:spPr>
      </p:pic>
      <p:sp>
        <p:nvSpPr>
          <p:cNvPr id="5" name="Slide Number Placeholder 4">
            <a:extLst xmlns:a="http://schemas.openxmlformats.org/drawingml/2006/main">
              <a:ext uri="{FF2B5EF4-FFF2-40B4-BE49-F238E27FC236}">
                <a16:creationId xmlns:a16="http://schemas.microsoft.com/office/drawing/2014/main" id="{AE2FA60F-BC05-9DFE-3A03-811A5C61BAE6}"/>
              </a:ext>
            </a:extLst>
          </p:cNvPr>
          <p:cNvSpPr>
            <a:spLocks xmlns:a="http://schemas.openxmlformats.org/drawingml/2006/main" noGrp="1"/>
          </p:cNvSpPr>
          <p:nvPr>
            <p:ph type="sldNum" idx="12"/>
          </p:nvPr>
        </p:nvSpPr>
        <p:spPr>
          <a:xfrm xmlns:a="http://schemas.openxmlformats.org/drawingml/2006/main">
            <a:off x="762000" y="6995117"/>
            <a:ext cx="365760" cy="365760"/>
          </a:xfrm>
        </p:spPr>
        <p:txBody>
          <a:bodyPr xmlns:a="http://schemas.openxmlformats.org/drawingml/2006/main"/>
          <a:lstStyle xmlns:a="http://schemas.openxmlformats.org/drawingml/2006/main">
            <a:lvl1pPr>
              <a:buNone/>
              <a:defRPr>
                <a:noFill/>
              </a:defRPr>
            </a:lvl1pPr>
          </a:lstStyle>
          <a:p xmlns:a="http://schemas.openxmlformats.org/drawingml/2006/main">
            <a:fld id="{345D60D9-5372-5F40-9443-0F9AE5BDC3C8}" type="slidenum">
              <a:t>‹#›</a:t>
            </a:fld>
            <a:endParaRPr/>
          </a:p>
        </p:txBody>
      </p:sp>
      <p:sp>
        <p:nvSpPr>
          <p:cNvPr id="4" name="Footer Placeholder 3">
            <a:extLst xmlns:a="http://schemas.openxmlformats.org/drawingml/2006/main">
              <a:ext uri="{FF2B5EF4-FFF2-40B4-BE49-F238E27FC236}">
                <a16:creationId xmlns:a16="http://schemas.microsoft.com/office/drawing/2014/main" id="{3204F087-6972-AA39-00DB-C10EDEB80749}"/>
              </a:ext>
            </a:extLst>
          </p:cNvPr>
          <p:cNvSpPr>
            <a:spLocks xmlns:a="http://schemas.openxmlformats.org/drawingml/2006/main" noGrp="1"/>
          </p:cNvSpPr>
          <p:nvPr>
            <p:ph type="ftr" idx="36"/>
          </p:nvPr>
        </p:nvSpPr>
        <p:spPr>
          <a:xfrm xmlns:a="http://schemas.openxmlformats.org/drawingml/2006/main">
            <a:off x="1127759" y="6995435"/>
            <a:ext cx="5745379" cy="365125"/>
          </a:xfrm>
        </p:spPr>
        <p:txBody>
          <a:bodyPr xmlns:a="http://schemas.openxmlformats.org/drawingml/2006/main"/>
          <a:lstStyle xmlns:a="http://schemas.openxmlformats.org/drawingml/2006/main">
            <a:lvl1pPr>
              <a:buNone/>
              <a:defRPr>
                <a:noFill/>
              </a:defRPr>
            </a:lvl1pPr>
          </a:lstStyle>
          <a:p xmlns:a="http://schemas.openxmlformats.org/drawingml/2006/main">
            <a:r>
              <a:t>Copyright © 2025, Oracle and/or its affiliates |  Confidential: Internal/Restricted/Highly Restricted</a:t>
            </a:r>
            <a:endParaRPr/>
          </a:p>
        </p:txBody>
      </p:sp>
      <p:sp>
        <p:nvSpPr>
          <p:cNvPr id="3" name="Date Placeholder 2">
            <a:extLst xmlns:a="http://schemas.openxmlformats.org/drawingml/2006/main">
              <a:ext uri="{FF2B5EF4-FFF2-40B4-BE49-F238E27FC236}">
                <a16:creationId xmlns:a16="http://schemas.microsoft.com/office/drawing/2014/main" id="{6891A512-3F6B-08FA-3574-4BF50D31E5E8}"/>
              </a:ext>
            </a:extLst>
          </p:cNvPr>
          <p:cNvSpPr>
            <a:spLocks xmlns:a="http://schemas.openxmlformats.org/drawingml/2006/main" noGrp="1"/>
          </p:cNvSpPr>
          <p:nvPr>
            <p:ph type="dt" idx="10"/>
          </p:nvPr>
        </p:nvSpPr>
        <p:spPr>
          <a:xfrm xmlns:a="http://schemas.openxmlformats.org/drawingml/2006/main">
            <a:off x="6873138" y="6997061"/>
            <a:ext cx="2743200" cy="363500"/>
          </a:xfrm>
        </p:spPr>
        <p:txBody>
          <a:bodyPr xmlns:a="http://schemas.openxmlformats.org/drawingml/2006/main"/>
          <a:lstStyle xmlns:a="http://schemas.openxmlformats.org/drawingml/2006/main">
            <a:lvl1pPr>
              <a:buNone/>
              <a:defRPr>
                <a:noFill/>
              </a:defRPr>
            </a:lvl1pPr>
          </a:lstStyle>
          <a:p xmlns:a="http://schemas.openxmlformats.org/drawingml/2006/main">
            <a:r>
              <a:t>[Date]</a:t>
            </a:r>
            <a:endParaRPr/>
          </a:p>
        </p:txBody>
      </p:sp>
      <p:pic>
        <p:nvPicPr>
          <p:cNvPr id="10" name="Oracle Logo">
            <a:extLst xmlns:a="http://schemas.openxmlformats.org/drawingml/2006/main">
              <a:ext uri="{FF2B5EF4-FFF2-40B4-BE49-F238E27FC236}">
                <a16:creationId xmlns:a16="http://schemas.microsoft.com/office/drawing/2014/main" id="{85C8D04A-BE10-4B9B-B400-F476A37A059B}"/>
              </a:ext>
            </a:extLst>
          </p:cNvPr>
          <p:cNvPicPr>
            <a:picLocks xmlns:a="http://schemas.openxmlformats.org/drawingml/2006/main" noChangeAspect="1"/>
          </p:cNvPicPr>
          <p:nvPr/>
        </p:nvPicPr>
        <p:blipFill>
          <a:blip xmlns:r="http://schemas.openxmlformats.org/officeDocument/2006/relationships" xmlns:a="http://schemas.openxmlformats.org/drawingml/2006/main" r:embed="R4bd604d8929a4e2e">
            <a:extLst>
              <a:ext uri="{96DAC541-7B7A-43D3-8B79-37D633B846F1}">
                <asvg:svgBlip xmlns:asvg="http://schemas.microsoft.com/office/drawing/2016/SVG/main" r:embed="Re8276b37335f4efa"/>
              </a:ext>
            </a:extLst>
          </a:blip>
          <a:srcRect xmlns:a="http://schemas.openxmlformats.org/drawingml/2006/main" l="0" t="0" r="0" b="0"/>
          <a:stretch xmlns:a="http://schemas.openxmlformats.org/drawingml/2006/main"/>
        </p:blipFill>
        <p:spPr>
          <a:xfrm xmlns:a="http://schemas.openxmlformats.org/drawingml/2006/main">
            <a:off x="730669" y="1132368"/>
            <a:ext cx="1524893" cy="320039"/>
          </a:xfrm>
          <a:prstGeom xmlns:a="http://schemas.openxmlformats.org/drawingml/2006/main" prst="rect">
            <a:avLst/>
          </a:prstGeom>
        </p:spPr>
      </p:pic>
      <p:sp>
        <p:nvSpPr>
          <p:cNvPr id="6" name="Accent mark">
            <a:extLst xmlns:a="http://schemas.openxmlformats.org/drawingml/2006/main">
              <a:ext uri="{FF2B5EF4-FFF2-40B4-BE49-F238E27FC236}">
                <a16:creationId xmlns:a16="http://schemas.microsoft.com/office/drawing/2014/main" id="{5F9B697F-5404-108B-4B52-A27DAB8F742D}"/>
              </a:ext>
            </a:extLst>
          </p:cNvPr>
          <p:cNvSpPr>
            <a:spLocks xmlns:a="http://schemas.openxmlformats.org/drawingml/2006/main" noGrp="1"/>
          </p:cNvSpPr>
          <p:nvPr/>
        </p:nvSpPr>
        <p:spPr>
          <a:xfrm xmlns:a="http://schemas.openxmlformats.org/drawingml/2006/main">
            <a:off x="793805" y="4166108"/>
            <a:ext cx="365760" cy="36576"/>
          </a:xfrm>
          <a:prstGeom xmlns:a="http://schemas.openxmlformats.org/drawingml/2006/main" prst="rect">
            <a:avLst/>
          </a:prstGeom>
          <a:solidFill xmlns:a="http://schemas.openxmlformats.org/drawingml/2006/main">
            <a:srgbClr val="F0CC71"/>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Tree>
  </p:cSld>
</p:sldLayout>
</file>

<file path=ppt/slideLayouts/slideLayout4.xml><?xml version="1.0" encoding="utf-8"?>
<p:sldLayout xmlns:p="http://schemas.openxmlformats.org/presentationml/2006/main" preserve="1" userDrawn="1">
  <p:cSld name="Light - Title_2">
    <p:bg>
      <p:bgRef idx="1001">
        <a:schemeClr xmlns:a="http://schemas.openxmlformats.org/drawingml/2006/main" val="bg2"/>
      </p:bgRef>
    </p:bg>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796204AF-CFD8-7CED-4E39-54AF670244A8}"/>
              </a:ext>
            </a:extLst>
          </p:cNvPr>
          <p:cNvSpPr>
            <a:spLocks xmlns:a="http://schemas.openxmlformats.org/drawingml/2006/main" noGrp="1"/>
          </p:cNvSpPr>
          <p:nvPr>
            <p:ph type="ctrTitle" idx="0" hasCustomPrompt="1"/>
          </p:nvPr>
        </p:nvSpPr>
        <p:spPr>
          <a:xfrm xmlns:a="http://schemas.openxmlformats.org/drawingml/2006/main">
            <a:off x="792538" y="2148840"/>
            <a:ext cx="6400800" cy="1280160"/>
          </a:xfrm>
          <a:prstGeom xmlns:a="http://schemas.openxmlformats.org/drawingml/2006/main" prst="rect">
            <a:avLst/>
          </a:prstGeom>
          <a:noFill xmlns:a="http://schemas.openxmlformats.org/drawingml/2006/main"/>
        </p:spPr>
        <p:txBody>
          <a:bodyPr xmlns:a="http://schemas.openxmlformats.org/drawingml/2006/main" vert="horz" wrap="square" lIns="0" tIns="0" rIns="0" bIns="91440" anchor="b">
            <a:noAutofit/>
          </a:bodyPr>
          <a:lstStyle xmlns:a="http://schemas.openxmlformats.org/drawingml/2006/main">
            <a:lvl1pPr>
              <a:lnSpc>
                <a:spcPct val="100000"/>
              </a:lnSpc>
              <a:buNone/>
              <a:defRPr sz="4000" b="1" i="0">
                <a:latin typeface="Oracle Sans Tab"/>
                <a:ea typeface="Oracle Sans Tab"/>
                <a:cs typeface="Oracle Sans Tab"/>
              </a:defRPr>
            </a:lvl1pPr>
          </a:lstStyle>
          <a:p xmlns:a="http://schemas.openxmlformats.org/drawingml/2006/main">
            <a:pPr lvl="0">
              <a:lnSpc>
                <a:spcPct val="100000"/>
              </a:lnSpc>
              <a:buNone/>
            </a:pPr>
            <a:r>
              <a:t>General/fusion title</a:t>
            </a:r>
            <a:br/>
            <a:r>
              <a:t>Oracle Sans Tab Bold</a:t>
            </a:r>
          </a:p>
        </p:txBody>
      </p:sp>
      <p:sp>
        <p:nvSpPr>
          <p:cNvPr id="7" name="Subhead">
            <a:extLst xmlns:a="http://schemas.openxmlformats.org/drawingml/2006/main">
              <a:ext uri="{FF2B5EF4-FFF2-40B4-BE49-F238E27FC236}">
                <a16:creationId xmlns:a16="http://schemas.microsoft.com/office/drawing/2014/main" id="{FC046655-F632-39CF-A827-AEF7BEDCA8A4}"/>
              </a:ext>
            </a:extLst>
          </p:cNvPr>
          <p:cNvSpPr>
            <a:spLocks xmlns:a="http://schemas.openxmlformats.org/drawingml/2006/main" noGrp="1"/>
          </p:cNvSpPr>
          <p:nvPr>
            <p:ph type="body" idx="33" hasCustomPrompt="1"/>
          </p:nvPr>
        </p:nvSpPr>
        <p:spPr>
          <a:xfrm xmlns:a="http://schemas.openxmlformats.org/drawingml/2006/main">
            <a:off x="792538" y="3519553"/>
            <a:ext cx="6400800" cy="341247"/>
          </a:xfrm>
          <a:prstGeom xmlns:a="http://schemas.openxmlformats.org/drawingml/2006/main" prst="rect">
            <a:avLst/>
          </a:prstGeom>
          <a:noFill xmlns:a="http://schemas.openxmlformats.org/drawingml/2006/main"/>
        </p:spPr>
        <p:txBody>
          <a:bodyPr xmlns:a="http://schemas.openxmlformats.org/drawingml/2006/main">
            <a:noAutofit/>
          </a:bodyPr>
          <a:lstStyle xmlns:a="http://schemas.openxmlformats.org/drawingml/2006/main">
            <a:lvl1pPr marL="0" marR="0" indent="0" algn="l" defTabSz="914400">
              <a:lnSpc>
                <a:spcPct val="100000"/>
              </a:lnSpc>
              <a:spcBef>
                <a:spcPts val="1000"/>
              </a:spcBef>
              <a:spcAft>
                <a:spcPts val="0"/>
              </a:spcAft>
              <a:buClrTx/>
              <a:buSzTx/>
              <a:buFont typeface="Arial"/>
              <a:buNone/>
              <a:defRPr sz="2400" b="0" i="0">
                <a:solidFill>
                  <a:schemeClr val="tx1"/>
                </a:solidFill>
                <a:latin typeface="Oracle Sans Tab"/>
                <a:ea typeface="Oracle Sans Tab"/>
                <a:cs typeface="Oracle Sans Tab"/>
              </a:defRPr>
            </a:lvl1pPr>
          </a:lstStyle>
          <a:p xmlns:a="http://schemas.openxmlformats.org/drawingml/2006/main">
            <a:pPr marL="0" marR="0" lvl="0" indent="0" algn="l" defTabSz="914400">
              <a:lnSpc>
                <a:spcPct val="90000"/>
              </a:lnSpc>
              <a:spcBef>
                <a:spcPts val="1000"/>
              </a:spcBef>
              <a:spcAft>
                <a:spcPts val="0"/>
              </a:spcAft>
              <a:buClrTx/>
              <a:buSzTx/>
              <a:buFont typeface="Arial"/>
              <a:buNone/>
            </a:pPr>
            <a:r>
              <a:t>Subhead goes here on one line.</a:t>
            </a:r>
          </a:p>
        </p:txBody>
      </p:sp>
      <p:sp>
        <p:nvSpPr>
          <p:cNvPr id="8" name="Text Field">
            <a:extLst xmlns:a="http://schemas.openxmlformats.org/drawingml/2006/main">
              <a:ext uri="{FF2B5EF4-FFF2-40B4-BE49-F238E27FC236}">
                <a16:creationId xmlns:a16="http://schemas.microsoft.com/office/drawing/2014/main" id="{396B045C-5351-70B5-4F7C-3804C75BD4B2}"/>
              </a:ext>
            </a:extLst>
          </p:cNvPr>
          <p:cNvSpPr>
            <a:spLocks xmlns:a="http://schemas.openxmlformats.org/drawingml/2006/main" noGrp="1"/>
          </p:cNvSpPr>
          <p:nvPr>
            <p:ph type="body" idx="35" hasCustomPrompt="1"/>
          </p:nvPr>
        </p:nvSpPr>
        <p:spPr>
          <a:xfrm xmlns:a="http://schemas.openxmlformats.org/drawingml/2006/main">
            <a:off x="792538" y="4544568"/>
            <a:ext cx="5077970" cy="266291"/>
          </a:xfrm>
          <a:prstGeom xmlns:a="http://schemas.openxmlformats.org/drawingml/2006/main" prst="rect">
            <a:avLst/>
          </a:prstGeom>
          <a:noFill xmlns:a="http://schemas.openxmlformats.org/drawingml/2006/main"/>
        </p:spPr>
        <p:txBody>
          <a:bodyPr xmlns:a="http://schemas.openxmlformats.org/drawingml/2006/main">
            <a:noAutofit/>
          </a:bodyPr>
          <a:lstStyle xmlns:a="http://schemas.openxmlformats.org/drawingml/2006/main">
            <a:lvl1pPr>
              <a:lnSpc>
                <a:spcPct val="100000"/>
              </a:lnSpc>
              <a:buNone/>
              <a:defRPr b="1" i="0">
                <a:latin typeface="Oracle Sans Tab"/>
                <a:ea typeface="Oracle Sans Tab"/>
                <a:cs typeface="Oracle Sans Tab"/>
              </a:defRPr>
            </a:lvl1pPr>
          </a:lstStyle>
          <a:p xmlns:a="http://schemas.openxmlformats.org/drawingml/2006/main">
            <a:pPr lvl="0">
              <a:buNone/>
            </a:pPr>
            <a:r>
              <a:t>Name</a:t>
            </a:r>
          </a:p>
        </p:txBody>
      </p:sp>
      <p:sp>
        <p:nvSpPr>
          <p:cNvPr id="9" name="Text Field 2">
            <a:extLst xmlns:a="http://schemas.openxmlformats.org/drawingml/2006/main">
              <a:ext uri="{FF2B5EF4-FFF2-40B4-BE49-F238E27FC236}">
                <a16:creationId xmlns:a16="http://schemas.microsoft.com/office/drawing/2014/main" id="{997BC39A-E5C4-5AD8-8642-A190BFB4DF55}"/>
              </a:ext>
            </a:extLst>
          </p:cNvPr>
          <p:cNvSpPr>
            <a:spLocks xmlns:a="http://schemas.openxmlformats.org/drawingml/2006/main" noGrp="1"/>
          </p:cNvSpPr>
          <p:nvPr>
            <p:ph type="body" idx="34" hasCustomPrompt="1"/>
          </p:nvPr>
        </p:nvSpPr>
        <p:spPr>
          <a:xfrm xmlns:a="http://schemas.openxmlformats.org/drawingml/2006/main">
            <a:off x="792538" y="4882896"/>
            <a:ext cx="5077970" cy="895181"/>
          </a:xfrm>
          <a:prstGeom xmlns:a="http://schemas.openxmlformats.org/drawingml/2006/main" prst="rect">
            <a:avLst/>
          </a:prstGeom>
          <a:noFill xmlns:a="http://schemas.openxmlformats.org/drawingml/2006/main"/>
        </p:spPr>
        <p:txBody>
          <a:bodyPr xmlns:a="http://schemas.openxmlformats.org/drawingml/2006/main">
            <a:noAutofit/>
          </a:bodyPr>
          <a:lstStyle xmlns:a="http://schemas.openxmlformats.org/drawingml/2006/main">
            <a:lvl1pPr>
              <a:lnSpc>
                <a:spcPct val="100000"/>
              </a:lnSpc>
              <a:buNone/>
              <a:defRPr b="0" i="0">
                <a:latin typeface="Oracle Sans Tab"/>
                <a:ea typeface="Oracle Sans Tab"/>
                <a:cs typeface="Oracle Sans Tab"/>
              </a:defRPr>
            </a:lvl1pPr>
          </a:lstStyle>
          <a:p xmlns:a="http://schemas.openxmlformats.org/drawingml/2006/main">
            <a:pPr lvl="0">
              <a:buNone/>
            </a:pPr>
            <a:r>
              <a:t>Presenter’s Title</a:t>
            </a:r>
          </a:p>
          <a:p xmlns:a="http://schemas.openxmlformats.org/drawingml/2006/main">
            <a:pPr lvl="0">
              <a:buNone/>
            </a:pPr>
            <a:r>
              <a:t>Organization, Division or Business Unit</a:t>
            </a:r>
          </a:p>
          <a:p xmlns:a="http://schemas.openxmlformats.org/drawingml/2006/main">
            <a:pPr lvl="0">
              <a:buNone/>
            </a:pPr>
            <a:r>
              <a:t>Month 00, 2023</a:t>
            </a:r>
          </a:p>
        </p:txBody>
      </p:sp>
      <p:pic>
        <p:nvPicPr>
          <p:cNvPr id="12" name="Picture 11">
            <a:extLst xmlns:a="http://schemas.openxmlformats.org/drawingml/2006/main">
              <a:ext uri="{FF2B5EF4-FFF2-40B4-BE49-F238E27FC236}">
                <a16:creationId xmlns:a16="http://schemas.microsoft.com/office/drawing/2014/main" id="{21290CAD-ECFD-4DB1-9D06-AE3FEFD3AA79}"/>
              </a:ext>
            </a:extLst>
          </p:cNvPr>
          <p:cNvPicPr>
            <a:picLocks xmlns:a="http://schemas.openxmlformats.org/drawingml/2006/main" noChangeAspect="1"/>
          </p:cNvPicPr>
          <p:nvPr/>
        </p:nvPicPr>
        <p:blipFill>
          <a:blip xmlns:r="http://schemas.openxmlformats.org/officeDocument/2006/relationships" xmlns:a="http://schemas.openxmlformats.org/drawingml/2006/main" r:embed="R0cd66085359b4693"/>
          <a:srcRect xmlns:a="http://schemas.openxmlformats.org/drawingml/2006/main" l="32750" t="0" r="0" b="38000"/>
          <a:stretch xmlns:a="http://schemas.openxmlformats.org/drawingml/2006/main"/>
        </p:blipFill>
        <p:spPr>
          <a:xfrm xmlns:a="http://schemas.openxmlformats.org/drawingml/2006/main">
            <a:off x="3992902" y="0"/>
            <a:ext cx="8199097" cy="4251948"/>
          </a:xfrm>
          <a:prstGeom xmlns:a="http://schemas.openxmlformats.org/drawingml/2006/main" prst="rect">
            <a:avLst/>
          </a:prstGeom>
        </p:spPr>
      </p:pic>
      <p:sp>
        <p:nvSpPr>
          <p:cNvPr id="5" name="Slide Number Placeholder 4">
            <a:extLst xmlns:a="http://schemas.openxmlformats.org/drawingml/2006/main">
              <a:ext uri="{FF2B5EF4-FFF2-40B4-BE49-F238E27FC236}">
                <a16:creationId xmlns:a16="http://schemas.microsoft.com/office/drawing/2014/main" id="{08620179-92E2-B33C-7BF7-7DD2B9A69999}"/>
              </a:ext>
            </a:extLst>
          </p:cNvPr>
          <p:cNvSpPr>
            <a:spLocks xmlns:a="http://schemas.openxmlformats.org/drawingml/2006/main" noGrp="1"/>
          </p:cNvSpPr>
          <p:nvPr>
            <p:ph type="sldNum" idx="12"/>
          </p:nvPr>
        </p:nvSpPr>
        <p:spPr>
          <a:xfrm xmlns:a="http://schemas.openxmlformats.org/drawingml/2006/main">
            <a:off x="762000" y="6995117"/>
            <a:ext cx="365760" cy="365760"/>
          </a:xfrm>
        </p:spPr>
        <p:txBody>
          <a:bodyPr xmlns:a="http://schemas.openxmlformats.org/drawingml/2006/main"/>
          <a:lstStyle xmlns:a="http://schemas.openxmlformats.org/drawingml/2006/main">
            <a:lvl1pPr>
              <a:buNone/>
              <a:defRPr>
                <a:noFill/>
              </a:defRPr>
            </a:lvl1pPr>
          </a:lstStyle>
          <a:p xmlns:a="http://schemas.openxmlformats.org/drawingml/2006/main">
            <a:fld id="{345D60D9-5372-5F40-9443-0F9AE5BDC3C8}" type="slidenum">
              <a:t>‹#›</a:t>
            </a:fld>
            <a:endParaRPr/>
          </a:p>
        </p:txBody>
      </p:sp>
      <p:sp>
        <p:nvSpPr>
          <p:cNvPr id="3" name="Footer Placeholder 3">
            <a:extLst xmlns:a="http://schemas.openxmlformats.org/drawingml/2006/main">
              <a:ext uri="{FF2B5EF4-FFF2-40B4-BE49-F238E27FC236}">
                <a16:creationId xmlns:a16="http://schemas.microsoft.com/office/drawing/2014/main" id="{0234D53E-E775-84ED-87D4-03A6155462F2}"/>
              </a:ext>
            </a:extLst>
          </p:cNvPr>
          <p:cNvSpPr>
            <a:spLocks xmlns:a="http://schemas.openxmlformats.org/drawingml/2006/main" noGrp="1"/>
          </p:cNvSpPr>
          <p:nvPr>
            <p:ph type="ftr" idx="36"/>
          </p:nvPr>
        </p:nvSpPr>
        <p:spPr>
          <a:xfrm xmlns:a="http://schemas.openxmlformats.org/drawingml/2006/main">
            <a:off x="1127759" y="6995435"/>
            <a:ext cx="5745379" cy="365125"/>
          </a:xfrm>
        </p:spPr>
        <p:txBody>
          <a:bodyPr xmlns:a="http://schemas.openxmlformats.org/drawingml/2006/main"/>
          <a:lstStyle xmlns:a="http://schemas.openxmlformats.org/drawingml/2006/main">
            <a:lvl1pPr>
              <a:buNone/>
              <a:defRPr>
                <a:noFill/>
              </a:defRPr>
            </a:lvl1pPr>
          </a:lstStyle>
          <a:p xmlns:a="http://schemas.openxmlformats.org/drawingml/2006/main">
            <a:r>
              <a:t>Copyright © 2025, Oracle and/or its affiliates |  Confidential: Internal/Restricted/Highly Restricted</a:t>
            </a:r>
            <a:endParaRPr/>
          </a:p>
        </p:txBody>
      </p:sp>
      <p:sp>
        <p:nvSpPr>
          <p:cNvPr id="2" name="Date Placeholder 2">
            <a:extLst xmlns:a="http://schemas.openxmlformats.org/drawingml/2006/main">
              <a:ext uri="{FF2B5EF4-FFF2-40B4-BE49-F238E27FC236}">
                <a16:creationId xmlns:a16="http://schemas.microsoft.com/office/drawing/2014/main" id="{7B203E0B-C243-2092-E571-D8301E6712EB}"/>
              </a:ext>
            </a:extLst>
          </p:cNvPr>
          <p:cNvSpPr>
            <a:spLocks xmlns:a="http://schemas.openxmlformats.org/drawingml/2006/main" noGrp="1"/>
          </p:cNvSpPr>
          <p:nvPr>
            <p:ph type="dt" idx="10"/>
          </p:nvPr>
        </p:nvSpPr>
        <p:spPr>
          <a:xfrm xmlns:a="http://schemas.openxmlformats.org/drawingml/2006/main">
            <a:off x="6873138" y="6997061"/>
            <a:ext cx="2743200" cy="363500"/>
          </a:xfrm>
        </p:spPr>
        <p:txBody>
          <a:bodyPr xmlns:a="http://schemas.openxmlformats.org/drawingml/2006/main"/>
          <a:lstStyle xmlns:a="http://schemas.openxmlformats.org/drawingml/2006/main">
            <a:lvl1pPr>
              <a:buNone/>
              <a:defRPr>
                <a:noFill/>
              </a:defRPr>
            </a:lvl1pPr>
          </a:lstStyle>
          <a:p xmlns:a="http://schemas.openxmlformats.org/drawingml/2006/main">
            <a:r>
              <a:t>[Date]</a:t>
            </a:r>
            <a:endParaRPr/>
          </a:p>
        </p:txBody>
      </p:sp>
      <p:pic>
        <p:nvPicPr>
          <p:cNvPr id="10" name="Oracle Logo">
            <a:extLst xmlns:a="http://schemas.openxmlformats.org/drawingml/2006/main">
              <a:ext uri="{FF2B5EF4-FFF2-40B4-BE49-F238E27FC236}">
                <a16:creationId xmlns:a16="http://schemas.microsoft.com/office/drawing/2014/main" id="{8B8EB78C-1A9E-4989-9140-CC4045607961}"/>
              </a:ext>
            </a:extLst>
          </p:cNvPr>
          <p:cNvPicPr>
            <a:picLocks xmlns:a="http://schemas.openxmlformats.org/drawingml/2006/main" noChangeAspect="1"/>
          </p:cNvPicPr>
          <p:nvPr/>
        </p:nvPicPr>
        <p:blipFill>
          <a:blip xmlns:r="http://schemas.openxmlformats.org/officeDocument/2006/relationships" xmlns:a="http://schemas.openxmlformats.org/drawingml/2006/main" r:embed="Ree31d33e485b464a">
            <a:extLst>
              <a:ext uri="{96DAC541-7B7A-43D3-8B79-37D633B846F1}">
                <asvg:svgBlip xmlns:asvg="http://schemas.microsoft.com/office/drawing/2016/SVG/main" r:embed="Rc02b5b6d79eb49a5"/>
              </a:ext>
            </a:extLst>
          </a:blip>
          <a:srcRect xmlns:a="http://schemas.openxmlformats.org/drawingml/2006/main" l="0" t="0" r="0" b="0"/>
          <a:stretch xmlns:a="http://schemas.openxmlformats.org/drawingml/2006/main"/>
        </p:blipFill>
        <p:spPr>
          <a:xfrm xmlns:a="http://schemas.openxmlformats.org/drawingml/2006/main">
            <a:off x="730669" y="1132368"/>
            <a:ext cx="1524893" cy="320039"/>
          </a:xfrm>
          <a:prstGeom xmlns:a="http://schemas.openxmlformats.org/drawingml/2006/main" prst="rect">
            <a:avLst/>
          </a:prstGeom>
        </p:spPr>
      </p:pic>
      <p:sp>
        <p:nvSpPr>
          <p:cNvPr id="6" name="Accent mark">
            <a:extLst xmlns:a="http://schemas.openxmlformats.org/drawingml/2006/main">
              <a:ext uri="{FF2B5EF4-FFF2-40B4-BE49-F238E27FC236}">
                <a16:creationId xmlns:a16="http://schemas.microsoft.com/office/drawing/2014/main" id="{F3B22FDD-1B93-0A37-25CC-77AE4A31F45E}"/>
              </a:ext>
            </a:extLst>
          </p:cNvPr>
          <p:cNvSpPr>
            <a:spLocks xmlns:a="http://schemas.openxmlformats.org/drawingml/2006/main" noGrp="1"/>
          </p:cNvSpPr>
          <p:nvPr/>
        </p:nvSpPr>
        <p:spPr>
          <a:xfrm xmlns:a="http://schemas.openxmlformats.org/drawingml/2006/main">
            <a:off x="793805" y="4166108"/>
            <a:ext cx="365760" cy="36576"/>
          </a:xfrm>
          <a:prstGeom xmlns:a="http://schemas.openxmlformats.org/drawingml/2006/main" prst="rect">
            <a:avLst/>
          </a:prstGeom>
          <a:solidFill xmlns:a="http://schemas.openxmlformats.org/drawingml/2006/main">
            <a:srgbClr val="C74634"/>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Tree>
  </p:cSld>
</p:sldLayout>
</file>

<file path=ppt/slideLayouts/slideLayout5.xml><?xml version="1.0" encoding="utf-8"?>
<p:sldLayout xmlns:p="http://schemas.openxmlformats.org/presentationml/2006/main" preserve="1" userDrawn="1">
  <p:cSld name="Title-full-image">
    <p:bg>
      <p:bgRef idx="1001">
        <a:schemeClr xmlns:a="http://schemas.openxmlformats.org/drawingml/2006/main" val="bg2"/>
      </p:bgRef>
    </p:bg>
    <p:spTree>
      <p:nvGrpSpPr>
        <p:cNvPr id="1" name=""/>
        <p:cNvGrpSpPr/>
        <p:nvPr/>
      </p:nvGrpSpPr>
      <p:grpSpPr>
        <a:xfrm xmlns:a="http://schemas.openxmlformats.org/drawingml/2006/main"/>
      </p:grpSpPr>
      <p:sp>
        <p:nvSpPr>
          <p:cNvPr id="11" name="Gradient overlay">
            <a:extLst xmlns:a="http://schemas.openxmlformats.org/drawingml/2006/main">
              <a:ext uri="{FF2B5EF4-FFF2-40B4-BE49-F238E27FC236}">
                <a16:creationId xmlns:a16="http://schemas.microsoft.com/office/drawing/2014/main" id="{E873D90A-E4A3-F78A-F391-D1DB29911070}"/>
              </a:ext>
            </a:extLst>
          </p:cNvPr>
          <p:cNvSpPr>
            <a:spLocks xmlns:a="http://schemas.openxmlformats.org/drawingml/2006/main" noGrp="1"/>
          </p:cNvSpPr>
          <p:nvPr/>
        </p:nvSpPr>
        <p:spPr>
          <a:xfrm xmlns:a="http://schemas.openxmlformats.org/drawingml/2006/main">
            <a:off x="0" y="0"/>
            <a:ext cx="7467585" cy="6858000"/>
          </a:xfrm>
          <a:prstGeom xmlns:a="http://schemas.openxmlformats.org/drawingml/2006/main" prst="rect">
            <a:avLst/>
          </a:prstGeom>
          <a:gradFill xmlns:a="http://schemas.openxmlformats.org/drawingml/2006/main">
            <a:gsLst>
              <a:gs pos="69000">
                <a:srgbClr val="2A2F2F">
                  <a:alpha val="70000"/>
                </a:srgbClr>
              </a:gs>
              <a:gs pos="0">
                <a:schemeClr val="bg1"/>
              </a:gs>
              <a:gs pos="100000">
                <a:schemeClr val="bg2">
                  <a:alpha val="0"/>
                </a:schemeClr>
              </a:gs>
            </a:gsLst>
            <a:lin ang="0" scaled="0"/>
          </a:gra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4" name="Title">
            <a:extLst xmlns:a="http://schemas.openxmlformats.org/drawingml/2006/main">
              <a:ext uri="{FF2B5EF4-FFF2-40B4-BE49-F238E27FC236}">
                <a16:creationId xmlns:a16="http://schemas.microsoft.com/office/drawing/2014/main" id="{5E1C8E87-14CA-EB0A-B967-57776EF53426}"/>
              </a:ext>
            </a:extLst>
          </p:cNvPr>
          <p:cNvSpPr>
            <a:spLocks xmlns:a="http://schemas.openxmlformats.org/drawingml/2006/main" noGrp="1"/>
          </p:cNvSpPr>
          <p:nvPr>
            <p:ph type="ctrTitle" idx="0" hasCustomPrompt="1"/>
          </p:nvPr>
        </p:nvSpPr>
        <p:spPr>
          <a:xfrm xmlns:a="http://schemas.openxmlformats.org/drawingml/2006/main">
            <a:off x="792538" y="2148840"/>
            <a:ext cx="6583608" cy="1280160"/>
          </a:xfrm>
          <a:prstGeom xmlns:a="http://schemas.openxmlformats.org/drawingml/2006/main" prst="rect">
            <a:avLst/>
          </a:prstGeom>
          <a:noFill xmlns:a="http://schemas.openxmlformats.org/drawingml/2006/main"/>
        </p:spPr>
        <p:txBody>
          <a:bodyPr xmlns:a="http://schemas.openxmlformats.org/drawingml/2006/main" vert="horz" wrap="square" lIns="0" tIns="0" rIns="0" bIns="91440" anchor="b">
            <a:noAutofit/>
          </a:bodyPr>
          <a:lstStyle xmlns:a="http://schemas.openxmlformats.org/drawingml/2006/main">
            <a:lvl1pPr>
              <a:lnSpc>
                <a:spcPct val="100000"/>
              </a:lnSpc>
              <a:buNone/>
              <a:defRPr sz="4000" b="1" i="0">
                <a:latin typeface="Oracle Sans Tab"/>
                <a:ea typeface="Oracle Sans Tab"/>
                <a:cs typeface="Oracle Sans Tab"/>
              </a:defRPr>
            </a:lvl1pPr>
          </a:lstStyle>
          <a:p xmlns:a="http://schemas.openxmlformats.org/drawingml/2006/main">
            <a:pPr lvl="0">
              <a:lnSpc>
                <a:spcPct val="100000"/>
              </a:lnSpc>
              <a:buNone/>
            </a:pPr>
            <a:r>
              <a:t>General title</a:t>
            </a:r>
            <a:br/>
            <a:r>
              <a:t>(up to two lines)</a:t>
            </a:r>
          </a:p>
        </p:txBody>
      </p:sp>
      <p:sp>
        <p:nvSpPr>
          <p:cNvPr id="8" name="Subhead">
            <a:extLst xmlns:a="http://schemas.openxmlformats.org/drawingml/2006/main">
              <a:ext uri="{FF2B5EF4-FFF2-40B4-BE49-F238E27FC236}">
                <a16:creationId xmlns:a16="http://schemas.microsoft.com/office/drawing/2014/main" id="{9F13C004-6A96-3D61-9397-40C41F43523D}"/>
              </a:ext>
            </a:extLst>
          </p:cNvPr>
          <p:cNvSpPr>
            <a:spLocks xmlns:a="http://schemas.openxmlformats.org/drawingml/2006/main" noGrp="1"/>
          </p:cNvSpPr>
          <p:nvPr>
            <p:ph type="body" idx="33" hasCustomPrompt="1"/>
          </p:nvPr>
        </p:nvSpPr>
        <p:spPr>
          <a:xfrm xmlns:a="http://schemas.openxmlformats.org/drawingml/2006/main">
            <a:off x="792538" y="3519553"/>
            <a:ext cx="6583608" cy="341247"/>
          </a:xfrm>
          <a:prstGeom xmlns:a="http://schemas.openxmlformats.org/drawingml/2006/main" prst="rect">
            <a:avLst/>
          </a:prstGeom>
          <a:noFill xmlns:a="http://schemas.openxmlformats.org/drawingml/2006/main"/>
        </p:spPr>
        <p:txBody>
          <a:bodyPr xmlns:a="http://schemas.openxmlformats.org/drawingml/2006/main">
            <a:noAutofit/>
          </a:bodyPr>
          <a:lstStyle xmlns:a="http://schemas.openxmlformats.org/drawingml/2006/main">
            <a:lvl1pPr marL="0" marR="0" indent="0" algn="l" defTabSz="914400">
              <a:lnSpc>
                <a:spcPct val="100000"/>
              </a:lnSpc>
              <a:spcBef>
                <a:spcPts val="1000"/>
              </a:spcBef>
              <a:spcAft>
                <a:spcPts val="0"/>
              </a:spcAft>
              <a:buClrTx/>
              <a:buSzTx/>
              <a:buFont typeface="Arial"/>
              <a:buNone/>
              <a:defRPr sz="2400" b="0" i="0">
                <a:solidFill>
                  <a:schemeClr val="tx1"/>
                </a:solidFill>
                <a:latin typeface="Oracle Sans Tab"/>
                <a:ea typeface="Oracle Sans Tab"/>
                <a:cs typeface="Oracle Sans Tab"/>
              </a:defRPr>
            </a:lvl1pPr>
          </a:lstStyle>
          <a:p xmlns:a="http://schemas.openxmlformats.org/drawingml/2006/main">
            <a:pPr marL="0" marR="0" lvl="0" indent="0" algn="l" defTabSz="914400">
              <a:lnSpc>
                <a:spcPct val="90000"/>
              </a:lnSpc>
              <a:spcBef>
                <a:spcPts val="1000"/>
              </a:spcBef>
              <a:spcAft>
                <a:spcPts val="0"/>
              </a:spcAft>
              <a:buClrTx/>
              <a:buSzTx/>
              <a:buFont typeface="Arial"/>
              <a:buNone/>
            </a:pPr>
            <a:r>
              <a:t>Subhead goes here on one line.</a:t>
            </a:r>
          </a:p>
        </p:txBody>
      </p:sp>
      <p:sp>
        <p:nvSpPr>
          <p:cNvPr id="9" name="Text Field">
            <a:extLst xmlns:a="http://schemas.openxmlformats.org/drawingml/2006/main">
              <a:ext uri="{FF2B5EF4-FFF2-40B4-BE49-F238E27FC236}">
                <a16:creationId xmlns:a16="http://schemas.microsoft.com/office/drawing/2014/main" id="{29BC5DBB-6459-FA83-A3C0-242C30783B69}"/>
              </a:ext>
            </a:extLst>
          </p:cNvPr>
          <p:cNvSpPr>
            <a:spLocks xmlns:a="http://schemas.openxmlformats.org/drawingml/2006/main" noGrp="1"/>
          </p:cNvSpPr>
          <p:nvPr>
            <p:ph type="body" idx="35" hasCustomPrompt="1"/>
          </p:nvPr>
        </p:nvSpPr>
        <p:spPr>
          <a:xfrm xmlns:a="http://schemas.openxmlformats.org/drawingml/2006/main">
            <a:off x="792538" y="4544568"/>
            <a:ext cx="5077970" cy="266291"/>
          </a:xfrm>
          <a:prstGeom xmlns:a="http://schemas.openxmlformats.org/drawingml/2006/main" prst="rect">
            <a:avLst/>
          </a:prstGeom>
          <a:noFill xmlns:a="http://schemas.openxmlformats.org/drawingml/2006/main"/>
        </p:spPr>
        <p:txBody>
          <a:bodyPr xmlns:a="http://schemas.openxmlformats.org/drawingml/2006/main">
            <a:noAutofit/>
          </a:bodyPr>
          <a:lstStyle xmlns:a="http://schemas.openxmlformats.org/drawingml/2006/main">
            <a:lvl1pPr>
              <a:lnSpc>
                <a:spcPct val="100000"/>
              </a:lnSpc>
              <a:buNone/>
              <a:defRPr b="1" i="0">
                <a:latin typeface="Oracle Sans Tab"/>
                <a:ea typeface="Oracle Sans Tab"/>
                <a:cs typeface="Oracle Sans Tab"/>
              </a:defRPr>
            </a:lvl1pPr>
          </a:lstStyle>
          <a:p xmlns:a="http://schemas.openxmlformats.org/drawingml/2006/main">
            <a:pPr lvl="0">
              <a:buNone/>
            </a:pPr>
            <a:r>
              <a:t>Name</a:t>
            </a:r>
          </a:p>
        </p:txBody>
      </p:sp>
      <p:sp>
        <p:nvSpPr>
          <p:cNvPr id="12" name="Text Field 2">
            <a:extLst xmlns:a="http://schemas.openxmlformats.org/drawingml/2006/main">
              <a:ext uri="{FF2B5EF4-FFF2-40B4-BE49-F238E27FC236}">
                <a16:creationId xmlns:a16="http://schemas.microsoft.com/office/drawing/2014/main" id="{E4F8B91E-3CD8-7B6C-C073-0E255807CCEF}"/>
              </a:ext>
            </a:extLst>
          </p:cNvPr>
          <p:cNvSpPr>
            <a:spLocks xmlns:a="http://schemas.openxmlformats.org/drawingml/2006/main" noGrp="1"/>
          </p:cNvSpPr>
          <p:nvPr>
            <p:ph type="body" idx="34" hasCustomPrompt="1"/>
          </p:nvPr>
        </p:nvSpPr>
        <p:spPr>
          <a:xfrm xmlns:a="http://schemas.openxmlformats.org/drawingml/2006/main">
            <a:off x="792538" y="4882896"/>
            <a:ext cx="5077970" cy="895181"/>
          </a:xfrm>
          <a:prstGeom xmlns:a="http://schemas.openxmlformats.org/drawingml/2006/main" prst="rect">
            <a:avLst/>
          </a:prstGeom>
          <a:noFill xmlns:a="http://schemas.openxmlformats.org/drawingml/2006/main"/>
        </p:spPr>
        <p:txBody>
          <a:bodyPr xmlns:a="http://schemas.openxmlformats.org/drawingml/2006/main">
            <a:noAutofit/>
          </a:bodyPr>
          <a:lstStyle xmlns:a="http://schemas.openxmlformats.org/drawingml/2006/main">
            <a:lvl1pPr>
              <a:lnSpc>
                <a:spcPct val="100000"/>
              </a:lnSpc>
              <a:buNone/>
              <a:defRPr b="0" i="0">
                <a:latin typeface="Oracle Sans Tab"/>
                <a:ea typeface="Oracle Sans Tab"/>
                <a:cs typeface="Oracle Sans Tab"/>
              </a:defRPr>
            </a:lvl1pPr>
          </a:lstStyle>
          <a:p xmlns:a="http://schemas.openxmlformats.org/drawingml/2006/main">
            <a:pPr lvl="0">
              <a:buNone/>
            </a:pPr>
            <a:r>
              <a:t>Presenter’s Title</a:t>
            </a:r>
          </a:p>
          <a:p xmlns:a="http://schemas.openxmlformats.org/drawingml/2006/main">
            <a:pPr lvl="0">
              <a:buNone/>
            </a:pPr>
            <a:r>
              <a:t>Organization, Division or Business Unit</a:t>
            </a:r>
          </a:p>
          <a:p xmlns:a="http://schemas.openxmlformats.org/drawingml/2006/main">
            <a:pPr lvl="0">
              <a:buNone/>
            </a:pPr>
            <a:r>
              <a:t>Month 00, 2023</a:t>
            </a:r>
          </a:p>
        </p:txBody>
      </p:sp>
      <p:sp>
        <p:nvSpPr>
          <p:cNvPr id="5" name="Slide Number Placeholder 4">
            <a:extLst xmlns:a="http://schemas.openxmlformats.org/drawingml/2006/main">
              <a:ext uri="{FF2B5EF4-FFF2-40B4-BE49-F238E27FC236}">
                <a16:creationId xmlns:a16="http://schemas.microsoft.com/office/drawing/2014/main" id="{08620179-92E2-B33C-7BF7-7DD2B9A69999}"/>
              </a:ext>
            </a:extLst>
          </p:cNvPr>
          <p:cNvSpPr>
            <a:spLocks xmlns:a="http://schemas.openxmlformats.org/drawingml/2006/main" noGrp="1"/>
          </p:cNvSpPr>
          <p:nvPr>
            <p:ph type="sldNum" idx="12"/>
          </p:nvPr>
        </p:nvSpPr>
        <p:spPr>
          <a:xfrm xmlns:a="http://schemas.openxmlformats.org/drawingml/2006/main">
            <a:off x="762000" y="6995117"/>
            <a:ext cx="365760" cy="365760"/>
          </a:xfrm>
        </p:spPr>
        <p:txBody>
          <a:bodyPr xmlns:a="http://schemas.openxmlformats.org/drawingml/2006/main"/>
          <a:lstStyle xmlns:a="http://schemas.openxmlformats.org/drawingml/2006/main">
            <a:lvl1pPr>
              <a:buNone/>
              <a:defRPr>
                <a:noFill/>
              </a:defRPr>
            </a:lvl1pPr>
          </a:lstStyle>
          <a:p xmlns:a="http://schemas.openxmlformats.org/drawingml/2006/main">
            <a:fld id="{345D60D9-5372-5F40-9443-0F9AE5BDC3C8}" type="slidenum">
              <a:t>‹#›</a:t>
            </a:fld>
            <a:endParaRPr/>
          </a:p>
        </p:txBody>
      </p:sp>
      <p:sp>
        <p:nvSpPr>
          <p:cNvPr id="3" name="Footer Placeholder 3">
            <a:extLst xmlns:a="http://schemas.openxmlformats.org/drawingml/2006/main">
              <a:ext uri="{FF2B5EF4-FFF2-40B4-BE49-F238E27FC236}">
                <a16:creationId xmlns:a16="http://schemas.microsoft.com/office/drawing/2014/main" id="{0234D53E-E775-84ED-87D4-03A6155462F2}"/>
              </a:ext>
            </a:extLst>
          </p:cNvPr>
          <p:cNvSpPr>
            <a:spLocks xmlns:a="http://schemas.openxmlformats.org/drawingml/2006/main" noGrp="1"/>
          </p:cNvSpPr>
          <p:nvPr>
            <p:ph type="ftr" idx="36"/>
          </p:nvPr>
        </p:nvSpPr>
        <p:spPr>
          <a:xfrm xmlns:a="http://schemas.openxmlformats.org/drawingml/2006/main">
            <a:off x="1127759" y="6995435"/>
            <a:ext cx="5745379" cy="365125"/>
          </a:xfrm>
        </p:spPr>
        <p:txBody>
          <a:bodyPr xmlns:a="http://schemas.openxmlformats.org/drawingml/2006/main"/>
          <a:lstStyle xmlns:a="http://schemas.openxmlformats.org/drawingml/2006/main">
            <a:lvl1pPr>
              <a:buNone/>
              <a:defRPr>
                <a:noFill/>
              </a:defRPr>
            </a:lvl1pPr>
          </a:lstStyle>
          <a:p xmlns:a="http://schemas.openxmlformats.org/drawingml/2006/main">
            <a:r>
              <a:t>Copyright © 2025, Oracle and/or its affiliates |  Confidential: Internal/Restricted/Highly Restricted</a:t>
            </a:r>
            <a:endParaRPr/>
          </a:p>
        </p:txBody>
      </p:sp>
      <p:sp>
        <p:nvSpPr>
          <p:cNvPr id="2" name="Date Placeholder 2">
            <a:extLst xmlns:a="http://schemas.openxmlformats.org/drawingml/2006/main">
              <a:ext uri="{FF2B5EF4-FFF2-40B4-BE49-F238E27FC236}">
                <a16:creationId xmlns:a16="http://schemas.microsoft.com/office/drawing/2014/main" id="{7B203E0B-C243-2092-E571-D8301E6712EB}"/>
              </a:ext>
            </a:extLst>
          </p:cNvPr>
          <p:cNvSpPr>
            <a:spLocks xmlns:a="http://schemas.openxmlformats.org/drawingml/2006/main" noGrp="1"/>
          </p:cNvSpPr>
          <p:nvPr>
            <p:ph type="dt" idx="10"/>
          </p:nvPr>
        </p:nvSpPr>
        <p:spPr>
          <a:xfrm xmlns:a="http://schemas.openxmlformats.org/drawingml/2006/main">
            <a:off x="6873138" y="6997061"/>
            <a:ext cx="2743200" cy="363500"/>
          </a:xfrm>
        </p:spPr>
        <p:txBody>
          <a:bodyPr xmlns:a="http://schemas.openxmlformats.org/drawingml/2006/main"/>
          <a:lstStyle xmlns:a="http://schemas.openxmlformats.org/drawingml/2006/main">
            <a:lvl1pPr>
              <a:buNone/>
              <a:defRPr>
                <a:noFill/>
              </a:defRPr>
            </a:lvl1pPr>
          </a:lstStyle>
          <a:p xmlns:a="http://schemas.openxmlformats.org/drawingml/2006/main">
            <a:r>
              <a:t>[Date]</a:t>
            </a:r>
            <a:endParaRPr/>
          </a:p>
        </p:txBody>
      </p:sp>
      <p:pic>
        <p:nvPicPr>
          <p:cNvPr id="7" name="Oracle Logo">
            <a:extLst xmlns:a="http://schemas.openxmlformats.org/drawingml/2006/main">
              <a:ext uri="{FF2B5EF4-FFF2-40B4-BE49-F238E27FC236}">
                <a16:creationId xmlns:a16="http://schemas.microsoft.com/office/drawing/2014/main" id="{D701A0F9-8E9B-415A-8FE2-C43B88BCD9CB}"/>
              </a:ext>
            </a:extLst>
          </p:cNvPr>
          <p:cNvPicPr>
            <a:picLocks xmlns:a="http://schemas.openxmlformats.org/drawingml/2006/main" noChangeAspect="1"/>
          </p:cNvPicPr>
          <p:nvPr/>
        </p:nvPicPr>
        <p:blipFill>
          <a:blip xmlns:r="http://schemas.openxmlformats.org/officeDocument/2006/relationships" xmlns:a="http://schemas.openxmlformats.org/drawingml/2006/main" r:embed="Raeb9bfe9a22e4979">
            <a:extLst>
              <a:ext uri="{96DAC541-7B7A-43D3-8B79-37D633B846F1}">
                <asvg:svgBlip xmlns:asvg="http://schemas.microsoft.com/office/drawing/2016/SVG/main" r:embed="Ra36e2d854f364dd3"/>
              </a:ext>
            </a:extLst>
          </a:blip>
          <a:srcRect xmlns:a="http://schemas.openxmlformats.org/drawingml/2006/main" l="0" t="0" r="0" b="0"/>
          <a:stretch xmlns:a="http://schemas.openxmlformats.org/drawingml/2006/main"/>
        </p:blipFill>
        <p:spPr>
          <a:xfrm xmlns:a="http://schemas.openxmlformats.org/drawingml/2006/main">
            <a:off x="730669" y="1132368"/>
            <a:ext cx="1524893" cy="320039"/>
          </a:xfrm>
          <a:prstGeom xmlns:a="http://schemas.openxmlformats.org/drawingml/2006/main" prst="rect">
            <a:avLst/>
          </a:prstGeom>
        </p:spPr>
      </p:pic>
      <p:sp>
        <p:nvSpPr>
          <p:cNvPr id="6" name="Accent mark">
            <a:extLst xmlns:a="http://schemas.openxmlformats.org/drawingml/2006/main">
              <a:ext uri="{FF2B5EF4-FFF2-40B4-BE49-F238E27FC236}">
                <a16:creationId xmlns:a16="http://schemas.microsoft.com/office/drawing/2014/main" id="{0502ED2C-D10E-1DB4-3557-E5C9C7E4D238}"/>
              </a:ext>
            </a:extLst>
          </p:cNvPr>
          <p:cNvSpPr>
            <a:spLocks xmlns:a="http://schemas.openxmlformats.org/drawingml/2006/main" noGrp="1"/>
          </p:cNvSpPr>
          <p:nvPr/>
        </p:nvSpPr>
        <p:spPr>
          <a:xfrm xmlns:a="http://schemas.openxmlformats.org/drawingml/2006/main">
            <a:off x="793805" y="4166108"/>
            <a:ext cx="365760" cy="36576"/>
          </a:xfrm>
          <a:prstGeom xmlns:a="http://schemas.openxmlformats.org/drawingml/2006/main" prst="rect">
            <a:avLst/>
          </a:prstGeom>
          <a:solidFill xmlns:a="http://schemas.openxmlformats.org/drawingml/2006/main">
            <a:srgbClr val="F0CC71"/>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Tree>
  </p:cSld>
</p:sldLayout>
</file>

<file path=ppt/slideLayouts/slideLayout6.xml><?xml version="1.0" encoding="utf-8"?>
<p:sldLayout xmlns:p="http://schemas.openxmlformats.org/presentationml/2006/main" preserve="1" userDrawn="1">
  <p:cSld name="Title/Cover_3">
    <p:bg>
      <p:bgPr>
        <a:blipFill xmlns:a="http://schemas.openxmlformats.org/drawingml/2006/main" rotWithShape="1">
          <a:blip xmlns:r="http://schemas.openxmlformats.org/officeDocument/2006/relationships" r:embed="R616491ca9995464d">
            <a:lum/>
          </a:blip>
          <a:srcRect l="0" t="0" r="0" b="0"/>
          <a:stretch>
            <a:fillRect l="0" t="0" r="0" b="0"/>
          </a:stretch>
        </a:blipFill>
      </p:bgPr>
    </p:bg>
    <p:spTree>
      <p:nvGrpSpPr>
        <p:cNvPr id="1" name=""/>
        <p:cNvGrpSpPr/>
        <p:nvPr/>
      </p:nvGrpSpPr>
      <p:grpSpPr>
        <a:xfrm xmlns:a="http://schemas.openxmlformats.org/drawingml/2006/main"/>
      </p:grpSpPr>
      <p:sp>
        <p:nvSpPr>
          <p:cNvPr id="7" name="Title">
            <a:extLst xmlns:a="http://schemas.openxmlformats.org/drawingml/2006/main">
              <a:ext uri="{FF2B5EF4-FFF2-40B4-BE49-F238E27FC236}">
                <a16:creationId xmlns:a16="http://schemas.microsoft.com/office/drawing/2014/main" id="{8745EE5B-9C14-4DF6-7ECF-3B850514DAA4}"/>
              </a:ext>
            </a:extLst>
          </p:cNvPr>
          <p:cNvSpPr>
            <a:spLocks xmlns:a="http://schemas.openxmlformats.org/drawingml/2006/main" noGrp="1"/>
          </p:cNvSpPr>
          <p:nvPr>
            <p:ph type="ctrTitle" idx="0" hasCustomPrompt="1"/>
          </p:nvPr>
        </p:nvSpPr>
        <p:spPr>
          <a:xfrm xmlns:a="http://schemas.openxmlformats.org/drawingml/2006/main">
            <a:off x="792468" y="2148840"/>
            <a:ext cx="6400800" cy="1280160"/>
          </a:xfrm>
          <a:prstGeom xmlns:a="http://schemas.openxmlformats.org/drawingml/2006/main" prst="rect">
            <a:avLst/>
          </a:prstGeom>
          <a:noFill xmlns:a="http://schemas.openxmlformats.org/drawingml/2006/main"/>
        </p:spPr>
        <p:txBody>
          <a:bodyPr xmlns:a="http://schemas.openxmlformats.org/drawingml/2006/main" vert="horz" wrap="square" lIns="0" tIns="0" rIns="0" bIns="91440" anchor="b">
            <a:noAutofit/>
          </a:bodyPr>
          <a:lstStyle xmlns:a="http://schemas.openxmlformats.org/drawingml/2006/main">
            <a:lvl1pPr>
              <a:lnSpc>
                <a:spcPct val="100000"/>
              </a:lnSpc>
              <a:buNone/>
              <a:defRPr sz="4000" b="1" i="0">
                <a:latin typeface="Oracle Sans Tab"/>
                <a:ea typeface="Oracle Sans Tab"/>
                <a:cs typeface="Oracle Sans Tab"/>
              </a:defRPr>
            </a:lvl1pPr>
          </a:lstStyle>
          <a:p xmlns:a="http://schemas.openxmlformats.org/drawingml/2006/main">
            <a:pPr lvl="0">
              <a:lnSpc>
                <a:spcPct val="100000"/>
              </a:lnSpc>
              <a:buNone/>
            </a:pPr>
            <a:r>
              <a:t>Health title </a:t>
            </a:r>
            <a:br/>
            <a:r>
              <a:t>Oracle Sans Tab Bold</a:t>
            </a:r>
          </a:p>
        </p:txBody>
      </p:sp>
      <p:sp>
        <p:nvSpPr>
          <p:cNvPr id="8" name="Subhead">
            <a:extLst xmlns:a="http://schemas.openxmlformats.org/drawingml/2006/main">
              <a:ext uri="{FF2B5EF4-FFF2-40B4-BE49-F238E27FC236}">
                <a16:creationId xmlns:a16="http://schemas.microsoft.com/office/drawing/2014/main" id="{963CCACE-E1BA-B49E-CFB8-0B77CDCFE791}"/>
              </a:ext>
            </a:extLst>
          </p:cNvPr>
          <p:cNvSpPr>
            <a:spLocks xmlns:a="http://schemas.openxmlformats.org/drawingml/2006/main" noGrp="1"/>
          </p:cNvSpPr>
          <p:nvPr>
            <p:ph type="body" idx="33" hasCustomPrompt="1"/>
          </p:nvPr>
        </p:nvSpPr>
        <p:spPr>
          <a:xfrm xmlns:a="http://schemas.openxmlformats.org/drawingml/2006/main">
            <a:off x="792468" y="3519553"/>
            <a:ext cx="6400800" cy="341247"/>
          </a:xfrm>
          <a:prstGeom xmlns:a="http://schemas.openxmlformats.org/drawingml/2006/main" prst="rect">
            <a:avLst/>
          </a:prstGeom>
          <a:noFill xmlns:a="http://schemas.openxmlformats.org/drawingml/2006/main"/>
        </p:spPr>
        <p:txBody>
          <a:bodyPr xmlns:a="http://schemas.openxmlformats.org/drawingml/2006/main">
            <a:noAutofit/>
          </a:bodyPr>
          <a:lstStyle xmlns:a="http://schemas.openxmlformats.org/drawingml/2006/main">
            <a:lvl1pPr marL="0" marR="0" indent="0" algn="l" defTabSz="914400">
              <a:lnSpc>
                <a:spcPct val="100000"/>
              </a:lnSpc>
              <a:spcBef>
                <a:spcPts val="1000"/>
              </a:spcBef>
              <a:spcAft>
                <a:spcPts val="0"/>
              </a:spcAft>
              <a:buClrTx/>
              <a:buSzTx/>
              <a:buFont typeface="Arial"/>
              <a:buNone/>
              <a:defRPr sz="2400" b="0" i="0">
                <a:solidFill>
                  <a:schemeClr val="tx1"/>
                </a:solidFill>
                <a:latin typeface="Oracle Sans Tab"/>
                <a:ea typeface="Oracle Sans Tab"/>
                <a:cs typeface="Oracle Sans Tab"/>
              </a:defRPr>
            </a:lvl1pPr>
          </a:lstStyle>
          <a:p xmlns:a="http://schemas.openxmlformats.org/drawingml/2006/main">
            <a:pPr marL="0" marR="0" lvl="0" indent="0" algn="l" defTabSz="914400">
              <a:lnSpc>
                <a:spcPct val="90000"/>
              </a:lnSpc>
              <a:spcBef>
                <a:spcPts val="1000"/>
              </a:spcBef>
              <a:spcAft>
                <a:spcPts val="0"/>
              </a:spcAft>
              <a:buClrTx/>
              <a:buSzTx/>
              <a:buFont typeface="Arial"/>
              <a:buNone/>
            </a:pPr>
            <a:r>
              <a:t>Subhead goes here on one line.</a:t>
            </a:r>
          </a:p>
        </p:txBody>
      </p:sp>
      <p:sp>
        <p:nvSpPr>
          <p:cNvPr id="9" name="Text Field">
            <a:extLst xmlns:a="http://schemas.openxmlformats.org/drawingml/2006/main">
              <a:ext uri="{FF2B5EF4-FFF2-40B4-BE49-F238E27FC236}">
                <a16:creationId xmlns:a16="http://schemas.microsoft.com/office/drawing/2014/main" id="{F8BD25F6-9734-8037-1C67-1A99384E68CA}"/>
              </a:ext>
            </a:extLst>
          </p:cNvPr>
          <p:cNvSpPr>
            <a:spLocks xmlns:a="http://schemas.openxmlformats.org/drawingml/2006/main" noGrp="1"/>
          </p:cNvSpPr>
          <p:nvPr>
            <p:ph type="body" idx="35" hasCustomPrompt="1"/>
          </p:nvPr>
        </p:nvSpPr>
        <p:spPr>
          <a:xfrm xmlns:a="http://schemas.openxmlformats.org/drawingml/2006/main">
            <a:off x="792468" y="4544568"/>
            <a:ext cx="5077970" cy="266291"/>
          </a:xfrm>
          <a:prstGeom xmlns:a="http://schemas.openxmlformats.org/drawingml/2006/main" prst="rect">
            <a:avLst/>
          </a:prstGeom>
          <a:noFill xmlns:a="http://schemas.openxmlformats.org/drawingml/2006/main"/>
        </p:spPr>
        <p:txBody>
          <a:bodyPr xmlns:a="http://schemas.openxmlformats.org/drawingml/2006/main">
            <a:noAutofit/>
          </a:bodyPr>
          <a:lstStyle xmlns:a="http://schemas.openxmlformats.org/drawingml/2006/main">
            <a:lvl1pPr>
              <a:lnSpc>
                <a:spcPct val="100000"/>
              </a:lnSpc>
              <a:buNone/>
              <a:defRPr b="1" i="0">
                <a:latin typeface="Oracle Sans Tab"/>
                <a:ea typeface="Oracle Sans Tab"/>
                <a:cs typeface="Oracle Sans Tab"/>
              </a:defRPr>
            </a:lvl1pPr>
          </a:lstStyle>
          <a:p xmlns:a="http://schemas.openxmlformats.org/drawingml/2006/main">
            <a:pPr lvl="0">
              <a:buNone/>
            </a:pPr>
            <a:r>
              <a:t>Name</a:t>
            </a:r>
          </a:p>
        </p:txBody>
      </p:sp>
      <p:sp>
        <p:nvSpPr>
          <p:cNvPr id="12" name="Text Field 2">
            <a:extLst xmlns:a="http://schemas.openxmlformats.org/drawingml/2006/main">
              <a:ext uri="{FF2B5EF4-FFF2-40B4-BE49-F238E27FC236}">
                <a16:creationId xmlns:a16="http://schemas.microsoft.com/office/drawing/2014/main" id="{754A77E7-2B50-3BBF-5653-BC60AF4CA831}"/>
              </a:ext>
            </a:extLst>
          </p:cNvPr>
          <p:cNvSpPr>
            <a:spLocks xmlns:a="http://schemas.openxmlformats.org/drawingml/2006/main" noGrp="1"/>
          </p:cNvSpPr>
          <p:nvPr>
            <p:ph type="body" idx="34" hasCustomPrompt="1"/>
          </p:nvPr>
        </p:nvSpPr>
        <p:spPr>
          <a:xfrm xmlns:a="http://schemas.openxmlformats.org/drawingml/2006/main">
            <a:off x="792468" y="4882896"/>
            <a:ext cx="5077970" cy="895181"/>
          </a:xfrm>
          <a:prstGeom xmlns:a="http://schemas.openxmlformats.org/drawingml/2006/main" prst="rect">
            <a:avLst/>
          </a:prstGeom>
          <a:noFill xmlns:a="http://schemas.openxmlformats.org/drawingml/2006/main"/>
        </p:spPr>
        <p:txBody>
          <a:bodyPr xmlns:a="http://schemas.openxmlformats.org/drawingml/2006/main">
            <a:noAutofit/>
          </a:bodyPr>
          <a:lstStyle xmlns:a="http://schemas.openxmlformats.org/drawingml/2006/main">
            <a:lvl1pPr>
              <a:lnSpc>
                <a:spcPct val="100000"/>
              </a:lnSpc>
              <a:buNone/>
              <a:defRPr b="0" i="0">
                <a:latin typeface="Oracle Sans Tab"/>
                <a:ea typeface="Oracle Sans Tab"/>
                <a:cs typeface="Oracle Sans Tab"/>
              </a:defRPr>
            </a:lvl1pPr>
          </a:lstStyle>
          <a:p xmlns:a="http://schemas.openxmlformats.org/drawingml/2006/main">
            <a:pPr lvl="0">
              <a:buNone/>
            </a:pPr>
            <a:r>
              <a:t>Presenter’s Title</a:t>
            </a:r>
          </a:p>
          <a:p xmlns:a="http://schemas.openxmlformats.org/drawingml/2006/main">
            <a:pPr lvl="0">
              <a:buNone/>
            </a:pPr>
            <a:r>
              <a:t>Organization, Division or Business Unit</a:t>
            </a:r>
          </a:p>
          <a:p xmlns:a="http://schemas.openxmlformats.org/drawingml/2006/main">
            <a:pPr lvl="0">
              <a:buNone/>
            </a:pPr>
            <a:r>
              <a:t>Month 00, 2023</a:t>
            </a:r>
          </a:p>
        </p:txBody>
      </p:sp>
      <p:sp>
        <p:nvSpPr>
          <p:cNvPr id="6" name="Footer Placeholder 5">
            <a:extLst xmlns:a="http://schemas.openxmlformats.org/drawingml/2006/main">
              <a:ext uri="{FF2B5EF4-FFF2-40B4-BE49-F238E27FC236}">
                <a16:creationId xmlns:a16="http://schemas.microsoft.com/office/drawing/2014/main" id="{1B6DA0C6-D822-15F6-04DD-B18D3E44619C}"/>
              </a:ext>
            </a:extLst>
          </p:cNvPr>
          <p:cNvSpPr>
            <a:spLocks xmlns:a="http://schemas.openxmlformats.org/drawingml/2006/main" noGrp="1"/>
          </p:cNvSpPr>
          <p:nvPr/>
        </p:nvSpPr>
        <p:spPr>
          <a:xfrm xmlns:a="http://schemas.openxmlformats.org/drawingml/2006/main">
            <a:off x="792538" y="5850115"/>
            <a:ext cx="6845809" cy="885046"/>
          </a:xfrm>
          <a:prstGeom xmlns:a="http://schemas.openxmlformats.org/drawingml/2006/main" prst="rect">
            <a:avLst/>
          </a:prstGeom>
        </p:spPr>
        <p:txBody>
          <a:bodyPr xmlns:a="http://schemas.openxmlformats.org/drawingml/2006/main" lIns="0" tIns="0" rIns="0" bIns="0" anchor="b"/>
          <a:lstStyle xmlns:a="http://schemas.openxmlformats.org/drawingml/2006/main">
            <a:lvl1pPr marL="0" algn="l" defTabSz="914400">
              <a:buNone/>
              <a:defRPr sz="1800" kern="1200">
                <a:solidFill>
                  <a:schemeClr val="tx1"/>
                </a:solidFill>
                <a:latin typeface="+mn-lt"/>
                <a:ea typeface="+mn-lt"/>
                <a:cs typeface="+mn-lt"/>
              </a:defRPr>
            </a:lvl1pPr>
            <a:lvl2pPr marL="457200" algn="l" defTabSz="914400">
              <a:buNone/>
              <a:defRPr sz="1800" kern="1200">
                <a:solidFill>
                  <a:schemeClr val="tx1"/>
                </a:solidFill>
                <a:latin typeface="+mn-lt"/>
                <a:ea typeface="+mn-lt"/>
                <a:cs typeface="+mn-lt"/>
              </a:defRPr>
            </a:lvl2pPr>
            <a:lvl3pPr marL="914400" algn="l" defTabSz="914400">
              <a:buNone/>
              <a:defRPr sz="1800" kern="1200">
                <a:solidFill>
                  <a:schemeClr val="tx1"/>
                </a:solidFill>
                <a:latin typeface="+mn-lt"/>
                <a:ea typeface="+mn-lt"/>
                <a:cs typeface="+mn-lt"/>
              </a:defRPr>
            </a:lvl3pPr>
            <a:lvl4pPr marL="1371600" algn="l" defTabSz="914400">
              <a:buNone/>
              <a:defRPr sz="1800" kern="1200">
                <a:solidFill>
                  <a:schemeClr val="tx1"/>
                </a:solidFill>
                <a:latin typeface="+mn-lt"/>
                <a:ea typeface="+mn-lt"/>
                <a:cs typeface="+mn-lt"/>
              </a:defRPr>
            </a:lvl4pPr>
            <a:lvl5pPr marL="1828800" algn="l" defTabSz="914400">
              <a:buNone/>
              <a:defRPr sz="1800" kern="1200">
                <a:solidFill>
                  <a:schemeClr val="tx1"/>
                </a:solidFill>
                <a:latin typeface="+mn-lt"/>
                <a:ea typeface="+mn-lt"/>
                <a:cs typeface="+mn-lt"/>
              </a:defRPr>
            </a:lvl5pPr>
            <a:lvl6pPr marL="2286000" algn="l" defTabSz="914400">
              <a:buNone/>
              <a:defRPr sz="1800" kern="1200">
                <a:solidFill>
                  <a:schemeClr val="tx1"/>
                </a:solidFill>
                <a:latin typeface="+mn-lt"/>
                <a:ea typeface="+mn-lt"/>
                <a:cs typeface="+mn-lt"/>
              </a:defRPr>
            </a:lvl6pPr>
            <a:lvl7pPr marL="2743200" algn="l" defTabSz="914400">
              <a:buNone/>
              <a:defRPr sz="1800" kern="1200">
                <a:solidFill>
                  <a:schemeClr val="tx1"/>
                </a:solidFill>
                <a:latin typeface="+mn-lt"/>
                <a:ea typeface="+mn-lt"/>
                <a:cs typeface="+mn-lt"/>
              </a:defRPr>
            </a:lvl7pPr>
            <a:lvl8pPr marL="3200400" algn="l" defTabSz="914400">
              <a:buNone/>
              <a:defRPr sz="1800" kern="1200">
                <a:solidFill>
                  <a:schemeClr val="tx1"/>
                </a:solidFill>
                <a:latin typeface="+mn-lt"/>
                <a:ea typeface="+mn-lt"/>
                <a:cs typeface="+mn-lt"/>
              </a:defRPr>
            </a:lvl8pPr>
            <a:lvl9pPr marL="3657600" algn="l" defTabSz="914400">
              <a:buNone/>
              <a:defRPr sz="1800" kern="1200">
                <a:solidFill>
                  <a:schemeClr val="tx1"/>
                </a:solidFill>
                <a:latin typeface="+mn-lt"/>
                <a:ea typeface="+mn-lt"/>
                <a:cs typeface="+mn-lt"/>
              </a:defRPr>
            </a:lvl9pPr>
          </a:lstStyle>
          <a:p xmlns:a="http://schemas.openxmlformats.org/drawingml/2006/main">
            <a:r>
              <a:rPr sz="800">
                <a:solidFill>
                  <a:schemeClr val="tx1"/>
                </a:solidFill>
                <a:latin typeface="Oracle Sans Tab"/>
                <a:ea typeface="Oracle Sans Tab"/>
                <a:cs typeface="Oracle Sans Tab"/>
              </a:rPr>
              <a:t>Some regulatory certifications or registrations to products or services referenced on this website are held by Cerner Corporation. Cerner Corporation is a wholly-owned subsidiary of Oracle. Cerner Corporation is an ONC-certified health IT developer and a registered medical device manufacturer in the United States and other jurisdictions worldwide.</a:t>
            </a:r>
          </a:p>
        </p:txBody>
      </p:sp>
      <p:sp>
        <p:nvSpPr>
          <p:cNvPr id="5" name="Slide Number Placeholder 4">
            <a:extLst xmlns:a="http://schemas.openxmlformats.org/drawingml/2006/main">
              <a:ext uri="{FF2B5EF4-FFF2-40B4-BE49-F238E27FC236}">
                <a16:creationId xmlns:a16="http://schemas.microsoft.com/office/drawing/2014/main" id="{7240816A-A8A3-D504-F672-2ACA6ABC2174}"/>
              </a:ext>
            </a:extLst>
          </p:cNvPr>
          <p:cNvSpPr>
            <a:spLocks xmlns:a="http://schemas.openxmlformats.org/drawingml/2006/main" noGrp="1"/>
          </p:cNvSpPr>
          <p:nvPr>
            <p:ph type="sldNum" idx="12"/>
          </p:nvPr>
        </p:nvSpPr>
        <p:spPr>
          <a:xfrm xmlns:a="http://schemas.openxmlformats.org/drawingml/2006/main">
            <a:off x="762000" y="6995117"/>
            <a:ext cx="365760" cy="365760"/>
          </a:xfrm>
        </p:spPr>
        <p:txBody>
          <a:bodyPr xmlns:a="http://schemas.openxmlformats.org/drawingml/2006/main"/>
          <a:lstStyle xmlns:a="http://schemas.openxmlformats.org/drawingml/2006/main">
            <a:lvl1pPr>
              <a:buNone/>
              <a:defRPr>
                <a:noFill/>
              </a:defRPr>
            </a:lvl1pPr>
          </a:lstStyle>
          <a:p xmlns:a="http://schemas.openxmlformats.org/drawingml/2006/main">
            <a:fld id="{345D60D9-5372-5F40-9443-0F9AE5BDC3C8}" type="slidenum">
              <a:t>‹#›</a:t>
            </a:fld>
            <a:endParaRPr/>
          </a:p>
        </p:txBody>
      </p:sp>
      <p:sp>
        <p:nvSpPr>
          <p:cNvPr id="4" name="Footer Placeholder 3">
            <a:extLst xmlns:a="http://schemas.openxmlformats.org/drawingml/2006/main">
              <a:ext uri="{FF2B5EF4-FFF2-40B4-BE49-F238E27FC236}">
                <a16:creationId xmlns:a16="http://schemas.microsoft.com/office/drawing/2014/main" id="{1C7B878C-7245-36C9-328A-025A91624A3E}"/>
              </a:ext>
            </a:extLst>
          </p:cNvPr>
          <p:cNvSpPr>
            <a:spLocks xmlns:a="http://schemas.openxmlformats.org/drawingml/2006/main" noGrp="1"/>
          </p:cNvSpPr>
          <p:nvPr>
            <p:ph type="ftr" idx="36"/>
          </p:nvPr>
        </p:nvSpPr>
        <p:spPr>
          <a:xfrm xmlns:a="http://schemas.openxmlformats.org/drawingml/2006/main">
            <a:off x="1127759" y="6995435"/>
            <a:ext cx="5745379" cy="365125"/>
          </a:xfrm>
        </p:spPr>
        <p:txBody>
          <a:bodyPr xmlns:a="http://schemas.openxmlformats.org/drawingml/2006/main"/>
          <a:lstStyle xmlns:a="http://schemas.openxmlformats.org/drawingml/2006/main">
            <a:lvl1pPr>
              <a:buNone/>
              <a:defRPr>
                <a:noFill/>
              </a:defRPr>
            </a:lvl1pPr>
          </a:lstStyle>
          <a:p xmlns:a="http://schemas.openxmlformats.org/drawingml/2006/main">
            <a:r>
              <a:t>Copyright © 2025, Oracle and/or its affiliates |  Confidential: Internal/Restricted/Highly Restricted</a:t>
            </a:r>
            <a:endParaRPr/>
          </a:p>
        </p:txBody>
      </p:sp>
      <p:sp>
        <p:nvSpPr>
          <p:cNvPr id="3" name="Date Placeholder 2">
            <a:extLst xmlns:a="http://schemas.openxmlformats.org/drawingml/2006/main">
              <a:ext uri="{FF2B5EF4-FFF2-40B4-BE49-F238E27FC236}">
                <a16:creationId xmlns:a16="http://schemas.microsoft.com/office/drawing/2014/main" id="{F92E9260-E0B5-9C63-CE19-3A9F3785B887}"/>
              </a:ext>
            </a:extLst>
          </p:cNvPr>
          <p:cNvSpPr>
            <a:spLocks xmlns:a="http://schemas.openxmlformats.org/drawingml/2006/main" noGrp="1"/>
          </p:cNvSpPr>
          <p:nvPr>
            <p:ph type="dt" idx="10"/>
          </p:nvPr>
        </p:nvSpPr>
        <p:spPr>
          <a:xfrm xmlns:a="http://schemas.openxmlformats.org/drawingml/2006/main">
            <a:off x="6873138" y="6997061"/>
            <a:ext cx="2743200" cy="363500"/>
          </a:xfrm>
        </p:spPr>
        <p:txBody>
          <a:bodyPr xmlns:a="http://schemas.openxmlformats.org/drawingml/2006/main"/>
          <a:lstStyle xmlns:a="http://schemas.openxmlformats.org/drawingml/2006/main">
            <a:lvl1pPr>
              <a:buNone/>
              <a:defRPr>
                <a:noFill/>
              </a:defRPr>
            </a:lvl1pPr>
          </a:lstStyle>
          <a:p xmlns:a="http://schemas.openxmlformats.org/drawingml/2006/main">
            <a:r>
              <a:t>[Date]</a:t>
            </a:r>
            <a:endParaRPr/>
          </a:p>
        </p:txBody>
      </p:sp>
      <p:pic>
        <p:nvPicPr>
          <p:cNvPr id="10" name="Oracle Logo">
            <a:extLst xmlns:a="http://schemas.openxmlformats.org/drawingml/2006/main">
              <a:ext uri="{FF2B5EF4-FFF2-40B4-BE49-F238E27FC236}">
                <a16:creationId xmlns:a16="http://schemas.microsoft.com/office/drawing/2014/main" id="{F14D723D-BF87-4A6B-9F66-7692627C55CC}"/>
              </a:ext>
            </a:extLst>
          </p:cNvPr>
          <p:cNvPicPr>
            <a:picLocks xmlns:a="http://schemas.openxmlformats.org/drawingml/2006/main" noChangeAspect="1"/>
          </p:cNvPicPr>
          <p:nvPr/>
        </p:nvPicPr>
        <p:blipFill>
          <a:blip xmlns:r="http://schemas.openxmlformats.org/officeDocument/2006/relationships" xmlns:a="http://schemas.openxmlformats.org/drawingml/2006/main" r:embed="R3e65a1552ad74fc0">
            <a:extLst>
              <a:ext uri="{96DAC541-7B7A-43D3-8B79-37D633B846F1}">
                <asvg:svgBlip xmlns:asvg="http://schemas.microsoft.com/office/drawing/2016/SVG/main" r:embed="R366533b16e5845d2"/>
              </a:ext>
            </a:extLst>
          </a:blip>
          <a:srcRect xmlns:a="http://schemas.openxmlformats.org/drawingml/2006/main" l="0" t="0" r="0" b="0"/>
          <a:stretch xmlns:a="http://schemas.openxmlformats.org/drawingml/2006/main"/>
        </p:blipFill>
        <p:spPr>
          <a:xfrm xmlns:a="http://schemas.openxmlformats.org/drawingml/2006/main">
            <a:off x="730669" y="1132368"/>
            <a:ext cx="1524893" cy="320039"/>
          </a:xfrm>
          <a:prstGeom xmlns:a="http://schemas.openxmlformats.org/drawingml/2006/main" prst="rect">
            <a:avLst/>
          </a:prstGeom>
        </p:spPr>
      </p:pic>
      <p:sp>
        <p:nvSpPr>
          <p:cNvPr id="2" name="Accent mark">
            <a:extLst xmlns:a="http://schemas.openxmlformats.org/drawingml/2006/main">
              <a:ext uri="{FF2B5EF4-FFF2-40B4-BE49-F238E27FC236}">
                <a16:creationId xmlns:a16="http://schemas.microsoft.com/office/drawing/2014/main" id="{B9FBA5DC-EBA8-3759-0EF4-5D00C9CB65F1}"/>
              </a:ext>
            </a:extLst>
          </p:cNvPr>
          <p:cNvSpPr>
            <a:spLocks xmlns:a="http://schemas.openxmlformats.org/drawingml/2006/main" noGrp="1"/>
          </p:cNvSpPr>
          <p:nvPr/>
        </p:nvSpPr>
        <p:spPr>
          <a:xfrm xmlns:a="http://schemas.openxmlformats.org/drawingml/2006/main">
            <a:off x="793805" y="4166108"/>
            <a:ext cx="365760" cy="36576"/>
          </a:xfrm>
          <a:prstGeom xmlns:a="http://schemas.openxmlformats.org/drawingml/2006/main" prst="rect">
            <a:avLst/>
          </a:prstGeom>
          <a:solidFill xmlns:a="http://schemas.openxmlformats.org/drawingml/2006/main">
            <a:srgbClr val="F0CC71"/>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Tree>
  </p:cSld>
</p:sldLayout>
</file>

<file path=ppt/slideLayouts/slideLayout7.xml><?xml version="1.0" encoding="utf-8"?>
<p:sldLayout xmlns:p="http://schemas.openxmlformats.org/presentationml/2006/main" preserve="1" userDrawn="1">
  <p:cSld name="Title/Cover_4">
    <p:bg>
      <p:bgPr>
        <a:blipFill xmlns:a="http://schemas.openxmlformats.org/drawingml/2006/main" rotWithShape="1">
          <a:blip xmlns:r="http://schemas.openxmlformats.org/officeDocument/2006/relationships" r:embed="Rce5fa30613164df3">
            <a:lum/>
          </a:blip>
          <a:srcRect l="0" t="0" r="0" b="0"/>
          <a:stretch>
            <a:fillRect l="0" t="0" r="0" b="0"/>
          </a:stretch>
        </a:blipFill>
      </p:bgPr>
    </p:bg>
    <p:spTree>
      <p:nvGrpSpPr>
        <p:cNvPr id="1" name=""/>
        <p:cNvGrpSpPr/>
        <p:nvPr/>
      </p:nvGrpSpPr>
      <p:grpSpPr>
        <a:xfrm xmlns:a="http://schemas.openxmlformats.org/drawingml/2006/main"/>
      </p:grpSpPr>
      <p:sp>
        <p:nvSpPr>
          <p:cNvPr id="24" name="Title">
            <a:extLst xmlns:a="http://schemas.openxmlformats.org/drawingml/2006/main">
              <a:ext uri="{FF2B5EF4-FFF2-40B4-BE49-F238E27FC236}">
                <a16:creationId xmlns:a16="http://schemas.microsoft.com/office/drawing/2014/main" id="{461BB5F1-8825-7944-96EB-8445317513F5}"/>
              </a:ext>
            </a:extLst>
          </p:cNvPr>
          <p:cNvSpPr>
            <a:spLocks xmlns:a="http://schemas.openxmlformats.org/drawingml/2006/main" noGrp="1"/>
          </p:cNvSpPr>
          <p:nvPr>
            <p:ph type="ctrTitle" idx="0" hasCustomPrompt="1"/>
          </p:nvPr>
        </p:nvSpPr>
        <p:spPr>
          <a:xfrm xmlns:a="http://schemas.openxmlformats.org/drawingml/2006/main">
            <a:off x="792470" y="2148840"/>
            <a:ext cx="6217920" cy="1280160"/>
          </a:xfrm>
          <a:prstGeom xmlns:a="http://schemas.openxmlformats.org/drawingml/2006/main" prst="rect">
            <a:avLst/>
          </a:prstGeom>
          <a:noFill xmlns:a="http://schemas.openxmlformats.org/drawingml/2006/main"/>
        </p:spPr>
        <p:txBody>
          <a:bodyPr xmlns:a="http://schemas.openxmlformats.org/drawingml/2006/main" vert="horz" wrap="square" lIns="0" tIns="0" rIns="0" bIns="91440" anchor="b">
            <a:noAutofit/>
          </a:bodyPr>
          <a:lstStyle xmlns:a="http://schemas.openxmlformats.org/drawingml/2006/main">
            <a:lvl1pPr>
              <a:lnSpc>
                <a:spcPct val="100000"/>
              </a:lnSpc>
              <a:buNone/>
              <a:defRPr sz="4000" b="1">
                <a:latin typeface="+mn-lt"/>
                <a:ea typeface="+mn-lt"/>
                <a:cs typeface="+mn-lt"/>
              </a:defRPr>
            </a:lvl1pPr>
          </a:lstStyle>
          <a:p xmlns:a="http://schemas.openxmlformats.org/drawingml/2006/main">
            <a:pPr lvl="0">
              <a:lnSpc>
                <a:spcPct val="100000"/>
              </a:lnSpc>
              <a:buNone/>
            </a:pPr>
            <a:r>
              <a:t>Fusion Suite title</a:t>
            </a:r>
            <a:br/>
            <a:r>
              <a:t>Oracle Sans Tab Bold</a:t>
            </a:r>
          </a:p>
        </p:txBody>
      </p:sp>
      <p:sp>
        <p:nvSpPr>
          <p:cNvPr id="25" name="Subhead">
            <a:extLst xmlns:a="http://schemas.openxmlformats.org/drawingml/2006/main">
              <a:ext uri="{FF2B5EF4-FFF2-40B4-BE49-F238E27FC236}">
                <a16:creationId xmlns:a16="http://schemas.microsoft.com/office/drawing/2014/main" id="{DE85AE1C-733D-7244-A6DA-C3ADBC76ED0C}"/>
              </a:ext>
            </a:extLst>
          </p:cNvPr>
          <p:cNvSpPr>
            <a:spLocks xmlns:a="http://schemas.openxmlformats.org/drawingml/2006/main" noGrp="1"/>
          </p:cNvSpPr>
          <p:nvPr>
            <p:ph type="body" idx="33" hasCustomPrompt="1"/>
          </p:nvPr>
        </p:nvSpPr>
        <p:spPr>
          <a:xfrm xmlns:a="http://schemas.openxmlformats.org/drawingml/2006/main">
            <a:off x="792470" y="3519553"/>
            <a:ext cx="6217920" cy="341247"/>
          </a:xfrm>
          <a:prstGeom xmlns:a="http://schemas.openxmlformats.org/drawingml/2006/main" prst="rect">
            <a:avLst/>
          </a:prstGeom>
          <a:noFill xmlns:a="http://schemas.openxmlformats.org/drawingml/2006/main"/>
        </p:spPr>
        <p:txBody>
          <a:bodyPr xmlns:a="http://schemas.openxmlformats.org/drawingml/2006/main">
            <a:noAutofit/>
          </a:bodyPr>
          <a:lstStyle xmlns:a="http://schemas.openxmlformats.org/drawingml/2006/main">
            <a:lvl1pPr marL="0" marR="0" indent="0" algn="l" defTabSz="914400">
              <a:lnSpc>
                <a:spcPct val="100000"/>
              </a:lnSpc>
              <a:spcBef>
                <a:spcPts val="1000"/>
              </a:spcBef>
              <a:spcAft>
                <a:spcPts val="0"/>
              </a:spcAft>
              <a:buClrTx/>
              <a:buSzTx/>
              <a:buFont typeface="Arial"/>
              <a:buNone/>
              <a:defRPr sz="2400" b="0">
                <a:solidFill>
                  <a:schemeClr val="tx1"/>
                </a:solidFill>
              </a:defRPr>
            </a:lvl1pPr>
          </a:lstStyle>
          <a:p xmlns:a="http://schemas.openxmlformats.org/drawingml/2006/main">
            <a:pPr marL="0" marR="0" lvl="0" indent="0" algn="l" defTabSz="914400">
              <a:lnSpc>
                <a:spcPct val="90000"/>
              </a:lnSpc>
              <a:spcBef>
                <a:spcPts val="1000"/>
              </a:spcBef>
              <a:spcAft>
                <a:spcPts val="0"/>
              </a:spcAft>
              <a:buClrTx/>
              <a:buSzTx/>
              <a:buFont typeface="Arial"/>
              <a:buNone/>
            </a:pPr>
            <a:r>
              <a:t>Subhead goes here on one line.</a:t>
            </a:r>
          </a:p>
        </p:txBody>
      </p:sp>
      <p:sp>
        <p:nvSpPr>
          <p:cNvPr id="11" name="Text Field">
            <a:extLst xmlns:a="http://schemas.openxmlformats.org/drawingml/2006/main">
              <a:ext uri="{FF2B5EF4-FFF2-40B4-BE49-F238E27FC236}">
                <a16:creationId xmlns:a16="http://schemas.microsoft.com/office/drawing/2014/main" id="{5096A149-B6C9-A04E-A2B0-54CCFAA42526}"/>
              </a:ext>
            </a:extLst>
          </p:cNvPr>
          <p:cNvSpPr>
            <a:spLocks xmlns:a="http://schemas.openxmlformats.org/drawingml/2006/main" noGrp="1"/>
          </p:cNvSpPr>
          <p:nvPr>
            <p:ph type="body" idx="35" hasCustomPrompt="1"/>
          </p:nvPr>
        </p:nvSpPr>
        <p:spPr>
          <a:xfrm xmlns:a="http://schemas.openxmlformats.org/drawingml/2006/main">
            <a:off x="792470" y="4544568"/>
            <a:ext cx="5077970" cy="266291"/>
          </a:xfrm>
          <a:prstGeom xmlns:a="http://schemas.openxmlformats.org/drawingml/2006/main" prst="rect">
            <a:avLst/>
          </a:prstGeom>
          <a:noFill xmlns:a="http://schemas.openxmlformats.org/drawingml/2006/main"/>
        </p:spPr>
        <p:txBody>
          <a:bodyPr xmlns:a="http://schemas.openxmlformats.org/drawingml/2006/main">
            <a:noAutofit/>
          </a:bodyPr>
          <a:lstStyle xmlns:a="http://schemas.openxmlformats.org/drawingml/2006/main">
            <a:lvl1pPr>
              <a:lnSpc>
                <a:spcPct val="100000"/>
              </a:lnSpc>
              <a:buNone/>
              <a:defRPr b="1"/>
            </a:lvl1pPr>
          </a:lstStyle>
          <a:p xmlns:a="http://schemas.openxmlformats.org/drawingml/2006/main">
            <a:pPr lvl="0">
              <a:buNone/>
            </a:pPr>
            <a:r>
              <a:t>Name</a:t>
            </a:r>
          </a:p>
        </p:txBody>
      </p:sp>
      <p:sp>
        <p:nvSpPr>
          <p:cNvPr id="10" name="Text Field 2">
            <a:extLst xmlns:a="http://schemas.openxmlformats.org/drawingml/2006/main">
              <a:ext uri="{FF2B5EF4-FFF2-40B4-BE49-F238E27FC236}">
                <a16:creationId xmlns:a16="http://schemas.microsoft.com/office/drawing/2014/main" id="{A57492F9-1AD2-9346-9BB6-C0CF36DEF5ED}"/>
              </a:ext>
            </a:extLst>
          </p:cNvPr>
          <p:cNvSpPr>
            <a:spLocks xmlns:a="http://schemas.openxmlformats.org/drawingml/2006/main" noGrp="1"/>
          </p:cNvSpPr>
          <p:nvPr>
            <p:ph type="body" idx="34" hasCustomPrompt="1"/>
          </p:nvPr>
        </p:nvSpPr>
        <p:spPr>
          <a:xfrm xmlns:a="http://schemas.openxmlformats.org/drawingml/2006/main">
            <a:off x="792470" y="4882896"/>
            <a:ext cx="5077970" cy="895181"/>
          </a:xfrm>
          <a:prstGeom xmlns:a="http://schemas.openxmlformats.org/drawingml/2006/main" prst="rect">
            <a:avLst/>
          </a:prstGeom>
          <a:noFill xmlns:a="http://schemas.openxmlformats.org/drawingml/2006/main"/>
        </p:spPr>
        <p:txBody>
          <a:bodyPr xmlns:a="http://schemas.openxmlformats.org/drawingml/2006/main">
            <a:noAutofit/>
          </a:bodyPr>
          <a:lstStyle xmlns:a="http://schemas.openxmlformats.org/drawingml/2006/main">
            <a:lvl1pPr>
              <a:lnSpc>
                <a:spcPct val="100000"/>
              </a:lnSpc>
              <a:buNone/>
              <a:defRPr/>
            </a:lvl1pPr>
          </a:lstStyle>
          <a:p xmlns:a="http://schemas.openxmlformats.org/drawingml/2006/main">
            <a:pPr lvl="0">
              <a:buNone/>
            </a:pPr>
            <a:r>
              <a:t>Presenter’s Title</a:t>
            </a:r>
          </a:p>
          <a:p xmlns:a="http://schemas.openxmlformats.org/drawingml/2006/main">
            <a:pPr lvl="0">
              <a:buNone/>
            </a:pPr>
            <a:r>
              <a:t>Organization, Division or Business Unit</a:t>
            </a:r>
          </a:p>
          <a:p xmlns:a="http://schemas.openxmlformats.org/drawingml/2006/main">
            <a:pPr lvl="0">
              <a:buNone/>
            </a:pPr>
            <a:r>
              <a:t>Month 00, 2023</a:t>
            </a:r>
          </a:p>
        </p:txBody>
      </p:sp>
      <p:pic>
        <p:nvPicPr>
          <p:cNvPr id="14" name="Oracle Logo">
            <a:extLst xmlns:a="http://schemas.openxmlformats.org/drawingml/2006/main">
              <a:ext uri="{FF2B5EF4-FFF2-40B4-BE49-F238E27FC236}">
                <a16:creationId xmlns:a16="http://schemas.microsoft.com/office/drawing/2014/main" id="{FAB3D5F3-2604-49B8-B77D-3B8F59141F2C}"/>
              </a:ext>
            </a:extLst>
          </p:cNvPr>
          <p:cNvPicPr>
            <a:picLocks xmlns:a="http://schemas.openxmlformats.org/drawingml/2006/main" noChangeAspect="1"/>
          </p:cNvPicPr>
          <p:nvPr/>
        </p:nvPicPr>
        <p:blipFill>
          <a:blip xmlns:r="http://schemas.openxmlformats.org/officeDocument/2006/relationships" xmlns:a="http://schemas.openxmlformats.org/drawingml/2006/main" r:embed="Raaa311e3399940ad">
            <a:extLst>
              <a:ext uri="{96DAC541-7B7A-43D3-8B79-37D633B846F1}">
                <asvg:svgBlip xmlns:asvg="http://schemas.microsoft.com/office/drawing/2016/SVG/main" r:embed="R82c53b228e684ff6"/>
              </a:ext>
            </a:extLst>
          </a:blip>
          <a:srcRect xmlns:a="http://schemas.openxmlformats.org/drawingml/2006/main" l="0" t="0" r="0" b="0"/>
          <a:stretch xmlns:a="http://schemas.openxmlformats.org/drawingml/2006/main"/>
        </p:blipFill>
        <p:spPr>
          <a:xfrm xmlns:a="http://schemas.openxmlformats.org/drawingml/2006/main">
            <a:off x="730669" y="1132368"/>
            <a:ext cx="1524893" cy="320039"/>
          </a:xfrm>
          <a:prstGeom xmlns:a="http://schemas.openxmlformats.org/drawingml/2006/main" prst="rect">
            <a:avLst/>
          </a:prstGeom>
        </p:spPr>
      </p:pic>
      <p:sp>
        <p:nvSpPr>
          <p:cNvPr id="5" name="Slide Number Placeholder 4">
            <a:extLst xmlns:a="http://schemas.openxmlformats.org/drawingml/2006/main">
              <a:ext uri="{FF2B5EF4-FFF2-40B4-BE49-F238E27FC236}">
                <a16:creationId xmlns:a16="http://schemas.microsoft.com/office/drawing/2014/main" id="{3DCCBFFD-1208-DC98-6F83-AD17B21EFDE4}"/>
              </a:ext>
            </a:extLst>
          </p:cNvPr>
          <p:cNvSpPr>
            <a:spLocks xmlns:a="http://schemas.openxmlformats.org/drawingml/2006/main" noGrp="1"/>
          </p:cNvSpPr>
          <p:nvPr>
            <p:ph type="sldNum" idx="12"/>
          </p:nvPr>
        </p:nvSpPr>
        <p:spPr>
          <a:xfrm xmlns:a="http://schemas.openxmlformats.org/drawingml/2006/main">
            <a:off x="762000" y="6995117"/>
            <a:ext cx="365760" cy="365760"/>
          </a:xfrm>
        </p:spPr>
        <p:txBody>
          <a:bodyPr xmlns:a="http://schemas.openxmlformats.org/drawingml/2006/main"/>
          <a:lstStyle xmlns:a="http://schemas.openxmlformats.org/drawingml/2006/main">
            <a:lvl1pPr>
              <a:buNone/>
              <a:defRPr>
                <a:noFill/>
              </a:defRPr>
            </a:lvl1pPr>
          </a:lstStyle>
          <a:p xmlns:a="http://schemas.openxmlformats.org/drawingml/2006/main">
            <a:fld id="{345D60D9-5372-5F40-9443-0F9AE5BDC3C8}" type="slidenum">
              <a:t>‹#›</a:t>
            </a:fld>
            <a:endParaRPr/>
          </a:p>
        </p:txBody>
      </p:sp>
      <p:sp>
        <p:nvSpPr>
          <p:cNvPr id="4" name="Footer Placeholder 3">
            <a:extLst xmlns:a="http://schemas.openxmlformats.org/drawingml/2006/main">
              <a:ext uri="{FF2B5EF4-FFF2-40B4-BE49-F238E27FC236}">
                <a16:creationId xmlns:a16="http://schemas.microsoft.com/office/drawing/2014/main" id="{9C95C387-C6B6-B09D-D9C1-A530A566B205}"/>
              </a:ext>
            </a:extLst>
          </p:cNvPr>
          <p:cNvSpPr>
            <a:spLocks xmlns:a="http://schemas.openxmlformats.org/drawingml/2006/main" noGrp="1"/>
          </p:cNvSpPr>
          <p:nvPr>
            <p:ph type="ftr" idx="36"/>
          </p:nvPr>
        </p:nvSpPr>
        <p:spPr>
          <a:xfrm xmlns:a="http://schemas.openxmlformats.org/drawingml/2006/main">
            <a:off x="1127759" y="6995435"/>
            <a:ext cx="5745379" cy="365125"/>
          </a:xfrm>
        </p:spPr>
        <p:txBody>
          <a:bodyPr xmlns:a="http://schemas.openxmlformats.org/drawingml/2006/main"/>
          <a:lstStyle xmlns:a="http://schemas.openxmlformats.org/drawingml/2006/main">
            <a:lvl1pPr>
              <a:buNone/>
              <a:defRPr>
                <a:noFill/>
              </a:defRPr>
            </a:lvl1pPr>
          </a:lstStyle>
          <a:p xmlns:a="http://schemas.openxmlformats.org/drawingml/2006/main">
            <a:r>
              <a:t>Copyright © 2025, Oracle and/or its affiliates |  Confidential: Internal/Restricted/Highly Restricted</a:t>
            </a:r>
            <a:endParaRPr/>
          </a:p>
        </p:txBody>
      </p:sp>
      <p:sp>
        <p:nvSpPr>
          <p:cNvPr id="3" name="Date Placeholder 2">
            <a:extLst xmlns:a="http://schemas.openxmlformats.org/drawingml/2006/main">
              <a:ext uri="{FF2B5EF4-FFF2-40B4-BE49-F238E27FC236}">
                <a16:creationId xmlns:a16="http://schemas.microsoft.com/office/drawing/2014/main" id="{81CE87F9-CC9A-B7B1-715A-1FC35C2906A5}"/>
              </a:ext>
            </a:extLst>
          </p:cNvPr>
          <p:cNvSpPr>
            <a:spLocks xmlns:a="http://schemas.openxmlformats.org/drawingml/2006/main" noGrp="1"/>
          </p:cNvSpPr>
          <p:nvPr>
            <p:ph type="dt" idx="10"/>
          </p:nvPr>
        </p:nvSpPr>
        <p:spPr>
          <a:xfrm xmlns:a="http://schemas.openxmlformats.org/drawingml/2006/main">
            <a:off x="6873138" y="6997061"/>
            <a:ext cx="2743200" cy="363500"/>
          </a:xfrm>
        </p:spPr>
        <p:txBody>
          <a:bodyPr xmlns:a="http://schemas.openxmlformats.org/drawingml/2006/main"/>
          <a:lstStyle xmlns:a="http://schemas.openxmlformats.org/drawingml/2006/main">
            <a:lvl1pPr>
              <a:buNone/>
              <a:defRPr>
                <a:noFill/>
              </a:defRPr>
            </a:lvl1pPr>
          </a:lstStyle>
          <a:p xmlns:a="http://schemas.openxmlformats.org/drawingml/2006/main">
            <a:r>
              <a:t>[Date]</a:t>
            </a:r>
            <a:endParaRPr/>
          </a:p>
        </p:txBody>
      </p:sp>
      <p:sp>
        <p:nvSpPr>
          <p:cNvPr id="2" name="Accent mark">
            <a:extLst xmlns:a="http://schemas.openxmlformats.org/drawingml/2006/main">
              <a:ext uri="{FF2B5EF4-FFF2-40B4-BE49-F238E27FC236}">
                <a16:creationId xmlns:a16="http://schemas.microsoft.com/office/drawing/2014/main" id="{834756B5-7E88-686B-81C7-9145FA6393AA}"/>
              </a:ext>
            </a:extLst>
          </p:cNvPr>
          <p:cNvSpPr>
            <a:spLocks xmlns:a="http://schemas.openxmlformats.org/drawingml/2006/main" noGrp="1"/>
          </p:cNvSpPr>
          <p:nvPr/>
        </p:nvSpPr>
        <p:spPr>
          <a:xfrm xmlns:a="http://schemas.openxmlformats.org/drawingml/2006/main">
            <a:off x="793805" y="4166108"/>
            <a:ext cx="365760" cy="36576"/>
          </a:xfrm>
          <a:prstGeom xmlns:a="http://schemas.openxmlformats.org/drawingml/2006/main" prst="rect">
            <a:avLst/>
          </a:prstGeom>
          <a:solidFill xmlns:a="http://schemas.openxmlformats.org/drawingml/2006/main">
            <a:srgbClr val="F0CC71"/>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Tree>
  </p:cSld>
</p:sldLayout>
</file>

<file path=ppt/slideLayouts/slideLayout8.xml><?xml version="1.0" encoding="utf-8"?>
<p:sldLayout xmlns:p="http://schemas.openxmlformats.org/presentationml/2006/main" preserve="1" userDrawn="1">
  <p:cSld name="Title/Cover_5">
    <p:bg>
      <p:bgPr>
        <a:blipFill xmlns:a="http://schemas.openxmlformats.org/drawingml/2006/main" rotWithShape="1">
          <a:blip xmlns:r="http://schemas.openxmlformats.org/officeDocument/2006/relationships" r:embed="R656d977f61c94ba9">
            <a:lum/>
          </a:blip>
          <a:srcRect l="0" t="0" r="0" b="0"/>
          <a:stretch>
            <a:fillRect l="0" t="0" r="0" b="0"/>
          </a:stretch>
        </a:blipFill>
      </p:bgPr>
    </p:bg>
    <p:spTree>
      <p:nvGrpSpPr>
        <p:cNvPr id="1" name=""/>
        <p:cNvGrpSpPr/>
        <p:nvPr/>
      </p:nvGrpSpPr>
      <p:grpSpPr>
        <a:xfrm xmlns:a="http://schemas.openxmlformats.org/drawingml/2006/main"/>
      </p:grpSpPr>
      <p:sp>
        <p:nvSpPr>
          <p:cNvPr id="6" name="Title">
            <a:extLst xmlns:a="http://schemas.openxmlformats.org/drawingml/2006/main">
              <a:ext uri="{FF2B5EF4-FFF2-40B4-BE49-F238E27FC236}">
                <a16:creationId xmlns:a16="http://schemas.microsoft.com/office/drawing/2014/main" id="{A274040B-F0B7-0500-24CB-E40A3880817B}"/>
              </a:ext>
            </a:extLst>
          </p:cNvPr>
          <p:cNvSpPr>
            <a:spLocks xmlns:a="http://schemas.openxmlformats.org/drawingml/2006/main" noGrp="1"/>
          </p:cNvSpPr>
          <p:nvPr>
            <p:ph type="ctrTitle" idx="0" hasCustomPrompt="1"/>
          </p:nvPr>
        </p:nvSpPr>
        <p:spPr>
          <a:xfrm xmlns:a="http://schemas.openxmlformats.org/drawingml/2006/main">
            <a:off x="792538" y="2148840"/>
            <a:ext cx="6400800" cy="1280160"/>
          </a:xfrm>
          <a:prstGeom xmlns:a="http://schemas.openxmlformats.org/drawingml/2006/main" prst="rect">
            <a:avLst/>
          </a:prstGeom>
          <a:noFill xmlns:a="http://schemas.openxmlformats.org/drawingml/2006/main"/>
        </p:spPr>
        <p:txBody>
          <a:bodyPr xmlns:a="http://schemas.openxmlformats.org/drawingml/2006/main" vert="horz" wrap="square" lIns="0" tIns="0" rIns="0" bIns="91440" anchor="b">
            <a:noAutofit/>
          </a:bodyPr>
          <a:lstStyle xmlns:a="http://schemas.openxmlformats.org/drawingml/2006/main">
            <a:lvl1pPr>
              <a:lnSpc>
                <a:spcPct val="100000"/>
              </a:lnSpc>
              <a:buNone/>
              <a:defRPr sz="4000" b="1" i="0">
                <a:latin typeface="Oracle Sans Tab"/>
                <a:ea typeface="Oracle Sans Tab"/>
                <a:cs typeface="Oracle Sans Tab"/>
              </a:defRPr>
            </a:lvl1pPr>
          </a:lstStyle>
          <a:p xmlns:a="http://schemas.openxmlformats.org/drawingml/2006/main">
            <a:pPr lvl="0">
              <a:lnSpc>
                <a:spcPct val="100000"/>
              </a:lnSpc>
              <a:buNone/>
            </a:pPr>
            <a:r>
              <a:t>SCM title (up to two lines) </a:t>
            </a:r>
            <a:br/>
            <a:r>
              <a:t>Oracle Sans Tab Bold</a:t>
            </a:r>
          </a:p>
        </p:txBody>
      </p:sp>
      <p:sp>
        <p:nvSpPr>
          <p:cNvPr id="7" name="Subhead">
            <a:extLst xmlns:a="http://schemas.openxmlformats.org/drawingml/2006/main">
              <a:ext uri="{FF2B5EF4-FFF2-40B4-BE49-F238E27FC236}">
                <a16:creationId xmlns:a16="http://schemas.microsoft.com/office/drawing/2014/main" id="{BB696622-2058-4C4E-FECA-34F1F6C4A20D}"/>
              </a:ext>
            </a:extLst>
          </p:cNvPr>
          <p:cNvSpPr>
            <a:spLocks xmlns:a="http://schemas.openxmlformats.org/drawingml/2006/main" noGrp="1"/>
          </p:cNvSpPr>
          <p:nvPr>
            <p:ph type="body" idx="33" hasCustomPrompt="1"/>
          </p:nvPr>
        </p:nvSpPr>
        <p:spPr>
          <a:xfrm xmlns:a="http://schemas.openxmlformats.org/drawingml/2006/main">
            <a:off x="792538" y="3519553"/>
            <a:ext cx="6400800" cy="341247"/>
          </a:xfrm>
          <a:prstGeom xmlns:a="http://schemas.openxmlformats.org/drawingml/2006/main" prst="rect">
            <a:avLst/>
          </a:prstGeom>
          <a:noFill xmlns:a="http://schemas.openxmlformats.org/drawingml/2006/main"/>
        </p:spPr>
        <p:txBody>
          <a:bodyPr xmlns:a="http://schemas.openxmlformats.org/drawingml/2006/main">
            <a:noAutofit/>
          </a:bodyPr>
          <a:lstStyle xmlns:a="http://schemas.openxmlformats.org/drawingml/2006/main">
            <a:lvl1pPr marL="0" marR="0" indent="0" algn="l" defTabSz="914400">
              <a:lnSpc>
                <a:spcPct val="100000"/>
              </a:lnSpc>
              <a:spcBef>
                <a:spcPts val="1000"/>
              </a:spcBef>
              <a:spcAft>
                <a:spcPts val="0"/>
              </a:spcAft>
              <a:buClrTx/>
              <a:buSzTx/>
              <a:buFont typeface="Arial"/>
              <a:buNone/>
              <a:defRPr sz="2400" b="0" i="0">
                <a:solidFill>
                  <a:schemeClr val="tx1"/>
                </a:solidFill>
                <a:latin typeface="Oracle Sans Tab"/>
                <a:ea typeface="Oracle Sans Tab"/>
                <a:cs typeface="Oracle Sans Tab"/>
              </a:defRPr>
            </a:lvl1pPr>
          </a:lstStyle>
          <a:p xmlns:a="http://schemas.openxmlformats.org/drawingml/2006/main">
            <a:pPr marL="0" marR="0" lvl="0" indent="0" algn="l" defTabSz="914400">
              <a:lnSpc>
                <a:spcPct val="90000"/>
              </a:lnSpc>
              <a:spcBef>
                <a:spcPts val="1000"/>
              </a:spcBef>
              <a:spcAft>
                <a:spcPts val="0"/>
              </a:spcAft>
              <a:buClrTx/>
              <a:buSzTx/>
              <a:buFont typeface="Arial"/>
              <a:buNone/>
            </a:pPr>
            <a:r>
              <a:t>Subhead goes here on one line.</a:t>
            </a:r>
          </a:p>
        </p:txBody>
      </p:sp>
      <p:sp>
        <p:nvSpPr>
          <p:cNvPr id="8" name="Text Field">
            <a:extLst xmlns:a="http://schemas.openxmlformats.org/drawingml/2006/main">
              <a:ext uri="{FF2B5EF4-FFF2-40B4-BE49-F238E27FC236}">
                <a16:creationId xmlns:a16="http://schemas.microsoft.com/office/drawing/2014/main" id="{08AD1B2D-5265-AF61-4278-C58493F3B2D3}"/>
              </a:ext>
            </a:extLst>
          </p:cNvPr>
          <p:cNvSpPr>
            <a:spLocks xmlns:a="http://schemas.openxmlformats.org/drawingml/2006/main" noGrp="1"/>
          </p:cNvSpPr>
          <p:nvPr>
            <p:ph type="body" idx="35" hasCustomPrompt="1"/>
          </p:nvPr>
        </p:nvSpPr>
        <p:spPr>
          <a:xfrm xmlns:a="http://schemas.openxmlformats.org/drawingml/2006/main">
            <a:off x="792538" y="4544568"/>
            <a:ext cx="5077970" cy="266291"/>
          </a:xfrm>
          <a:prstGeom xmlns:a="http://schemas.openxmlformats.org/drawingml/2006/main" prst="rect">
            <a:avLst/>
          </a:prstGeom>
          <a:noFill xmlns:a="http://schemas.openxmlformats.org/drawingml/2006/main"/>
        </p:spPr>
        <p:txBody>
          <a:bodyPr xmlns:a="http://schemas.openxmlformats.org/drawingml/2006/main">
            <a:noAutofit/>
          </a:bodyPr>
          <a:lstStyle xmlns:a="http://schemas.openxmlformats.org/drawingml/2006/main">
            <a:lvl1pPr>
              <a:lnSpc>
                <a:spcPct val="100000"/>
              </a:lnSpc>
              <a:buNone/>
              <a:defRPr b="1" i="0">
                <a:latin typeface="Oracle Sans Tab"/>
                <a:ea typeface="Oracle Sans Tab"/>
                <a:cs typeface="Oracle Sans Tab"/>
              </a:defRPr>
            </a:lvl1pPr>
          </a:lstStyle>
          <a:p xmlns:a="http://schemas.openxmlformats.org/drawingml/2006/main">
            <a:pPr lvl="0">
              <a:buNone/>
            </a:pPr>
            <a:r>
              <a:t>Name</a:t>
            </a:r>
          </a:p>
        </p:txBody>
      </p:sp>
      <p:sp>
        <p:nvSpPr>
          <p:cNvPr id="9" name="Text Field 2">
            <a:extLst xmlns:a="http://schemas.openxmlformats.org/drawingml/2006/main">
              <a:ext uri="{FF2B5EF4-FFF2-40B4-BE49-F238E27FC236}">
                <a16:creationId xmlns:a16="http://schemas.microsoft.com/office/drawing/2014/main" id="{2BC9F5FB-2E6C-6C9C-FB33-0771B5305E36}"/>
              </a:ext>
            </a:extLst>
          </p:cNvPr>
          <p:cNvSpPr>
            <a:spLocks xmlns:a="http://schemas.openxmlformats.org/drawingml/2006/main" noGrp="1"/>
          </p:cNvSpPr>
          <p:nvPr>
            <p:ph type="body" idx="34" hasCustomPrompt="1"/>
          </p:nvPr>
        </p:nvSpPr>
        <p:spPr>
          <a:xfrm xmlns:a="http://schemas.openxmlformats.org/drawingml/2006/main">
            <a:off x="792538" y="4882896"/>
            <a:ext cx="5077970" cy="895181"/>
          </a:xfrm>
          <a:prstGeom xmlns:a="http://schemas.openxmlformats.org/drawingml/2006/main" prst="rect">
            <a:avLst/>
          </a:prstGeom>
          <a:noFill xmlns:a="http://schemas.openxmlformats.org/drawingml/2006/main"/>
        </p:spPr>
        <p:txBody>
          <a:bodyPr xmlns:a="http://schemas.openxmlformats.org/drawingml/2006/main">
            <a:noAutofit/>
          </a:bodyPr>
          <a:lstStyle xmlns:a="http://schemas.openxmlformats.org/drawingml/2006/main">
            <a:lvl1pPr>
              <a:lnSpc>
                <a:spcPct val="100000"/>
              </a:lnSpc>
              <a:buNone/>
              <a:defRPr b="0" i="0">
                <a:latin typeface="Oracle Sans Tab"/>
                <a:ea typeface="Oracle Sans Tab"/>
                <a:cs typeface="Oracle Sans Tab"/>
              </a:defRPr>
            </a:lvl1pPr>
          </a:lstStyle>
          <a:p xmlns:a="http://schemas.openxmlformats.org/drawingml/2006/main">
            <a:pPr lvl="0">
              <a:buNone/>
            </a:pPr>
            <a:r>
              <a:t>Presenter’s Title</a:t>
            </a:r>
          </a:p>
          <a:p xmlns:a="http://schemas.openxmlformats.org/drawingml/2006/main">
            <a:pPr lvl="0">
              <a:buNone/>
            </a:pPr>
            <a:r>
              <a:t>Organization, Division or Business Unit</a:t>
            </a:r>
          </a:p>
          <a:p xmlns:a="http://schemas.openxmlformats.org/drawingml/2006/main">
            <a:pPr lvl="0">
              <a:buNone/>
            </a:pPr>
            <a:r>
              <a:t>Month 00, 2023</a:t>
            </a:r>
          </a:p>
        </p:txBody>
      </p:sp>
      <p:sp>
        <p:nvSpPr>
          <p:cNvPr id="5" name="Slide Number Placeholder 4">
            <a:extLst xmlns:a="http://schemas.openxmlformats.org/drawingml/2006/main">
              <a:ext uri="{FF2B5EF4-FFF2-40B4-BE49-F238E27FC236}">
                <a16:creationId xmlns:a16="http://schemas.microsoft.com/office/drawing/2014/main" id="{68AE499B-EBAD-FB38-949F-59147DB0EA0A}"/>
              </a:ext>
            </a:extLst>
          </p:cNvPr>
          <p:cNvSpPr>
            <a:spLocks xmlns:a="http://schemas.openxmlformats.org/drawingml/2006/main" noGrp="1"/>
          </p:cNvSpPr>
          <p:nvPr>
            <p:ph type="sldNum" idx="12"/>
          </p:nvPr>
        </p:nvSpPr>
        <p:spPr>
          <a:xfrm xmlns:a="http://schemas.openxmlformats.org/drawingml/2006/main">
            <a:off x="762000" y="6995117"/>
            <a:ext cx="365760" cy="365760"/>
          </a:xfrm>
        </p:spPr>
        <p:txBody>
          <a:bodyPr xmlns:a="http://schemas.openxmlformats.org/drawingml/2006/main"/>
          <a:lstStyle xmlns:a="http://schemas.openxmlformats.org/drawingml/2006/main">
            <a:lvl1pPr>
              <a:buNone/>
              <a:defRPr>
                <a:noFill/>
              </a:defRPr>
            </a:lvl1pPr>
          </a:lstStyle>
          <a:p xmlns:a="http://schemas.openxmlformats.org/drawingml/2006/main">
            <a:fld id="{345D60D9-5372-5F40-9443-0F9AE5BDC3C8}" type="slidenum">
              <a:t>‹#›</a:t>
            </a:fld>
            <a:endParaRPr/>
          </a:p>
        </p:txBody>
      </p:sp>
      <p:sp>
        <p:nvSpPr>
          <p:cNvPr id="4" name="Footer Placeholder 3">
            <a:extLst xmlns:a="http://schemas.openxmlformats.org/drawingml/2006/main">
              <a:ext uri="{FF2B5EF4-FFF2-40B4-BE49-F238E27FC236}">
                <a16:creationId xmlns:a16="http://schemas.microsoft.com/office/drawing/2014/main" id="{5AB17156-07C5-6698-A84A-64A1E6FB7115}"/>
              </a:ext>
            </a:extLst>
          </p:cNvPr>
          <p:cNvSpPr>
            <a:spLocks xmlns:a="http://schemas.openxmlformats.org/drawingml/2006/main" noGrp="1"/>
          </p:cNvSpPr>
          <p:nvPr>
            <p:ph type="ftr" idx="36"/>
          </p:nvPr>
        </p:nvSpPr>
        <p:spPr>
          <a:xfrm xmlns:a="http://schemas.openxmlformats.org/drawingml/2006/main">
            <a:off x="1127759" y="6995435"/>
            <a:ext cx="5745379" cy="365125"/>
          </a:xfrm>
        </p:spPr>
        <p:txBody>
          <a:bodyPr xmlns:a="http://schemas.openxmlformats.org/drawingml/2006/main"/>
          <a:lstStyle xmlns:a="http://schemas.openxmlformats.org/drawingml/2006/main">
            <a:lvl1pPr>
              <a:buNone/>
              <a:defRPr>
                <a:noFill/>
              </a:defRPr>
            </a:lvl1pPr>
          </a:lstStyle>
          <a:p xmlns:a="http://schemas.openxmlformats.org/drawingml/2006/main">
            <a:r>
              <a:t>Copyright © 2025, Oracle and/or its affiliates |  Confidential: Internal/Restricted/Highly Restricted</a:t>
            </a:r>
            <a:endParaRPr/>
          </a:p>
        </p:txBody>
      </p:sp>
      <p:sp>
        <p:nvSpPr>
          <p:cNvPr id="3" name="Date Placeholder 2">
            <a:extLst xmlns:a="http://schemas.openxmlformats.org/drawingml/2006/main">
              <a:ext uri="{FF2B5EF4-FFF2-40B4-BE49-F238E27FC236}">
                <a16:creationId xmlns:a16="http://schemas.microsoft.com/office/drawing/2014/main" id="{E9AF2F7B-85CD-E771-2A37-0C490AADFAA0}"/>
              </a:ext>
            </a:extLst>
          </p:cNvPr>
          <p:cNvSpPr>
            <a:spLocks xmlns:a="http://schemas.openxmlformats.org/drawingml/2006/main" noGrp="1"/>
          </p:cNvSpPr>
          <p:nvPr>
            <p:ph type="dt" idx="10"/>
          </p:nvPr>
        </p:nvSpPr>
        <p:spPr>
          <a:xfrm xmlns:a="http://schemas.openxmlformats.org/drawingml/2006/main">
            <a:off x="6873138" y="6997061"/>
            <a:ext cx="2743200" cy="363500"/>
          </a:xfrm>
        </p:spPr>
        <p:txBody>
          <a:bodyPr xmlns:a="http://schemas.openxmlformats.org/drawingml/2006/main"/>
          <a:lstStyle xmlns:a="http://schemas.openxmlformats.org/drawingml/2006/main">
            <a:lvl1pPr>
              <a:buNone/>
              <a:defRPr>
                <a:noFill/>
              </a:defRPr>
            </a:lvl1pPr>
          </a:lstStyle>
          <a:p xmlns:a="http://schemas.openxmlformats.org/drawingml/2006/main">
            <a:r>
              <a:t>[Date]</a:t>
            </a:r>
            <a:endParaRPr/>
          </a:p>
        </p:txBody>
      </p:sp>
      <p:pic>
        <p:nvPicPr>
          <p:cNvPr id="10" name="Oracle Logo">
            <a:extLst xmlns:a="http://schemas.openxmlformats.org/drawingml/2006/main">
              <a:ext uri="{FF2B5EF4-FFF2-40B4-BE49-F238E27FC236}">
                <a16:creationId xmlns:a16="http://schemas.microsoft.com/office/drawing/2014/main" id="{F77657CF-818A-4E69-93A5-C3BE482324A9}"/>
              </a:ext>
            </a:extLst>
          </p:cNvPr>
          <p:cNvPicPr>
            <a:picLocks xmlns:a="http://schemas.openxmlformats.org/drawingml/2006/main" noChangeAspect="1"/>
          </p:cNvPicPr>
          <p:nvPr/>
        </p:nvPicPr>
        <p:blipFill>
          <a:blip xmlns:r="http://schemas.openxmlformats.org/officeDocument/2006/relationships" xmlns:a="http://schemas.openxmlformats.org/drawingml/2006/main" r:embed="R8266d0809c684be1">
            <a:extLst>
              <a:ext uri="{96DAC541-7B7A-43D3-8B79-37D633B846F1}">
                <asvg:svgBlip xmlns:asvg="http://schemas.microsoft.com/office/drawing/2016/SVG/main" r:embed="R71c9235fdd9647b8"/>
              </a:ext>
            </a:extLst>
          </a:blip>
          <a:srcRect xmlns:a="http://schemas.openxmlformats.org/drawingml/2006/main" l="0" t="0" r="0" b="0"/>
          <a:stretch xmlns:a="http://schemas.openxmlformats.org/drawingml/2006/main"/>
        </p:blipFill>
        <p:spPr>
          <a:xfrm xmlns:a="http://schemas.openxmlformats.org/drawingml/2006/main">
            <a:off x="730669" y="1132368"/>
            <a:ext cx="1524893" cy="320039"/>
          </a:xfrm>
          <a:prstGeom xmlns:a="http://schemas.openxmlformats.org/drawingml/2006/main" prst="rect">
            <a:avLst/>
          </a:prstGeom>
        </p:spPr>
      </p:pic>
      <p:sp>
        <p:nvSpPr>
          <p:cNvPr id="2" name="Accent mark">
            <a:extLst xmlns:a="http://schemas.openxmlformats.org/drawingml/2006/main">
              <a:ext uri="{FF2B5EF4-FFF2-40B4-BE49-F238E27FC236}">
                <a16:creationId xmlns:a16="http://schemas.microsoft.com/office/drawing/2014/main" id="{968E1C2E-E87B-195A-71AA-AC8BE8FEC015}"/>
              </a:ext>
            </a:extLst>
          </p:cNvPr>
          <p:cNvSpPr>
            <a:spLocks xmlns:a="http://schemas.openxmlformats.org/drawingml/2006/main" noGrp="1"/>
          </p:cNvSpPr>
          <p:nvPr/>
        </p:nvSpPr>
        <p:spPr>
          <a:xfrm xmlns:a="http://schemas.openxmlformats.org/drawingml/2006/main">
            <a:off x="793805" y="4166108"/>
            <a:ext cx="365760" cy="36576"/>
          </a:xfrm>
          <a:prstGeom xmlns:a="http://schemas.openxmlformats.org/drawingml/2006/main" prst="rect">
            <a:avLst/>
          </a:prstGeom>
          <a:solidFill xmlns:a="http://schemas.openxmlformats.org/drawingml/2006/main">
            <a:srgbClr val="F0CC71"/>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Tree>
  </p:cSld>
</p:sldLayout>
</file>

<file path=ppt/slideLayouts/slideLayout9.xml><?xml version="1.0" encoding="utf-8"?>
<p:sldLayout xmlns:p="http://schemas.openxmlformats.org/presentationml/2006/main" preserve="1" userDrawn="1">
  <p:cSld name="Cover/Title_6">
    <p:bg>
      <p:bgPr>
        <a:blipFill xmlns:a="http://schemas.openxmlformats.org/drawingml/2006/main" rotWithShape="1">
          <a:blip xmlns:r="http://schemas.openxmlformats.org/officeDocument/2006/relationships" r:embed="R9c6ca10ed28245fd">
            <a:lum/>
          </a:blip>
          <a:srcRect l="0" t="0" r="0" b="0"/>
          <a:stretch>
            <a:fillRect l="0" t="0" r="0" b="0"/>
          </a:stretch>
        </a:blipFill>
      </p:bgPr>
    </p:bg>
    <p:spTree>
      <p:nvGrpSpPr>
        <p:cNvPr id="1" name=""/>
        <p:cNvGrpSpPr/>
        <p:nvPr/>
      </p:nvGrpSpPr>
      <p:grpSpPr>
        <a:xfrm xmlns:a="http://schemas.openxmlformats.org/drawingml/2006/main"/>
      </p:grpSpPr>
      <p:sp>
        <p:nvSpPr>
          <p:cNvPr id="6" name="Title">
            <a:extLst xmlns:a="http://schemas.openxmlformats.org/drawingml/2006/main">
              <a:ext uri="{FF2B5EF4-FFF2-40B4-BE49-F238E27FC236}">
                <a16:creationId xmlns:a16="http://schemas.microsoft.com/office/drawing/2014/main" id="{DFFF5E92-4648-2480-5EFA-4514C715D5B2}"/>
              </a:ext>
            </a:extLst>
          </p:cNvPr>
          <p:cNvSpPr>
            <a:spLocks xmlns:a="http://schemas.openxmlformats.org/drawingml/2006/main" noGrp="1"/>
          </p:cNvSpPr>
          <p:nvPr>
            <p:ph type="ctrTitle" idx="0" hasCustomPrompt="1"/>
          </p:nvPr>
        </p:nvSpPr>
        <p:spPr>
          <a:xfrm xmlns:a="http://schemas.openxmlformats.org/drawingml/2006/main">
            <a:off x="792538" y="2148840"/>
            <a:ext cx="6400800" cy="1280160"/>
          </a:xfrm>
          <a:prstGeom xmlns:a="http://schemas.openxmlformats.org/drawingml/2006/main" prst="rect">
            <a:avLst/>
          </a:prstGeom>
          <a:noFill xmlns:a="http://schemas.openxmlformats.org/drawingml/2006/main"/>
        </p:spPr>
        <p:txBody>
          <a:bodyPr xmlns:a="http://schemas.openxmlformats.org/drawingml/2006/main" vert="horz" wrap="square" lIns="0" tIns="0" rIns="0" bIns="91440" anchor="b">
            <a:noAutofit/>
          </a:bodyPr>
          <a:lstStyle xmlns:a="http://schemas.openxmlformats.org/drawingml/2006/main">
            <a:lvl1pPr>
              <a:lnSpc>
                <a:spcPct val="100000"/>
              </a:lnSpc>
              <a:buNone/>
              <a:defRPr sz="4000" b="1" i="0">
                <a:latin typeface="Oracle Sans Tab"/>
                <a:ea typeface="Oracle Sans Tab"/>
                <a:cs typeface="Oracle Sans Tab"/>
              </a:defRPr>
            </a:lvl1pPr>
          </a:lstStyle>
          <a:p xmlns:a="http://schemas.openxmlformats.org/drawingml/2006/main">
            <a:pPr lvl="0">
              <a:lnSpc>
                <a:spcPct val="100000"/>
              </a:lnSpc>
              <a:buNone/>
            </a:pPr>
            <a:r>
              <a:t>ERP title (up to two lines) </a:t>
            </a:r>
            <a:br/>
            <a:r>
              <a:t>Oracle Sans Tab Bold</a:t>
            </a:r>
          </a:p>
        </p:txBody>
      </p:sp>
      <p:sp>
        <p:nvSpPr>
          <p:cNvPr id="7" name="Subhead">
            <a:extLst xmlns:a="http://schemas.openxmlformats.org/drawingml/2006/main">
              <a:ext uri="{FF2B5EF4-FFF2-40B4-BE49-F238E27FC236}">
                <a16:creationId xmlns:a16="http://schemas.microsoft.com/office/drawing/2014/main" id="{7184176C-647E-4FA4-7662-D8112ED77D34}"/>
              </a:ext>
            </a:extLst>
          </p:cNvPr>
          <p:cNvSpPr>
            <a:spLocks xmlns:a="http://schemas.openxmlformats.org/drawingml/2006/main" noGrp="1"/>
          </p:cNvSpPr>
          <p:nvPr>
            <p:ph type="body" idx="33" hasCustomPrompt="1"/>
          </p:nvPr>
        </p:nvSpPr>
        <p:spPr>
          <a:xfrm xmlns:a="http://schemas.openxmlformats.org/drawingml/2006/main">
            <a:off x="792538" y="3519553"/>
            <a:ext cx="6400800" cy="341247"/>
          </a:xfrm>
          <a:prstGeom xmlns:a="http://schemas.openxmlformats.org/drawingml/2006/main" prst="rect">
            <a:avLst/>
          </a:prstGeom>
          <a:noFill xmlns:a="http://schemas.openxmlformats.org/drawingml/2006/main"/>
        </p:spPr>
        <p:txBody>
          <a:bodyPr xmlns:a="http://schemas.openxmlformats.org/drawingml/2006/main">
            <a:noAutofit/>
          </a:bodyPr>
          <a:lstStyle xmlns:a="http://schemas.openxmlformats.org/drawingml/2006/main">
            <a:lvl1pPr marL="0" marR="0" indent="0" algn="l" defTabSz="914400">
              <a:lnSpc>
                <a:spcPct val="100000"/>
              </a:lnSpc>
              <a:spcBef>
                <a:spcPts val="1000"/>
              </a:spcBef>
              <a:spcAft>
                <a:spcPts val="0"/>
              </a:spcAft>
              <a:buClrTx/>
              <a:buSzTx/>
              <a:buFont typeface="Arial"/>
              <a:buNone/>
              <a:defRPr sz="2400" b="0" i="0">
                <a:solidFill>
                  <a:schemeClr val="tx1"/>
                </a:solidFill>
                <a:latin typeface="Oracle Sans Tab"/>
                <a:ea typeface="Oracle Sans Tab"/>
                <a:cs typeface="Oracle Sans Tab"/>
              </a:defRPr>
            </a:lvl1pPr>
          </a:lstStyle>
          <a:p xmlns:a="http://schemas.openxmlformats.org/drawingml/2006/main">
            <a:pPr marL="0" marR="0" lvl="0" indent="0" algn="l" defTabSz="914400">
              <a:lnSpc>
                <a:spcPct val="90000"/>
              </a:lnSpc>
              <a:spcBef>
                <a:spcPts val="1000"/>
              </a:spcBef>
              <a:spcAft>
                <a:spcPts val="0"/>
              </a:spcAft>
              <a:buClrTx/>
              <a:buSzTx/>
              <a:buFont typeface="Arial"/>
              <a:buNone/>
            </a:pPr>
            <a:r>
              <a:t>Subhead goes here on one line.</a:t>
            </a:r>
          </a:p>
        </p:txBody>
      </p:sp>
      <p:sp>
        <p:nvSpPr>
          <p:cNvPr id="8" name="Text Field">
            <a:extLst xmlns:a="http://schemas.openxmlformats.org/drawingml/2006/main">
              <a:ext uri="{FF2B5EF4-FFF2-40B4-BE49-F238E27FC236}">
                <a16:creationId xmlns:a16="http://schemas.microsoft.com/office/drawing/2014/main" id="{A2EE897B-F943-19EE-12DF-51761821645F}"/>
              </a:ext>
            </a:extLst>
          </p:cNvPr>
          <p:cNvSpPr>
            <a:spLocks xmlns:a="http://schemas.openxmlformats.org/drawingml/2006/main" noGrp="1"/>
          </p:cNvSpPr>
          <p:nvPr>
            <p:ph type="body" idx="35" hasCustomPrompt="1"/>
          </p:nvPr>
        </p:nvSpPr>
        <p:spPr>
          <a:xfrm xmlns:a="http://schemas.openxmlformats.org/drawingml/2006/main">
            <a:off x="792538" y="4544568"/>
            <a:ext cx="5077970" cy="266291"/>
          </a:xfrm>
          <a:prstGeom xmlns:a="http://schemas.openxmlformats.org/drawingml/2006/main" prst="rect">
            <a:avLst/>
          </a:prstGeom>
          <a:noFill xmlns:a="http://schemas.openxmlformats.org/drawingml/2006/main"/>
        </p:spPr>
        <p:txBody>
          <a:bodyPr xmlns:a="http://schemas.openxmlformats.org/drawingml/2006/main">
            <a:noAutofit/>
          </a:bodyPr>
          <a:lstStyle xmlns:a="http://schemas.openxmlformats.org/drawingml/2006/main">
            <a:lvl1pPr>
              <a:lnSpc>
                <a:spcPct val="100000"/>
              </a:lnSpc>
              <a:buNone/>
              <a:defRPr b="1" i="0">
                <a:latin typeface="Oracle Sans Tab"/>
                <a:ea typeface="Oracle Sans Tab"/>
                <a:cs typeface="Oracle Sans Tab"/>
              </a:defRPr>
            </a:lvl1pPr>
          </a:lstStyle>
          <a:p xmlns:a="http://schemas.openxmlformats.org/drawingml/2006/main">
            <a:pPr lvl="0">
              <a:buNone/>
            </a:pPr>
            <a:r>
              <a:t>Name</a:t>
            </a:r>
          </a:p>
        </p:txBody>
      </p:sp>
      <p:sp>
        <p:nvSpPr>
          <p:cNvPr id="9" name="Text Field 2">
            <a:extLst xmlns:a="http://schemas.openxmlformats.org/drawingml/2006/main">
              <a:ext uri="{FF2B5EF4-FFF2-40B4-BE49-F238E27FC236}">
                <a16:creationId xmlns:a16="http://schemas.microsoft.com/office/drawing/2014/main" id="{CA1E31BC-14D4-B856-F073-5EA6A1E77BAC}"/>
              </a:ext>
            </a:extLst>
          </p:cNvPr>
          <p:cNvSpPr>
            <a:spLocks xmlns:a="http://schemas.openxmlformats.org/drawingml/2006/main" noGrp="1"/>
          </p:cNvSpPr>
          <p:nvPr>
            <p:ph type="body" idx="34" hasCustomPrompt="1"/>
          </p:nvPr>
        </p:nvSpPr>
        <p:spPr>
          <a:xfrm xmlns:a="http://schemas.openxmlformats.org/drawingml/2006/main">
            <a:off x="792538" y="4882896"/>
            <a:ext cx="5077970" cy="895181"/>
          </a:xfrm>
          <a:prstGeom xmlns:a="http://schemas.openxmlformats.org/drawingml/2006/main" prst="rect">
            <a:avLst/>
          </a:prstGeom>
          <a:noFill xmlns:a="http://schemas.openxmlformats.org/drawingml/2006/main"/>
        </p:spPr>
        <p:txBody>
          <a:bodyPr xmlns:a="http://schemas.openxmlformats.org/drawingml/2006/main">
            <a:noAutofit/>
          </a:bodyPr>
          <a:lstStyle xmlns:a="http://schemas.openxmlformats.org/drawingml/2006/main">
            <a:lvl1pPr>
              <a:lnSpc>
                <a:spcPct val="100000"/>
              </a:lnSpc>
              <a:buNone/>
              <a:defRPr b="0" i="0">
                <a:latin typeface="Oracle Sans Tab"/>
                <a:ea typeface="Oracle Sans Tab"/>
                <a:cs typeface="Oracle Sans Tab"/>
              </a:defRPr>
            </a:lvl1pPr>
          </a:lstStyle>
          <a:p xmlns:a="http://schemas.openxmlformats.org/drawingml/2006/main">
            <a:pPr lvl="0">
              <a:buNone/>
            </a:pPr>
            <a:r>
              <a:t>Presenter’s Title</a:t>
            </a:r>
          </a:p>
          <a:p xmlns:a="http://schemas.openxmlformats.org/drawingml/2006/main">
            <a:pPr lvl="0">
              <a:buNone/>
            </a:pPr>
            <a:r>
              <a:t>Organization, Division or Business Unit</a:t>
            </a:r>
          </a:p>
          <a:p xmlns:a="http://schemas.openxmlformats.org/drawingml/2006/main">
            <a:pPr lvl="0">
              <a:buNone/>
            </a:pPr>
            <a:r>
              <a:t>Month 00, 2023</a:t>
            </a:r>
          </a:p>
        </p:txBody>
      </p:sp>
      <p:sp>
        <p:nvSpPr>
          <p:cNvPr id="5" name="Slide Number Placeholder 4">
            <a:extLst xmlns:a="http://schemas.openxmlformats.org/drawingml/2006/main">
              <a:ext uri="{FF2B5EF4-FFF2-40B4-BE49-F238E27FC236}">
                <a16:creationId xmlns:a16="http://schemas.microsoft.com/office/drawing/2014/main" id="{543BB43F-1E4E-AE49-23A6-A224E6C2D0D7}"/>
              </a:ext>
            </a:extLst>
          </p:cNvPr>
          <p:cNvSpPr>
            <a:spLocks xmlns:a="http://schemas.openxmlformats.org/drawingml/2006/main" noGrp="1"/>
          </p:cNvSpPr>
          <p:nvPr>
            <p:ph type="sldNum" idx="12"/>
          </p:nvPr>
        </p:nvSpPr>
        <p:spPr>
          <a:xfrm xmlns:a="http://schemas.openxmlformats.org/drawingml/2006/main">
            <a:off x="762000" y="6995117"/>
            <a:ext cx="365760" cy="365760"/>
          </a:xfrm>
        </p:spPr>
        <p:txBody>
          <a:bodyPr xmlns:a="http://schemas.openxmlformats.org/drawingml/2006/main"/>
          <a:lstStyle xmlns:a="http://schemas.openxmlformats.org/drawingml/2006/main">
            <a:lvl1pPr>
              <a:buNone/>
              <a:defRPr>
                <a:noFill/>
              </a:defRPr>
            </a:lvl1pPr>
          </a:lstStyle>
          <a:p xmlns:a="http://schemas.openxmlformats.org/drawingml/2006/main">
            <a:fld id="{345D60D9-5372-5F40-9443-0F9AE5BDC3C8}" type="slidenum">
              <a:t>‹#›</a:t>
            </a:fld>
            <a:endParaRPr/>
          </a:p>
        </p:txBody>
      </p:sp>
      <p:sp>
        <p:nvSpPr>
          <p:cNvPr id="4" name="Footer Placeholder 3">
            <a:extLst xmlns:a="http://schemas.openxmlformats.org/drawingml/2006/main">
              <a:ext uri="{FF2B5EF4-FFF2-40B4-BE49-F238E27FC236}">
                <a16:creationId xmlns:a16="http://schemas.microsoft.com/office/drawing/2014/main" id="{504A6EC8-17D1-91B9-9CCB-FE079DA5ABFB}"/>
              </a:ext>
            </a:extLst>
          </p:cNvPr>
          <p:cNvSpPr>
            <a:spLocks xmlns:a="http://schemas.openxmlformats.org/drawingml/2006/main" noGrp="1"/>
          </p:cNvSpPr>
          <p:nvPr>
            <p:ph type="ftr" idx="36"/>
          </p:nvPr>
        </p:nvSpPr>
        <p:spPr>
          <a:xfrm xmlns:a="http://schemas.openxmlformats.org/drawingml/2006/main">
            <a:off x="1127759" y="6995435"/>
            <a:ext cx="5745379" cy="365125"/>
          </a:xfrm>
        </p:spPr>
        <p:txBody>
          <a:bodyPr xmlns:a="http://schemas.openxmlformats.org/drawingml/2006/main"/>
          <a:lstStyle xmlns:a="http://schemas.openxmlformats.org/drawingml/2006/main">
            <a:lvl1pPr>
              <a:buNone/>
              <a:defRPr>
                <a:noFill/>
              </a:defRPr>
            </a:lvl1pPr>
          </a:lstStyle>
          <a:p xmlns:a="http://schemas.openxmlformats.org/drawingml/2006/main">
            <a:r>
              <a:t>Copyright © 2025, Oracle and/or its affiliates |  Confidential: Internal/Restricted/Highly Restricted</a:t>
            </a:r>
            <a:endParaRPr/>
          </a:p>
        </p:txBody>
      </p:sp>
      <p:sp>
        <p:nvSpPr>
          <p:cNvPr id="3" name="Date Placeholder 2">
            <a:extLst xmlns:a="http://schemas.openxmlformats.org/drawingml/2006/main">
              <a:ext uri="{FF2B5EF4-FFF2-40B4-BE49-F238E27FC236}">
                <a16:creationId xmlns:a16="http://schemas.microsoft.com/office/drawing/2014/main" id="{EEF621B1-0D26-F83E-E0D2-4B478D80142B}"/>
              </a:ext>
            </a:extLst>
          </p:cNvPr>
          <p:cNvSpPr>
            <a:spLocks xmlns:a="http://schemas.openxmlformats.org/drawingml/2006/main" noGrp="1"/>
          </p:cNvSpPr>
          <p:nvPr>
            <p:ph type="dt" idx="10"/>
          </p:nvPr>
        </p:nvSpPr>
        <p:spPr>
          <a:xfrm xmlns:a="http://schemas.openxmlformats.org/drawingml/2006/main">
            <a:off x="6873138" y="6997061"/>
            <a:ext cx="2743200" cy="363500"/>
          </a:xfrm>
        </p:spPr>
        <p:txBody>
          <a:bodyPr xmlns:a="http://schemas.openxmlformats.org/drawingml/2006/main"/>
          <a:lstStyle xmlns:a="http://schemas.openxmlformats.org/drawingml/2006/main">
            <a:lvl1pPr>
              <a:buNone/>
              <a:defRPr>
                <a:noFill/>
              </a:defRPr>
            </a:lvl1pPr>
          </a:lstStyle>
          <a:p xmlns:a="http://schemas.openxmlformats.org/drawingml/2006/main">
            <a:r>
              <a:t>[Date]</a:t>
            </a:r>
            <a:endParaRPr/>
          </a:p>
        </p:txBody>
      </p:sp>
      <p:pic>
        <p:nvPicPr>
          <p:cNvPr id="10" name="Oracle Logo">
            <a:extLst xmlns:a="http://schemas.openxmlformats.org/drawingml/2006/main">
              <a:ext uri="{FF2B5EF4-FFF2-40B4-BE49-F238E27FC236}">
                <a16:creationId xmlns:a16="http://schemas.microsoft.com/office/drawing/2014/main" id="{8AD0E4D1-80F8-4383-BE09-BFD4214A5562}"/>
              </a:ext>
            </a:extLst>
          </p:cNvPr>
          <p:cNvPicPr>
            <a:picLocks xmlns:a="http://schemas.openxmlformats.org/drawingml/2006/main" noChangeAspect="1"/>
          </p:cNvPicPr>
          <p:nvPr/>
        </p:nvPicPr>
        <p:blipFill>
          <a:blip xmlns:r="http://schemas.openxmlformats.org/officeDocument/2006/relationships" xmlns:a="http://schemas.openxmlformats.org/drawingml/2006/main" r:embed="Rccbc57eae1c84113">
            <a:extLst>
              <a:ext uri="{96DAC541-7B7A-43D3-8B79-37D633B846F1}">
                <asvg:svgBlip xmlns:asvg="http://schemas.microsoft.com/office/drawing/2016/SVG/main" r:embed="Ra753d435faf449d1"/>
              </a:ext>
            </a:extLst>
          </a:blip>
          <a:srcRect xmlns:a="http://schemas.openxmlformats.org/drawingml/2006/main" l="0" t="0" r="0" b="0"/>
          <a:stretch xmlns:a="http://schemas.openxmlformats.org/drawingml/2006/main"/>
        </p:blipFill>
        <p:spPr>
          <a:xfrm xmlns:a="http://schemas.openxmlformats.org/drawingml/2006/main">
            <a:off x="730669" y="1132368"/>
            <a:ext cx="1524893" cy="320039"/>
          </a:xfrm>
          <a:prstGeom xmlns:a="http://schemas.openxmlformats.org/drawingml/2006/main" prst="rect">
            <a:avLst/>
          </a:prstGeom>
        </p:spPr>
      </p:pic>
      <p:sp>
        <p:nvSpPr>
          <p:cNvPr id="2" name="Accent mark">
            <a:extLst xmlns:a="http://schemas.openxmlformats.org/drawingml/2006/main">
              <a:ext uri="{FF2B5EF4-FFF2-40B4-BE49-F238E27FC236}">
                <a16:creationId xmlns:a16="http://schemas.microsoft.com/office/drawing/2014/main" id="{4DD9731D-D638-ACED-0DBB-64723445203A}"/>
              </a:ext>
            </a:extLst>
          </p:cNvPr>
          <p:cNvSpPr>
            <a:spLocks xmlns:a="http://schemas.openxmlformats.org/drawingml/2006/main" noGrp="1"/>
          </p:cNvSpPr>
          <p:nvPr/>
        </p:nvSpPr>
        <p:spPr>
          <a:xfrm xmlns:a="http://schemas.openxmlformats.org/drawingml/2006/main">
            <a:off x="793805" y="4166108"/>
            <a:ext cx="365760" cy="36576"/>
          </a:xfrm>
          <a:prstGeom xmlns:a="http://schemas.openxmlformats.org/drawingml/2006/main" prst="rect">
            <a:avLst/>
          </a:prstGeom>
          <a:solidFill xmlns:a="http://schemas.openxmlformats.org/drawingml/2006/main">
            <a:srgbClr val="F0CC71"/>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Tree>
  </p:cSld>
</p:sldLayout>
</file>

<file path=ppt/slideLayouts/slideLayout10.xml><?xml version="1.0" encoding="utf-8"?>
<p:sldLayout xmlns:p="http://schemas.openxmlformats.org/presentationml/2006/main" preserve="1" userDrawn="1">
  <p:cSld name="Title/Cover_7">
    <p:bg>
      <p:bgPr>
        <a:blipFill xmlns:a="http://schemas.openxmlformats.org/drawingml/2006/main" rotWithShape="1">
          <a:blip xmlns:r="http://schemas.openxmlformats.org/officeDocument/2006/relationships" r:embed="R3aa8985058c047e1">
            <a:lum/>
          </a:blip>
          <a:srcRect l="0" t="0" r="0" b="0"/>
          <a:stretch>
            <a:fillRect l="0" t="0" r="0" b="0"/>
          </a:stretch>
        </a:blipFill>
      </p:bgPr>
    </p:bg>
    <p:spTree>
      <p:nvGrpSpPr>
        <p:cNvPr id="1" name=""/>
        <p:cNvGrpSpPr/>
        <p:nvPr/>
      </p:nvGrpSpPr>
      <p:grpSpPr>
        <a:xfrm xmlns:a="http://schemas.openxmlformats.org/drawingml/2006/main"/>
      </p:grpSpPr>
      <p:sp>
        <p:nvSpPr>
          <p:cNvPr id="6" name="Title">
            <a:extLst xmlns:a="http://schemas.openxmlformats.org/drawingml/2006/main">
              <a:ext uri="{FF2B5EF4-FFF2-40B4-BE49-F238E27FC236}">
                <a16:creationId xmlns:a16="http://schemas.microsoft.com/office/drawing/2014/main" id="{1C249B44-5D03-EA20-14C6-F9C2A9AB50F5}"/>
              </a:ext>
            </a:extLst>
          </p:cNvPr>
          <p:cNvSpPr>
            <a:spLocks xmlns:a="http://schemas.openxmlformats.org/drawingml/2006/main" noGrp="1"/>
          </p:cNvSpPr>
          <p:nvPr>
            <p:ph type="ctrTitle" idx="0" hasCustomPrompt="1"/>
          </p:nvPr>
        </p:nvSpPr>
        <p:spPr>
          <a:xfrm xmlns:a="http://schemas.openxmlformats.org/drawingml/2006/main">
            <a:off x="792468" y="2148840"/>
            <a:ext cx="6400800" cy="1280160"/>
          </a:xfrm>
          <a:prstGeom xmlns:a="http://schemas.openxmlformats.org/drawingml/2006/main" prst="rect">
            <a:avLst/>
          </a:prstGeom>
          <a:noFill xmlns:a="http://schemas.openxmlformats.org/drawingml/2006/main"/>
        </p:spPr>
        <p:txBody>
          <a:bodyPr xmlns:a="http://schemas.openxmlformats.org/drawingml/2006/main" vert="horz" wrap="square" lIns="0" tIns="0" rIns="0" bIns="91440" anchor="b">
            <a:noAutofit/>
          </a:bodyPr>
          <a:lstStyle xmlns:a="http://schemas.openxmlformats.org/drawingml/2006/main">
            <a:lvl1pPr>
              <a:lnSpc>
                <a:spcPct val="100000"/>
              </a:lnSpc>
              <a:buNone/>
              <a:defRPr sz="4000" b="1" i="0">
                <a:latin typeface="Oracle Sans Tab"/>
                <a:ea typeface="Oracle Sans Tab"/>
                <a:cs typeface="Oracle Sans Tab"/>
              </a:defRPr>
            </a:lvl1pPr>
          </a:lstStyle>
          <a:p xmlns:a="http://schemas.openxmlformats.org/drawingml/2006/main">
            <a:pPr lvl="0">
              <a:lnSpc>
                <a:spcPct val="100000"/>
              </a:lnSpc>
              <a:buNone/>
            </a:pPr>
            <a:r>
              <a:t>HCM title (up to two lines) </a:t>
            </a:r>
            <a:br/>
            <a:r>
              <a:t>Oracle Sans Tab Bold</a:t>
            </a:r>
          </a:p>
        </p:txBody>
      </p:sp>
      <p:sp>
        <p:nvSpPr>
          <p:cNvPr id="7" name="Subhead">
            <a:extLst xmlns:a="http://schemas.openxmlformats.org/drawingml/2006/main">
              <a:ext uri="{FF2B5EF4-FFF2-40B4-BE49-F238E27FC236}">
                <a16:creationId xmlns:a16="http://schemas.microsoft.com/office/drawing/2014/main" id="{CFF1AD0F-A521-9C8E-1B0B-C0AAECD3307F}"/>
              </a:ext>
            </a:extLst>
          </p:cNvPr>
          <p:cNvSpPr>
            <a:spLocks xmlns:a="http://schemas.openxmlformats.org/drawingml/2006/main" noGrp="1"/>
          </p:cNvSpPr>
          <p:nvPr>
            <p:ph type="body" idx="33" hasCustomPrompt="1"/>
          </p:nvPr>
        </p:nvSpPr>
        <p:spPr>
          <a:xfrm xmlns:a="http://schemas.openxmlformats.org/drawingml/2006/main">
            <a:off x="792468" y="3519553"/>
            <a:ext cx="6400800" cy="341247"/>
          </a:xfrm>
          <a:prstGeom xmlns:a="http://schemas.openxmlformats.org/drawingml/2006/main" prst="rect">
            <a:avLst/>
          </a:prstGeom>
          <a:noFill xmlns:a="http://schemas.openxmlformats.org/drawingml/2006/main"/>
        </p:spPr>
        <p:txBody>
          <a:bodyPr xmlns:a="http://schemas.openxmlformats.org/drawingml/2006/main">
            <a:noAutofit/>
          </a:bodyPr>
          <a:lstStyle xmlns:a="http://schemas.openxmlformats.org/drawingml/2006/main">
            <a:lvl1pPr marL="0" marR="0" indent="0" algn="l" defTabSz="914400">
              <a:lnSpc>
                <a:spcPct val="100000"/>
              </a:lnSpc>
              <a:spcBef>
                <a:spcPts val="1000"/>
              </a:spcBef>
              <a:spcAft>
                <a:spcPts val="0"/>
              </a:spcAft>
              <a:buClrTx/>
              <a:buSzTx/>
              <a:buFont typeface="Arial"/>
              <a:buNone/>
              <a:defRPr sz="2400" b="0" i="0">
                <a:solidFill>
                  <a:schemeClr val="tx1"/>
                </a:solidFill>
                <a:latin typeface="Oracle Sans Tab"/>
                <a:ea typeface="Oracle Sans Tab"/>
                <a:cs typeface="Oracle Sans Tab"/>
              </a:defRPr>
            </a:lvl1pPr>
          </a:lstStyle>
          <a:p xmlns:a="http://schemas.openxmlformats.org/drawingml/2006/main">
            <a:pPr marL="0" marR="0" lvl="0" indent="0" algn="l" defTabSz="914400">
              <a:lnSpc>
                <a:spcPct val="90000"/>
              </a:lnSpc>
              <a:spcBef>
                <a:spcPts val="1000"/>
              </a:spcBef>
              <a:spcAft>
                <a:spcPts val="0"/>
              </a:spcAft>
              <a:buClrTx/>
              <a:buSzTx/>
              <a:buFont typeface="Arial"/>
              <a:buNone/>
            </a:pPr>
            <a:r>
              <a:t>Subhead goes here on one line.</a:t>
            </a:r>
          </a:p>
        </p:txBody>
      </p:sp>
      <p:sp>
        <p:nvSpPr>
          <p:cNvPr id="8" name="Text Field">
            <a:extLst xmlns:a="http://schemas.openxmlformats.org/drawingml/2006/main">
              <a:ext uri="{FF2B5EF4-FFF2-40B4-BE49-F238E27FC236}">
                <a16:creationId xmlns:a16="http://schemas.microsoft.com/office/drawing/2014/main" id="{6525F097-D9EE-EA10-1A44-3D1D0CC4FBE0}"/>
              </a:ext>
            </a:extLst>
          </p:cNvPr>
          <p:cNvSpPr>
            <a:spLocks xmlns:a="http://schemas.openxmlformats.org/drawingml/2006/main" noGrp="1"/>
          </p:cNvSpPr>
          <p:nvPr>
            <p:ph type="body" idx="35" hasCustomPrompt="1"/>
          </p:nvPr>
        </p:nvSpPr>
        <p:spPr>
          <a:xfrm xmlns:a="http://schemas.openxmlformats.org/drawingml/2006/main">
            <a:off x="792468" y="4544568"/>
            <a:ext cx="5077970" cy="266291"/>
          </a:xfrm>
          <a:prstGeom xmlns:a="http://schemas.openxmlformats.org/drawingml/2006/main" prst="rect">
            <a:avLst/>
          </a:prstGeom>
          <a:noFill xmlns:a="http://schemas.openxmlformats.org/drawingml/2006/main"/>
        </p:spPr>
        <p:txBody>
          <a:bodyPr xmlns:a="http://schemas.openxmlformats.org/drawingml/2006/main">
            <a:noAutofit/>
          </a:bodyPr>
          <a:lstStyle xmlns:a="http://schemas.openxmlformats.org/drawingml/2006/main">
            <a:lvl1pPr>
              <a:lnSpc>
                <a:spcPct val="100000"/>
              </a:lnSpc>
              <a:buNone/>
              <a:defRPr b="1" i="0">
                <a:latin typeface="Oracle Sans Tab"/>
                <a:ea typeface="Oracle Sans Tab"/>
                <a:cs typeface="Oracle Sans Tab"/>
              </a:defRPr>
            </a:lvl1pPr>
          </a:lstStyle>
          <a:p xmlns:a="http://schemas.openxmlformats.org/drawingml/2006/main">
            <a:pPr lvl="0">
              <a:buNone/>
            </a:pPr>
            <a:r>
              <a:t>Name</a:t>
            </a:r>
          </a:p>
        </p:txBody>
      </p:sp>
      <p:sp>
        <p:nvSpPr>
          <p:cNvPr id="9" name="Text Field 2">
            <a:extLst xmlns:a="http://schemas.openxmlformats.org/drawingml/2006/main">
              <a:ext uri="{FF2B5EF4-FFF2-40B4-BE49-F238E27FC236}">
                <a16:creationId xmlns:a16="http://schemas.microsoft.com/office/drawing/2014/main" id="{AE7AB41E-99B0-7F6C-6D90-1255399A4F67}"/>
              </a:ext>
            </a:extLst>
          </p:cNvPr>
          <p:cNvSpPr>
            <a:spLocks xmlns:a="http://schemas.openxmlformats.org/drawingml/2006/main" noGrp="1"/>
          </p:cNvSpPr>
          <p:nvPr>
            <p:ph type="body" idx="34" hasCustomPrompt="1"/>
          </p:nvPr>
        </p:nvSpPr>
        <p:spPr>
          <a:xfrm xmlns:a="http://schemas.openxmlformats.org/drawingml/2006/main">
            <a:off x="792468" y="4882896"/>
            <a:ext cx="5077970" cy="895181"/>
          </a:xfrm>
          <a:prstGeom xmlns:a="http://schemas.openxmlformats.org/drawingml/2006/main" prst="rect">
            <a:avLst/>
          </a:prstGeom>
          <a:noFill xmlns:a="http://schemas.openxmlformats.org/drawingml/2006/main"/>
        </p:spPr>
        <p:txBody>
          <a:bodyPr xmlns:a="http://schemas.openxmlformats.org/drawingml/2006/main">
            <a:noAutofit/>
          </a:bodyPr>
          <a:lstStyle xmlns:a="http://schemas.openxmlformats.org/drawingml/2006/main">
            <a:lvl1pPr>
              <a:lnSpc>
                <a:spcPct val="100000"/>
              </a:lnSpc>
              <a:buNone/>
              <a:defRPr b="0" i="0">
                <a:latin typeface="Oracle Sans Tab"/>
                <a:ea typeface="Oracle Sans Tab"/>
                <a:cs typeface="Oracle Sans Tab"/>
              </a:defRPr>
            </a:lvl1pPr>
          </a:lstStyle>
          <a:p xmlns:a="http://schemas.openxmlformats.org/drawingml/2006/main">
            <a:pPr lvl="0">
              <a:buNone/>
            </a:pPr>
            <a:r>
              <a:t>Presenter’s Title</a:t>
            </a:r>
          </a:p>
          <a:p xmlns:a="http://schemas.openxmlformats.org/drawingml/2006/main">
            <a:pPr lvl="0">
              <a:buNone/>
            </a:pPr>
            <a:r>
              <a:t>Organization, Division or Business Unit</a:t>
            </a:r>
          </a:p>
          <a:p xmlns:a="http://schemas.openxmlformats.org/drawingml/2006/main">
            <a:pPr lvl="0">
              <a:buNone/>
            </a:pPr>
            <a:r>
              <a:t>Month 00, 2023</a:t>
            </a:r>
          </a:p>
        </p:txBody>
      </p:sp>
      <p:sp>
        <p:nvSpPr>
          <p:cNvPr id="5" name="Slide Number Placeholder 4">
            <a:extLst xmlns:a="http://schemas.openxmlformats.org/drawingml/2006/main">
              <a:ext uri="{FF2B5EF4-FFF2-40B4-BE49-F238E27FC236}">
                <a16:creationId xmlns:a16="http://schemas.microsoft.com/office/drawing/2014/main" id="{74811496-0F3F-2EFC-BF0D-44B4652D8EBB}"/>
              </a:ext>
            </a:extLst>
          </p:cNvPr>
          <p:cNvSpPr>
            <a:spLocks xmlns:a="http://schemas.openxmlformats.org/drawingml/2006/main" noGrp="1"/>
          </p:cNvSpPr>
          <p:nvPr>
            <p:ph type="sldNum" idx="12"/>
          </p:nvPr>
        </p:nvSpPr>
        <p:spPr>
          <a:xfrm xmlns:a="http://schemas.openxmlformats.org/drawingml/2006/main">
            <a:off x="762000" y="6995117"/>
            <a:ext cx="365760" cy="365760"/>
          </a:xfrm>
        </p:spPr>
        <p:txBody>
          <a:bodyPr xmlns:a="http://schemas.openxmlformats.org/drawingml/2006/main"/>
          <a:lstStyle xmlns:a="http://schemas.openxmlformats.org/drawingml/2006/main">
            <a:lvl1pPr>
              <a:buNone/>
              <a:defRPr>
                <a:noFill/>
              </a:defRPr>
            </a:lvl1pPr>
          </a:lstStyle>
          <a:p xmlns:a="http://schemas.openxmlformats.org/drawingml/2006/main">
            <a:fld id="{345D60D9-5372-5F40-9443-0F9AE5BDC3C8}" type="slidenum">
              <a:t>‹#›</a:t>
            </a:fld>
            <a:endParaRPr/>
          </a:p>
        </p:txBody>
      </p:sp>
      <p:sp>
        <p:nvSpPr>
          <p:cNvPr id="4" name="Footer Placeholder 3">
            <a:extLst xmlns:a="http://schemas.openxmlformats.org/drawingml/2006/main">
              <a:ext uri="{FF2B5EF4-FFF2-40B4-BE49-F238E27FC236}">
                <a16:creationId xmlns:a16="http://schemas.microsoft.com/office/drawing/2014/main" id="{32DEED53-1C90-2AFF-D971-0E0179F66888}"/>
              </a:ext>
            </a:extLst>
          </p:cNvPr>
          <p:cNvSpPr>
            <a:spLocks xmlns:a="http://schemas.openxmlformats.org/drawingml/2006/main" noGrp="1"/>
          </p:cNvSpPr>
          <p:nvPr>
            <p:ph type="ftr" idx="36"/>
          </p:nvPr>
        </p:nvSpPr>
        <p:spPr>
          <a:xfrm xmlns:a="http://schemas.openxmlformats.org/drawingml/2006/main">
            <a:off x="1127759" y="6995435"/>
            <a:ext cx="5745379" cy="365125"/>
          </a:xfrm>
        </p:spPr>
        <p:txBody>
          <a:bodyPr xmlns:a="http://schemas.openxmlformats.org/drawingml/2006/main"/>
          <a:lstStyle xmlns:a="http://schemas.openxmlformats.org/drawingml/2006/main">
            <a:lvl1pPr>
              <a:buNone/>
              <a:defRPr>
                <a:noFill/>
              </a:defRPr>
            </a:lvl1pPr>
          </a:lstStyle>
          <a:p xmlns:a="http://schemas.openxmlformats.org/drawingml/2006/main">
            <a:r>
              <a:t>Copyright © 2025, Oracle and/or its affiliates |  Confidential: Internal/Restricted/Highly Restricted</a:t>
            </a:r>
            <a:endParaRPr/>
          </a:p>
        </p:txBody>
      </p:sp>
      <p:sp>
        <p:nvSpPr>
          <p:cNvPr id="3" name="Date Placeholder 2">
            <a:extLst xmlns:a="http://schemas.openxmlformats.org/drawingml/2006/main">
              <a:ext uri="{FF2B5EF4-FFF2-40B4-BE49-F238E27FC236}">
                <a16:creationId xmlns:a16="http://schemas.microsoft.com/office/drawing/2014/main" id="{6C777348-8686-2E82-3270-E018943D1EF1}"/>
              </a:ext>
            </a:extLst>
          </p:cNvPr>
          <p:cNvSpPr>
            <a:spLocks xmlns:a="http://schemas.openxmlformats.org/drawingml/2006/main" noGrp="1"/>
          </p:cNvSpPr>
          <p:nvPr>
            <p:ph type="dt" idx="10"/>
          </p:nvPr>
        </p:nvSpPr>
        <p:spPr>
          <a:xfrm xmlns:a="http://schemas.openxmlformats.org/drawingml/2006/main">
            <a:off x="6873138" y="6997061"/>
            <a:ext cx="2743200" cy="363500"/>
          </a:xfrm>
        </p:spPr>
        <p:txBody>
          <a:bodyPr xmlns:a="http://schemas.openxmlformats.org/drawingml/2006/main"/>
          <a:lstStyle xmlns:a="http://schemas.openxmlformats.org/drawingml/2006/main">
            <a:lvl1pPr>
              <a:buNone/>
              <a:defRPr>
                <a:noFill/>
              </a:defRPr>
            </a:lvl1pPr>
          </a:lstStyle>
          <a:p xmlns:a="http://schemas.openxmlformats.org/drawingml/2006/main">
            <a:r>
              <a:t>[Date]</a:t>
            </a:r>
            <a:endParaRPr/>
          </a:p>
        </p:txBody>
      </p:sp>
      <p:pic>
        <p:nvPicPr>
          <p:cNvPr id="10" name="Oracle Logo">
            <a:extLst xmlns:a="http://schemas.openxmlformats.org/drawingml/2006/main">
              <a:ext uri="{FF2B5EF4-FFF2-40B4-BE49-F238E27FC236}">
                <a16:creationId xmlns:a16="http://schemas.microsoft.com/office/drawing/2014/main" id="{F60378D5-DA32-4893-89EC-7C6A3F148903}"/>
              </a:ext>
            </a:extLst>
          </p:cNvPr>
          <p:cNvPicPr>
            <a:picLocks xmlns:a="http://schemas.openxmlformats.org/drawingml/2006/main" noChangeAspect="1"/>
          </p:cNvPicPr>
          <p:nvPr/>
        </p:nvPicPr>
        <p:blipFill>
          <a:blip xmlns:r="http://schemas.openxmlformats.org/officeDocument/2006/relationships" xmlns:a="http://schemas.openxmlformats.org/drawingml/2006/main" r:embed="R55c2c194043b4e96">
            <a:extLst>
              <a:ext uri="{96DAC541-7B7A-43D3-8B79-37D633B846F1}">
                <asvg:svgBlip xmlns:asvg="http://schemas.microsoft.com/office/drawing/2016/SVG/main" r:embed="Rf7f7b56b1ef44ad1"/>
              </a:ext>
            </a:extLst>
          </a:blip>
          <a:srcRect xmlns:a="http://schemas.openxmlformats.org/drawingml/2006/main" l="0" t="0" r="0" b="0"/>
          <a:stretch xmlns:a="http://schemas.openxmlformats.org/drawingml/2006/main"/>
        </p:blipFill>
        <p:spPr>
          <a:xfrm xmlns:a="http://schemas.openxmlformats.org/drawingml/2006/main">
            <a:off x="730669" y="1132368"/>
            <a:ext cx="1524893" cy="320039"/>
          </a:xfrm>
          <a:prstGeom xmlns:a="http://schemas.openxmlformats.org/drawingml/2006/main" prst="rect">
            <a:avLst/>
          </a:prstGeom>
        </p:spPr>
      </p:pic>
      <p:sp>
        <p:nvSpPr>
          <p:cNvPr id="11" name="Accent mark">
            <a:extLst xmlns:a="http://schemas.openxmlformats.org/drawingml/2006/main">
              <a:ext uri="{FF2B5EF4-FFF2-40B4-BE49-F238E27FC236}">
                <a16:creationId xmlns:a16="http://schemas.microsoft.com/office/drawing/2014/main" id="{6D3CBBA4-EC09-8E88-4264-A0AC9E88275E}"/>
              </a:ext>
            </a:extLst>
          </p:cNvPr>
          <p:cNvSpPr>
            <a:spLocks xmlns:a="http://schemas.openxmlformats.org/drawingml/2006/main" noGrp="1"/>
          </p:cNvSpPr>
          <p:nvPr/>
        </p:nvSpPr>
        <p:spPr>
          <a:xfrm xmlns:a="http://schemas.openxmlformats.org/drawingml/2006/main">
            <a:off x="793805" y="4166108"/>
            <a:ext cx="365760" cy="36576"/>
          </a:xfrm>
          <a:prstGeom xmlns:a="http://schemas.openxmlformats.org/drawingml/2006/main" prst="rect">
            <a:avLst/>
          </a:prstGeom>
          <a:solidFill xmlns:a="http://schemas.openxmlformats.org/drawingml/2006/main">
            <a:srgbClr val="F0CC71"/>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Tree>
  </p:cSld>
</p:sldLayout>
</file>

<file path=ppt/slideLayouts/slideLayout11.xml><?xml version="1.0" encoding="utf-8"?>
<p:sldLayout xmlns:p="http://schemas.openxmlformats.org/presentationml/2006/main" preserve="1" userDrawn="1">
  <p:cSld name="Title/Cover_8">
    <p:bg>
      <p:bgPr>
        <a:blipFill xmlns:a="http://schemas.openxmlformats.org/drawingml/2006/main" rotWithShape="1">
          <a:blip xmlns:r="http://schemas.openxmlformats.org/officeDocument/2006/relationships" r:embed="R2e3182f0218843be">
            <a:lum/>
          </a:blip>
          <a:srcRect l="0" t="0" r="0" b="0"/>
          <a:stretch>
            <a:fillRect l="0" t="0" r="0" b="0"/>
          </a:stretch>
        </a:blipFill>
      </p:bgPr>
    </p:bg>
    <p:spTree>
      <p:nvGrpSpPr>
        <p:cNvPr id="1" name=""/>
        <p:cNvGrpSpPr/>
        <p:nvPr/>
      </p:nvGrpSpPr>
      <p:grpSpPr>
        <a:xfrm xmlns:a="http://schemas.openxmlformats.org/drawingml/2006/main"/>
      </p:grpSpPr>
      <p:sp>
        <p:nvSpPr>
          <p:cNvPr id="6" name="Title">
            <a:extLst xmlns:a="http://schemas.openxmlformats.org/drawingml/2006/main">
              <a:ext uri="{FF2B5EF4-FFF2-40B4-BE49-F238E27FC236}">
                <a16:creationId xmlns:a16="http://schemas.microsoft.com/office/drawing/2014/main" id="{3568EDC7-82E8-C0FD-23C9-5E2F85B327A1}"/>
              </a:ext>
            </a:extLst>
          </p:cNvPr>
          <p:cNvSpPr>
            <a:spLocks xmlns:a="http://schemas.openxmlformats.org/drawingml/2006/main" noGrp="1"/>
          </p:cNvSpPr>
          <p:nvPr>
            <p:ph type="ctrTitle" idx="0" hasCustomPrompt="1"/>
          </p:nvPr>
        </p:nvSpPr>
        <p:spPr>
          <a:xfrm xmlns:a="http://schemas.openxmlformats.org/drawingml/2006/main">
            <a:off x="792468" y="2148840"/>
            <a:ext cx="6400800" cy="1280160"/>
          </a:xfrm>
          <a:prstGeom xmlns:a="http://schemas.openxmlformats.org/drawingml/2006/main" prst="rect">
            <a:avLst/>
          </a:prstGeom>
          <a:noFill xmlns:a="http://schemas.openxmlformats.org/drawingml/2006/main"/>
        </p:spPr>
        <p:txBody>
          <a:bodyPr xmlns:a="http://schemas.openxmlformats.org/drawingml/2006/main" vert="horz" wrap="square" lIns="0" tIns="0" rIns="0" bIns="91440" anchor="b">
            <a:noAutofit/>
          </a:bodyPr>
          <a:lstStyle xmlns:a="http://schemas.openxmlformats.org/drawingml/2006/main">
            <a:lvl1pPr>
              <a:lnSpc>
                <a:spcPct val="100000"/>
              </a:lnSpc>
              <a:buNone/>
              <a:defRPr sz="4000" b="1" i="0">
                <a:latin typeface="Oracle Sans Tab"/>
                <a:ea typeface="Oracle Sans Tab"/>
                <a:cs typeface="Oracle Sans Tab"/>
              </a:defRPr>
            </a:lvl1pPr>
          </a:lstStyle>
          <a:p xmlns:a="http://schemas.openxmlformats.org/drawingml/2006/main">
            <a:pPr lvl="0">
              <a:lnSpc>
                <a:spcPct val="100000"/>
              </a:lnSpc>
              <a:buNone/>
            </a:pPr>
            <a:r>
              <a:t>CX title (up to two lines) </a:t>
            </a:r>
            <a:br/>
            <a:r>
              <a:t>Oracle Sans Tab Bold</a:t>
            </a:r>
          </a:p>
        </p:txBody>
      </p:sp>
      <p:sp>
        <p:nvSpPr>
          <p:cNvPr id="7" name="Subhead">
            <a:extLst xmlns:a="http://schemas.openxmlformats.org/drawingml/2006/main">
              <a:ext uri="{FF2B5EF4-FFF2-40B4-BE49-F238E27FC236}">
                <a16:creationId xmlns:a16="http://schemas.microsoft.com/office/drawing/2014/main" id="{061B9EB2-A1F6-2571-35A5-B192ACB03AE1}"/>
              </a:ext>
            </a:extLst>
          </p:cNvPr>
          <p:cNvSpPr>
            <a:spLocks xmlns:a="http://schemas.openxmlformats.org/drawingml/2006/main" noGrp="1"/>
          </p:cNvSpPr>
          <p:nvPr>
            <p:ph type="body" idx="33" hasCustomPrompt="1"/>
          </p:nvPr>
        </p:nvSpPr>
        <p:spPr>
          <a:xfrm xmlns:a="http://schemas.openxmlformats.org/drawingml/2006/main">
            <a:off x="792468" y="3519553"/>
            <a:ext cx="6400800" cy="341247"/>
          </a:xfrm>
          <a:prstGeom xmlns:a="http://schemas.openxmlformats.org/drawingml/2006/main" prst="rect">
            <a:avLst/>
          </a:prstGeom>
          <a:noFill xmlns:a="http://schemas.openxmlformats.org/drawingml/2006/main"/>
        </p:spPr>
        <p:txBody>
          <a:bodyPr xmlns:a="http://schemas.openxmlformats.org/drawingml/2006/main">
            <a:noAutofit/>
          </a:bodyPr>
          <a:lstStyle xmlns:a="http://schemas.openxmlformats.org/drawingml/2006/main">
            <a:lvl1pPr marL="0" marR="0" indent="0" algn="l" defTabSz="914400">
              <a:lnSpc>
                <a:spcPct val="100000"/>
              </a:lnSpc>
              <a:spcBef>
                <a:spcPts val="1000"/>
              </a:spcBef>
              <a:spcAft>
                <a:spcPts val="0"/>
              </a:spcAft>
              <a:buClrTx/>
              <a:buSzTx/>
              <a:buFont typeface="Arial"/>
              <a:buNone/>
              <a:defRPr sz="2400" b="0" i="0">
                <a:solidFill>
                  <a:schemeClr val="tx1"/>
                </a:solidFill>
                <a:latin typeface="Oracle Sans Tab"/>
                <a:ea typeface="Oracle Sans Tab"/>
                <a:cs typeface="Oracle Sans Tab"/>
              </a:defRPr>
            </a:lvl1pPr>
          </a:lstStyle>
          <a:p xmlns:a="http://schemas.openxmlformats.org/drawingml/2006/main">
            <a:pPr marL="0" marR="0" lvl="0" indent="0" algn="l" defTabSz="914400">
              <a:lnSpc>
                <a:spcPct val="90000"/>
              </a:lnSpc>
              <a:spcBef>
                <a:spcPts val="1000"/>
              </a:spcBef>
              <a:spcAft>
                <a:spcPts val="0"/>
              </a:spcAft>
              <a:buClrTx/>
              <a:buSzTx/>
              <a:buFont typeface="Arial"/>
              <a:buNone/>
            </a:pPr>
            <a:r>
              <a:t>Subhead goes here on one line.</a:t>
            </a:r>
          </a:p>
        </p:txBody>
      </p:sp>
      <p:sp>
        <p:nvSpPr>
          <p:cNvPr id="8" name="Text Field">
            <a:extLst xmlns:a="http://schemas.openxmlformats.org/drawingml/2006/main">
              <a:ext uri="{FF2B5EF4-FFF2-40B4-BE49-F238E27FC236}">
                <a16:creationId xmlns:a16="http://schemas.microsoft.com/office/drawing/2014/main" id="{6F8D591A-4D00-D5F4-4A83-1E71D6FEAED4}"/>
              </a:ext>
            </a:extLst>
          </p:cNvPr>
          <p:cNvSpPr>
            <a:spLocks xmlns:a="http://schemas.openxmlformats.org/drawingml/2006/main" noGrp="1"/>
          </p:cNvSpPr>
          <p:nvPr>
            <p:ph type="body" idx="35" hasCustomPrompt="1"/>
          </p:nvPr>
        </p:nvSpPr>
        <p:spPr>
          <a:xfrm xmlns:a="http://schemas.openxmlformats.org/drawingml/2006/main">
            <a:off x="792468" y="4544568"/>
            <a:ext cx="5077970" cy="266291"/>
          </a:xfrm>
          <a:prstGeom xmlns:a="http://schemas.openxmlformats.org/drawingml/2006/main" prst="rect">
            <a:avLst/>
          </a:prstGeom>
          <a:noFill xmlns:a="http://schemas.openxmlformats.org/drawingml/2006/main"/>
        </p:spPr>
        <p:txBody>
          <a:bodyPr xmlns:a="http://schemas.openxmlformats.org/drawingml/2006/main">
            <a:noAutofit/>
          </a:bodyPr>
          <a:lstStyle xmlns:a="http://schemas.openxmlformats.org/drawingml/2006/main">
            <a:lvl1pPr>
              <a:lnSpc>
                <a:spcPct val="100000"/>
              </a:lnSpc>
              <a:buNone/>
              <a:defRPr b="1" i="0">
                <a:latin typeface="Oracle Sans Tab"/>
                <a:ea typeface="Oracle Sans Tab"/>
                <a:cs typeface="Oracle Sans Tab"/>
              </a:defRPr>
            </a:lvl1pPr>
          </a:lstStyle>
          <a:p xmlns:a="http://schemas.openxmlformats.org/drawingml/2006/main">
            <a:pPr lvl="0">
              <a:buNone/>
            </a:pPr>
            <a:r>
              <a:t>Name</a:t>
            </a:r>
          </a:p>
        </p:txBody>
      </p:sp>
      <p:sp>
        <p:nvSpPr>
          <p:cNvPr id="9" name="Text Field 2">
            <a:extLst xmlns:a="http://schemas.openxmlformats.org/drawingml/2006/main">
              <a:ext uri="{FF2B5EF4-FFF2-40B4-BE49-F238E27FC236}">
                <a16:creationId xmlns:a16="http://schemas.microsoft.com/office/drawing/2014/main" id="{10E9E6D4-F5CC-7C97-90BB-4EDFBE9AA1B7}"/>
              </a:ext>
            </a:extLst>
          </p:cNvPr>
          <p:cNvSpPr>
            <a:spLocks xmlns:a="http://schemas.openxmlformats.org/drawingml/2006/main" noGrp="1"/>
          </p:cNvSpPr>
          <p:nvPr>
            <p:ph type="body" idx="34" hasCustomPrompt="1"/>
          </p:nvPr>
        </p:nvSpPr>
        <p:spPr>
          <a:xfrm xmlns:a="http://schemas.openxmlformats.org/drawingml/2006/main">
            <a:off x="792468" y="4882896"/>
            <a:ext cx="5077970" cy="895181"/>
          </a:xfrm>
          <a:prstGeom xmlns:a="http://schemas.openxmlformats.org/drawingml/2006/main" prst="rect">
            <a:avLst/>
          </a:prstGeom>
          <a:noFill xmlns:a="http://schemas.openxmlformats.org/drawingml/2006/main"/>
        </p:spPr>
        <p:txBody>
          <a:bodyPr xmlns:a="http://schemas.openxmlformats.org/drawingml/2006/main">
            <a:noAutofit/>
          </a:bodyPr>
          <a:lstStyle xmlns:a="http://schemas.openxmlformats.org/drawingml/2006/main">
            <a:lvl1pPr>
              <a:lnSpc>
                <a:spcPct val="100000"/>
              </a:lnSpc>
              <a:buNone/>
              <a:defRPr b="0" i="0">
                <a:latin typeface="Oracle Sans Tab"/>
                <a:ea typeface="Oracle Sans Tab"/>
                <a:cs typeface="Oracle Sans Tab"/>
              </a:defRPr>
            </a:lvl1pPr>
          </a:lstStyle>
          <a:p xmlns:a="http://schemas.openxmlformats.org/drawingml/2006/main">
            <a:pPr lvl="0">
              <a:buNone/>
            </a:pPr>
            <a:r>
              <a:t>Presenter’s Title</a:t>
            </a:r>
          </a:p>
          <a:p xmlns:a="http://schemas.openxmlformats.org/drawingml/2006/main">
            <a:pPr lvl="0">
              <a:buNone/>
            </a:pPr>
            <a:r>
              <a:t>Organization, Division or Business Unit</a:t>
            </a:r>
          </a:p>
          <a:p xmlns:a="http://schemas.openxmlformats.org/drawingml/2006/main">
            <a:pPr lvl="0">
              <a:buNone/>
            </a:pPr>
            <a:r>
              <a:t>Month 00, 2023</a:t>
            </a:r>
          </a:p>
        </p:txBody>
      </p:sp>
      <p:sp>
        <p:nvSpPr>
          <p:cNvPr id="5" name="Slide Number Placeholder 4">
            <a:extLst xmlns:a="http://schemas.openxmlformats.org/drawingml/2006/main">
              <a:ext uri="{FF2B5EF4-FFF2-40B4-BE49-F238E27FC236}">
                <a16:creationId xmlns:a16="http://schemas.microsoft.com/office/drawing/2014/main" id="{350795E3-D122-12B5-7C04-44DCB3D36801}"/>
              </a:ext>
            </a:extLst>
          </p:cNvPr>
          <p:cNvSpPr>
            <a:spLocks xmlns:a="http://schemas.openxmlformats.org/drawingml/2006/main" noGrp="1"/>
          </p:cNvSpPr>
          <p:nvPr>
            <p:ph type="sldNum" idx="12"/>
          </p:nvPr>
        </p:nvSpPr>
        <p:spPr>
          <a:xfrm xmlns:a="http://schemas.openxmlformats.org/drawingml/2006/main">
            <a:off x="762000" y="6995117"/>
            <a:ext cx="365760" cy="365760"/>
          </a:xfrm>
        </p:spPr>
        <p:txBody>
          <a:bodyPr xmlns:a="http://schemas.openxmlformats.org/drawingml/2006/main"/>
          <a:lstStyle xmlns:a="http://schemas.openxmlformats.org/drawingml/2006/main">
            <a:lvl1pPr>
              <a:buNone/>
              <a:defRPr>
                <a:noFill/>
              </a:defRPr>
            </a:lvl1pPr>
          </a:lstStyle>
          <a:p xmlns:a="http://schemas.openxmlformats.org/drawingml/2006/main">
            <a:fld id="{345D60D9-5372-5F40-9443-0F9AE5BDC3C8}" type="slidenum">
              <a:t>‹#›</a:t>
            </a:fld>
            <a:endParaRPr/>
          </a:p>
        </p:txBody>
      </p:sp>
      <p:sp>
        <p:nvSpPr>
          <p:cNvPr id="4" name="Footer Placeholder 3">
            <a:extLst xmlns:a="http://schemas.openxmlformats.org/drawingml/2006/main">
              <a:ext uri="{FF2B5EF4-FFF2-40B4-BE49-F238E27FC236}">
                <a16:creationId xmlns:a16="http://schemas.microsoft.com/office/drawing/2014/main" id="{15748CF8-F274-FB47-CAED-F7B6DBFAB058}"/>
              </a:ext>
            </a:extLst>
          </p:cNvPr>
          <p:cNvSpPr>
            <a:spLocks xmlns:a="http://schemas.openxmlformats.org/drawingml/2006/main" noGrp="1"/>
          </p:cNvSpPr>
          <p:nvPr>
            <p:ph type="ftr" idx="36"/>
          </p:nvPr>
        </p:nvSpPr>
        <p:spPr>
          <a:xfrm xmlns:a="http://schemas.openxmlformats.org/drawingml/2006/main">
            <a:off x="1127759" y="6995435"/>
            <a:ext cx="5745379" cy="365125"/>
          </a:xfrm>
        </p:spPr>
        <p:txBody>
          <a:bodyPr xmlns:a="http://schemas.openxmlformats.org/drawingml/2006/main"/>
          <a:lstStyle xmlns:a="http://schemas.openxmlformats.org/drawingml/2006/main">
            <a:lvl1pPr>
              <a:buNone/>
              <a:defRPr>
                <a:noFill/>
              </a:defRPr>
            </a:lvl1pPr>
          </a:lstStyle>
          <a:p xmlns:a="http://schemas.openxmlformats.org/drawingml/2006/main">
            <a:r>
              <a:t>Copyright © 2025, Oracle and/or its affiliates |  Confidential: Internal/Restricted/Highly Restricted</a:t>
            </a:r>
            <a:endParaRPr/>
          </a:p>
        </p:txBody>
      </p:sp>
      <p:sp>
        <p:nvSpPr>
          <p:cNvPr id="3" name="Date Placeholder 2">
            <a:extLst xmlns:a="http://schemas.openxmlformats.org/drawingml/2006/main">
              <a:ext uri="{FF2B5EF4-FFF2-40B4-BE49-F238E27FC236}">
                <a16:creationId xmlns:a16="http://schemas.microsoft.com/office/drawing/2014/main" id="{495B2ADA-461A-FD6A-5CF8-C6DF73B366A2}"/>
              </a:ext>
            </a:extLst>
          </p:cNvPr>
          <p:cNvSpPr>
            <a:spLocks xmlns:a="http://schemas.openxmlformats.org/drawingml/2006/main" noGrp="1"/>
          </p:cNvSpPr>
          <p:nvPr>
            <p:ph type="dt" idx="10"/>
          </p:nvPr>
        </p:nvSpPr>
        <p:spPr>
          <a:xfrm xmlns:a="http://schemas.openxmlformats.org/drawingml/2006/main">
            <a:off x="6873138" y="6997061"/>
            <a:ext cx="2743200" cy="363500"/>
          </a:xfrm>
        </p:spPr>
        <p:txBody>
          <a:bodyPr xmlns:a="http://schemas.openxmlformats.org/drawingml/2006/main"/>
          <a:lstStyle xmlns:a="http://schemas.openxmlformats.org/drawingml/2006/main">
            <a:lvl1pPr>
              <a:buNone/>
              <a:defRPr>
                <a:noFill/>
              </a:defRPr>
            </a:lvl1pPr>
          </a:lstStyle>
          <a:p xmlns:a="http://schemas.openxmlformats.org/drawingml/2006/main">
            <a:r>
              <a:t>[Date]</a:t>
            </a:r>
            <a:endParaRPr/>
          </a:p>
        </p:txBody>
      </p:sp>
      <p:pic>
        <p:nvPicPr>
          <p:cNvPr id="10" name="Oracle Logo">
            <a:extLst xmlns:a="http://schemas.openxmlformats.org/drawingml/2006/main">
              <a:ext uri="{FF2B5EF4-FFF2-40B4-BE49-F238E27FC236}">
                <a16:creationId xmlns:a16="http://schemas.microsoft.com/office/drawing/2014/main" id="{A9CC6833-8E7D-4D16-978B-E7E835B035DB}"/>
              </a:ext>
            </a:extLst>
          </p:cNvPr>
          <p:cNvPicPr>
            <a:picLocks xmlns:a="http://schemas.openxmlformats.org/drawingml/2006/main" noChangeAspect="1"/>
          </p:cNvPicPr>
          <p:nvPr/>
        </p:nvPicPr>
        <p:blipFill>
          <a:blip xmlns:r="http://schemas.openxmlformats.org/officeDocument/2006/relationships" xmlns:a="http://schemas.openxmlformats.org/drawingml/2006/main" r:embed="R961d2fddabe44675">
            <a:extLst>
              <a:ext uri="{96DAC541-7B7A-43D3-8B79-37D633B846F1}">
                <asvg:svgBlip xmlns:asvg="http://schemas.microsoft.com/office/drawing/2016/SVG/main" r:embed="R9e95095b13af48ce"/>
              </a:ext>
            </a:extLst>
          </a:blip>
          <a:srcRect xmlns:a="http://schemas.openxmlformats.org/drawingml/2006/main" l="0" t="0" r="0" b="0"/>
          <a:stretch xmlns:a="http://schemas.openxmlformats.org/drawingml/2006/main"/>
        </p:blipFill>
        <p:spPr>
          <a:xfrm xmlns:a="http://schemas.openxmlformats.org/drawingml/2006/main">
            <a:off x="730669" y="1132368"/>
            <a:ext cx="1524893" cy="320039"/>
          </a:xfrm>
          <a:prstGeom xmlns:a="http://schemas.openxmlformats.org/drawingml/2006/main" prst="rect">
            <a:avLst/>
          </a:prstGeom>
        </p:spPr>
      </p:pic>
      <p:sp>
        <p:nvSpPr>
          <p:cNvPr id="2" name="Accent mark">
            <a:extLst xmlns:a="http://schemas.openxmlformats.org/drawingml/2006/main">
              <a:ext uri="{FF2B5EF4-FFF2-40B4-BE49-F238E27FC236}">
                <a16:creationId xmlns:a16="http://schemas.microsoft.com/office/drawing/2014/main" id="{7E4F3939-5D2F-6AB9-8C71-5E770E6D42B8}"/>
              </a:ext>
            </a:extLst>
          </p:cNvPr>
          <p:cNvSpPr>
            <a:spLocks xmlns:a="http://schemas.openxmlformats.org/drawingml/2006/main" noGrp="1"/>
          </p:cNvSpPr>
          <p:nvPr/>
        </p:nvSpPr>
        <p:spPr>
          <a:xfrm xmlns:a="http://schemas.openxmlformats.org/drawingml/2006/main">
            <a:off x="793805" y="4166108"/>
            <a:ext cx="365760" cy="36576"/>
          </a:xfrm>
          <a:prstGeom xmlns:a="http://schemas.openxmlformats.org/drawingml/2006/main" prst="rect">
            <a:avLst/>
          </a:prstGeom>
          <a:solidFill xmlns:a="http://schemas.openxmlformats.org/drawingml/2006/main">
            <a:srgbClr val="F0CC71"/>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Tree>
  </p:cSld>
</p:sldLayout>
</file>

<file path=ppt/slideLayouts/slideLayout12.xml><?xml version="1.0" encoding="utf-8"?>
<p:sldLayout xmlns:p="http://schemas.openxmlformats.org/presentationml/2006/main" preserve="1" userDrawn="1">
  <p:cSld name="Title/Cover_9">
    <p:bg>
      <p:bgPr>
        <a:blipFill xmlns:a="http://schemas.openxmlformats.org/drawingml/2006/main" rotWithShape="1">
          <a:blip xmlns:r="http://schemas.openxmlformats.org/officeDocument/2006/relationships" r:embed="Rc2c0f23fb6234b10">
            <a:lum/>
          </a:blip>
          <a:srcRect l="0" t="0" r="0" b="0"/>
          <a:stretch>
            <a:fillRect l="0" t="0" r="0" b="0"/>
          </a:stretch>
        </a:blipFill>
      </p:bgPr>
    </p:bg>
    <p:spTree>
      <p:nvGrpSpPr>
        <p:cNvPr id="1" name=""/>
        <p:cNvGrpSpPr/>
        <p:nvPr/>
      </p:nvGrpSpPr>
      <p:grpSpPr>
        <a:xfrm xmlns:a="http://schemas.openxmlformats.org/drawingml/2006/main"/>
      </p:grpSpPr>
      <p:sp>
        <p:nvSpPr>
          <p:cNvPr id="6" name="Title">
            <a:extLst xmlns:a="http://schemas.openxmlformats.org/drawingml/2006/main">
              <a:ext uri="{FF2B5EF4-FFF2-40B4-BE49-F238E27FC236}">
                <a16:creationId xmlns:a16="http://schemas.microsoft.com/office/drawing/2014/main" id="{5888C5F5-89ED-967B-54C7-2A5658D93832}"/>
              </a:ext>
            </a:extLst>
          </p:cNvPr>
          <p:cNvSpPr>
            <a:spLocks xmlns:a="http://schemas.openxmlformats.org/drawingml/2006/main" noGrp="1"/>
          </p:cNvSpPr>
          <p:nvPr>
            <p:ph type="ctrTitle" idx="0" hasCustomPrompt="1"/>
          </p:nvPr>
        </p:nvSpPr>
        <p:spPr>
          <a:xfrm xmlns:a="http://schemas.openxmlformats.org/drawingml/2006/main">
            <a:off x="792538" y="2148840"/>
            <a:ext cx="6400800" cy="1280160"/>
          </a:xfrm>
          <a:prstGeom xmlns:a="http://schemas.openxmlformats.org/drawingml/2006/main" prst="rect">
            <a:avLst/>
          </a:prstGeom>
          <a:noFill xmlns:a="http://schemas.openxmlformats.org/drawingml/2006/main"/>
        </p:spPr>
        <p:txBody>
          <a:bodyPr xmlns:a="http://schemas.openxmlformats.org/drawingml/2006/main" vert="horz" wrap="square" lIns="0" tIns="0" rIns="0" bIns="91440" anchor="b">
            <a:noAutofit/>
          </a:bodyPr>
          <a:lstStyle xmlns:a="http://schemas.openxmlformats.org/drawingml/2006/main">
            <a:lvl1pPr>
              <a:lnSpc>
                <a:spcPct val="100000"/>
              </a:lnSpc>
              <a:buNone/>
              <a:defRPr sz="4000" b="1" i="0">
                <a:latin typeface="Oracle Sans Tab"/>
                <a:ea typeface="Oracle Sans Tab"/>
                <a:cs typeface="Oracle Sans Tab"/>
              </a:defRPr>
            </a:lvl1pPr>
          </a:lstStyle>
          <a:p xmlns:a="http://schemas.openxmlformats.org/drawingml/2006/main">
            <a:pPr lvl="0">
              <a:lnSpc>
                <a:spcPct val="100000"/>
              </a:lnSpc>
              <a:buNone/>
            </a:pPr>
            <a:r>
              <a:t>OCI and database title</a:t>
            </a:r>
            <a:br/>
            <a:r>
              <a:t>Oracle Sans Tab Bold</a:t>
            </a:r>
          </a:p>
        </p:txBody>
      </p:sp>
      <p:sp>
        <p:nvSpPr>
          <p:cNvPr id="7" name="Subhead">
            <a:extLst xmlns:a="http://schemas.openxmlformats.org/drawingml/2006/main">
              <a:ext uri="{FF2B5EF4-FFF2-40B4-BE49-F238E27FC236}">
                <a16:creationId xmlns:a16="http://schemas.microsoft.com/office/drawing/2014/main" id="{AB3DC633-5D2F-CD08-25C4-AE0E6A2B5A5A}"/>
              </a:ext>
            </a:extLst>
          </p:cNvPr>
          <p:cNvSpPr>
            <a:spLocks xmlns:a="http://schemas.openxmlformats.org/drawingml/2006/main" noGrp="1"/>
          </p:cNvSpPr>
          <p:nvPr>
            <p:ph type="body" idx="33" hasCustomPrompt="1"/>
          </p:nvPr>
        </p:nvSpPr>
        <p:spPr>
          <a:xfrm xmlns:a="http://schemas.openxmlformats.org/drawingml/2006/main">
            <a:off x="792538" y="3519553"/>
            <a:ext cx="6400800" cy="341247"/>
          </a:xfrm>
          <a:prstGeom xmlns:a="http://schemas.openxmlformats.org/drawingml/2006/main" prst="rect">
            <a:avLst/>
          </a:prstGeom>
          <a:noFill xmlns:a="http://schemas.openxmlformats.org/drawingml/2006/main"/>
        </p:spPr>
        <p:txBody>
          <a:bodyPr xmlns:a="http://schemas.openxmlformats.org/drawingml/2006/main">
            <a:noAutofit/>
          </a:bodyPr>
          <a:lstStyle xmlns:a="http://schemas.openxmlformats.org/drawingml/2006/main">
            <a:lvl1pPr marL="0" marR="0" indent="0" algn="l" defTabSz="914400">
              <a:lnSpc>
                <a:spcPct val="100000"/>
              </a:lnSpc>
              <a:spcBef>
                <a:spcPts val="1000"/>
              </a:spcBef>
              <a:spcAft>
                <a:spcPts val="0"/>
              </a:spcAft>
              <a:buClrTx/>
              <a:buSzTx/>
              <a:buFont typeface="Arial"/>
              <a:buNone/>
              <a:defRPr sz="2400" b="0" i="0">
                <a:solidFill>
                  <a:schemeClr val="tx1"/>
                </a:solidFill>
                <a:latin typeface="Oracle Sans Tab"/>
                <a:ea typeface="Oracle Sans Tab"/>
                <a:cs typeface="Oracle Sans Tab"/>
              </a:defRPr>
            </a:lvl1pPr>
          </a:lstStyle>
          <a:p xmlns:a="http://schemas.openxmlformats.org/drawingml/2006/main">
            <a:pPr marL="0" marR="0" lvl="0" indent="0" algn="l" defTabSz="914400">
              <a:lnSpc>
                <a:spcPct val="90000"/>
              </a:lnSpc>
              <a:spcBef>
                <a:spcPts val="1000"/>
              </a:spcBef>
              <a:spcAft>
                <a:spcPts val="0"/>
              </a:spcAft>
              <a:buClrTx/>
              <a:buSzTx/>
              <a:buFont typeface="Arial"/>
              <a:buNone/>
            </a:pPr>
            <a:r>
              <a:t>Subhead goes here on one line.</a:t>
            </a:r>
          </a:p>
        </p:txBody>
      </p:sp>
      <p:sp>
        <p:nvSpPr>
          <p:cNvPr id="8" name="Text Field">
            <a:extLst xmlns:a="http://schemas.openxmlformats.org/drawingml/2006/main">
              <a:ext uri="{FF2B5EF4-FFF2-40B4-BE49-F238E27FC236}">
                <a16:creationId xmlns:a16="http://schemas.microsoft.com/office/drawing/2014/main" id="{20484561-BBEE-F46D-7F67-EB225BA5D346}"/>
              </a:ext>
            </a:extLst>
          </p:cNvPr>
          <p:cNvSpPr>
            <a:spLocks xmlns:a="http://schemas.openxmlformats.org/drawingml/2006/main" noGrp="1"/>
          </p:cNvSpPr>
          <p:nvPr>
            <p:ph type="body" idx="35" hasCustomPrompt="1"/>
          </p:nvPr>
        </p:nvSpPr>
        <p:spPr>
          <a:xfrm xmlns:a="http://schemas.openxmlformats.org/drawingml/2006/main">
            <a:off x="792538" y="4544568"/>
            <a:ext cx="5077970" cy="266291"/>
          </a:xfrm>
          <a:prstGeom xmlns:a="http://schemas.openxmlformats.org/drawingml/2006/main" prst="rect">
            <a:avLst/>
          </a:prstGeom>
          <a:noFill xmlns:a="http://schemas.openxmlformats.org/drawingml/2006/main"/>
        </p:spPr>
        <p:txBody>
          <a:bodyPr xmlns:a="http://schemas.openxmlformats.org/drawingml/2006/main">
            <a:noAutofit/>
          </a:bodyPr>
          <a:lstStyle xmlns:a="http://schemas.openxmlformats.org/drawingml/2006/main">
            <a:lvl1pPr>
              <a:lnSpc>
                <a:spcPct val="100000"/>
              </a:lnSpc>
              <a:buNone/>
              <a:defRPr b="1" i="0">
                <a:latin typeface="Oracle Sans Tab"/>
                <a:ea typeface="Oracle Sans Tab"/>
                <a:cs typeface="Oracle Sans Tab"/>
              </a:defRPr>
            </a:lvl1pPr>
          </a:lstStyle>
          <a:p xmlns:a="http://schemas.openxmlformats.org/drawingml/2006/main">
            <a:pPr lvl="0">
              <a:buNone/>
            </a:pPr>
            <a:r>
              <a:t>Name</a:t>
            </a:r>
          </a:p>
        </p:txBody>
      </p:sp>
      <p:sp>
        <p:nvSpPr>
          <p:cNvPr id="9" name="Text Field 2">
            <a:extLst xmlns:a="http://schemas.openxmlformats.org/drawingml/2006/main">
              <a:ext uri="{FF2B5EF4-FFF2-40B4-BE49-F238E27FC236}">
                <a16:creationId xmlns:a16="http://schemas.microsoft.com/office/drawing/2014/main" id="{5A2D3ACC-958E-B38F-BE81-FBB225FDED02}"/>
              </a:ext>
            </a:extLst>
          </p:cNvPr>
          <p:cNvSpPr>
            <a:spLocks xmlns:a="http://schemas.openxmlformats.org/drawingml/2006/main" noGrp="1"/>
          </p:cNvSpPr>
          <p:nvPr>
            <p:ph type="body" idx="34" hasCustomPrompt="1"/>
          </p:nvPr>
        </p:nvSpPr>
        <p:spPr>
          <a:xfrm xmlns:a="http://schemas.openxmlformats.org/drawingml/2006/main">
            <a:off x="792538" y="4882896"/>
            <a:ext cx="5077970" cy="895181"/>
          </a:xfrm>
          <a:prstGeom xmlns:a="http://schemas.openxmlformats.org/drawingml/2006/main" prst="rect">
            <a:avLst/>
          </a:prstGeom>
          <a:noFill xmlns:a="http://schemas.openxmlformats.org/drawingml/2006/main"/>
        </p:spPr>
        <p:txBody>
          <a:bodyPr xmlns:a="http://schemas.openxmlformats.org/drawingml/2006/main">
            <a:noAutofit/>
          </a:bodyPr>
          <a:lstStyle xmlns:a="http://schemas.openxmlformats.org/drawingml/2006/main">
            <a:lvl1pPr>
              <a:lnSpc>
                <a:spcPct val="100000"/>
              </a:lnSpc>
              <a:buNone/>
              <a:defRPr b="0" i="0">
                <a:latin typeface="Oracle Sans Tab"/>
                <a:ea typeface="Oracle Sans Tab"/>
                <a:cs typeface="Oracle Sans Tab"/>
              </a:defRPr>
            </a:lvl1pPr>
          </a:lstStyle>
          <a:p xmlns:a="http://schemas.openxmlformats.org/drawingml/2006/main">
            <a:pPr lvl="0">
              <a:buNone/>
            </a:pPr>
            <a:r>
              <a:t>Presenter’s Title</a:t>
            </a:r>
          </a:p>
          <a:p xmlns:a="http://schemas.openxmlformats.org/drawingml/2006/main">
            <a:pPr lvl="0">
              <a:buNone/>
            </a:pPr>
            <a:r>
              <a:t>Organization, Division or Business Unit</a:t>
            </a:r>
          </a:p>
          <a:p xmlns:a="http://schemas.openxmlformats.org/drawingml/2006/main">
            <a:pPr lvl="0">
              <a:buNone/>
            </a:pPr>
            <a:r>
              <a:t>Month 00, 2023</a:t>
            </a:r>
          </a:p>
        </p:txBody>
      </p:sp>
      <p:sp>
        <p:nvSpPr>
          <p:cNvPr id="5" name="Slide Number Placeholder 4">
            <a:extLst xmlns:a="http://schemas.openxmlformats.org/drawingml/2006/main">
              <a:ext uri="{FF2B5EF4-FFF2-40B4-BE49-F238E27FC236}">
                <a16:creationId xmlns:a16="http://schemas.microsoft.com/office/drawing/2014/main" id="{E1DF1B72-C1BE-74C1-FB93-E6FBEBCD12EB}"/>
              </a:ext>
            </a:extLst>
          </p:cNvPr>
          <p:cNvSpPr>
            <a:spLocks xmlns:a="http://schemas.openxmlformats.org/drawingml/2006/main" noGrp="1"/>
          </p:cNvSpPr>
          <p:nvPr>
            <p:ph type="sldNum" idx="12"/>
          </p:nvPr>
        </p:nvSpPr>
        <p:spPr>
          <a:xfrm xmlns:a="http://schemas.openxmlformats.org/drawingml/2006/main">
            <a:off x="762000" y="6995117"/>
            <a:ext cx="365760" cy="365760"/>
          </a:xfrm>
        </p:spPr>
        <p:txBody>
          <a:bodyPr xmlns:a="http://schemas.openxmlformats.org/drawingml/2006/main"/>
          <a:lstStyle xmlns:a="http://schemas.openxmlformats.org/drawingml/2006/main">
            <a:lvl1pPr>
              <a:buNone/>
              <a:defRPr>
                <a:noFill/>
              </a:defRPr>
            </a:lvl1pPr>
          </a:lstStyle>
          <a:p xmlns:a="http://schemas.openxmlformats.org/drawingml/2006/main">
            <a:fld id="{345D60D9-5372-5F40-9443-0F9AE5BDC3C8}" type="slidenum">
              <a:t>‹#›</a:t>
            </a:fld>
            <a:endParaRPr/>
          </a:p>
        </p:txBody>
      </p:sp>
      <p:sp>
        <p:nvSpPr>
          <p:cNvPr id="4" name="Footer Placeholder 3">
            <a:extLst xmlns:a="http://schemas.openxmlformats.org/drawingml/2006/main">
              <a:ext uri="{FF2B5EF4-FFF2-40B4-BE49-F238E27FC236}">
                <a16:creationId xmlns:a16="http://schemas.microsoft.com/office/drawing/2014/main" id="{642B772F-C699-22CD-0BF9-575EC2076553}"/>
              </a:ext>
            </a:extLst>
          </p:cNvPr>
          <p:cNvSpPr>
            <a:spLocks xmlns:a="http://schemas.openxmlformats.org/drawingml/2006/main" noGrp="1"/>
          </p:cNvSpPr>
          <p:nvPr>
            <p:ph type="ftr" idx="36"/>
          </p:nvPr>
        </p:nvSpPr>
        <p:spPr>
          <a:xfrm xmlns:a="http://schemas.openxmlformats.org/drawingml/2006/main">
            <a:off x="1127759" y="6995435"/>
            <a:ext cx="5745379" cy="365125"/>
          </a:xfrm>
        </p:spPr>
        <p:txBody>
          <a:bodyPr xmlns:a="http://schemas.openxmlformats.org/drawingml/2006/main"/>
          <a:lstStyle xmlns:a="http://schemas.openxmlformats.org/drawingml/2006/main">
            <a:lvl1pPr>
              <a:buNone/>
              <a:defRPr>
                <a:noFill/>
              </a:defRPr>
            </a:lvl1pPr>
          </a:lstStyle>
          <a:p xmlns:a="http://schemas.openxmlformats.org/drawingml/2006/main">
            <a:r>
              <a:t>Copyright © 2025, Oracle and/or its affiliates |  Confidential: Internal/Restricted/Highly Restricted</a:t>
            </a:r>
            <a:endParaRPr/>
          </a:p>
        </p:txBody>
      </p:sp>
      <p:sp>
        <p:nvSpPr>
          <p:cNvPr id="3" name="Date Placeholder 2">
            <a:extLst xmlns:a="http://schemas.openxmlformats.org/drawingml/2006/main">
              <a:ext uri="{FF2B5EF4-FFF2-40B4-BE49-F238E27FC236}">
                <a16:creationId xmlns:a16="http://schemas.microsoft.com/office/drawing/2014/main" id="{D739DA1F-4B89-6385-9E78-4753D4109198}"/>
              </a:ext>
            </a:extLst>
          </p:cNvPr>
          <p:cNvSpPr>
            <a:spLocks xmlns:a="http://schemas.openxmlformats.org/drawingml/2006/main" noGrp="1"/>
          </p:cNvSpPr>
          <p:nvPr>
            <p:ph type="dt" idx="10"/>
          </p:nvPr>
        </p:nvSpPr>
        <p:spPr>
          <a:xfrm xmlns:a="http://schemas.openxmlformats.org/drawingml/2006/main">
            <a:off x="6873138" y="6997061"/>
            <a:ext cx="2743200" cy="363500"/>
          </a:xfrm>
        </p:spPr>
        <p:txBody>
          <a:bodyPr xmlns:a="http://schemas.openxmlformats.org/drawingml/2006/main"/>
          <a:lstStyle xmlns:a="http://schemas.openxmlformats.org/drawingml/2006/main">
            <a:lvl1pPr>
              <a:buNone/>
              <a:defRPr>
                <a:noFill/>
              </a:defRPr>
            </a:lvl1pPr>
          </a:lstStyle>
          <a:p xmlns:a="http://schemas.openxmlformats.org/drawingml/2006/main">
            <a:r>
              <a:t>[Date]</a:t>
            </a:r>
            <a:endParaRPr/>
          </a:p>
        </p:txBody>
      </p:sp>
      <p:pic>
        <p:nvPicPr>
          <p:cNvPr id="2" name="Oracle Logo">
            <a:extLst xmlns:a="http://schemas.openxmlformats.org/drawingml/2006/main">
              <a:ext uri="{FF2B5EF4-FFF2-40B4-BE49-F238E27FC236}">
                <a16:creationId xmlns:a16="http://schemas.microsoft.com/office/drawing/2014/main" id="{BEFD3905-273C-42E6-83E7-B125038A3959}"/>
              </a:ext>
            </a:extLst>
          </p:cNvPr>
          <p:cNvPicPr>
            <a:picLocks xmlns:a="http://schemas.openxmlformats.org/drawingml/2006/main" noChangeAspect="1"/>
          </p:cNvPicPr>
          <p:nvPr/>
        </p:nvPicPr>
        <p:blipFill>
          <a:blip xmlns:r="http://schemas.openxmlformats.org/officeDocument/2006/relationships" xmlns:a="http://schemas.openxmlformats.org/drawingml/2006/main" r:embed="R8576218960a042c0">
            <a:extLst>
              <a:ext uri="{96DAC541-7B7A-43D3-8B79-37D633B846F1}">
                <asvg:svgBlip xmlns:asvg="http://schemas.microsoft.com/office/drawing/2016/SVG/main" r:embed="Radb3e8e7bc834424"/>
              </a:ext>
            </a:extLst>
          </a:blip>
          <a:srcRect xmlns:a="http://schemas.openxmlformats.org/drawingml/2006/main" l="0" t="0" r="0" b="0"/>
          <a:stretch xmlns:a="http://schemas.openxmlformats.org/drawingml/2006/main"/>
        </p:blipFill>
        <p:spPr>
          <a:xfrm xmlns:a="http://schemas.openxmlformats.org/drawingml/2006/main">
            <a:off x="730669" y="1132368"/>
            <a:ext cx="1524893" cy="320039"/>
          </a:xfrm>
          <a:prstGeom xmlns:a="http://schemas.openxmlformats.org/drawingml/2006/main" prst="rect">
            <a:avLst/>
          </a:prstGeom>
        </p:spPr>
      </p:pic>
      <p:sp>
        <p:nvSpPr>
          <p:cNvPr id="11" name="Accent mark">
            <a:extLst xmlns:a="http://schemas.openxmlformats.org/drawingml/2006/main">
              <a:ext uri="{FF2B5EF4-FFF2-40B4-BE49-F238E27FC236}">
                <a16:creationId xmlns:a16="http://schemas.microsoft.com/office/drawing/2014/main" id="{F974F57F-EE1C-2E13-9B52-D64DDE2DF988}"/>
              </a:ext>
            </a:extLst>
          </p:cNvPr>
          <p:cNvSpPr>
            <a:spLocks xmlns:a="http://schemas.openxmlformats.org/drawingml/2006/main" noGrp="1"/>
          </p:cNvSpPr>
          <p:nvPr/>
        </p:nvSpPr>
        <p:spPr>
          <a:xfrm xmlns:a="http://schemas.openxmlformats.org/drawingml/2006/main">
            <a:off x="793805" y="4166108"/>
            <a:ext cx="365760" cy="36576"/>
          </a:xfrm>
          <a:prstGeom xmlns:a="http://schemas.openxmlformats.org/drawingml/2006/main" prst="rect">
            <a:avLst/>
          </a:prstGeom>
          <a:solidFill xmlns:a="http://schemas.openxmlformats.org/drawingml/2006/main">
            <a:srgbClr val="F0CC71"/>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Tree>
  </p:cSld>
</p:sldLayout>
</file>

<file path=ppt/slideLayouts/slideLayout13.xml><?xml version="1.0" encoding="utf-8"?>
<p:sldLayout xmlns:p="http://schemas.openxmlformats.org/presentationml/2006/main" preserve="1" userDrawn="1">
  <p:cSld name="Title/Cover_10">
    <p:bg>
      <p:bgPr>
        <a:blipFill xmlns:a="http://schemas.openxmlformats.org/drawingml/2006/main" rotWithShape="1">
          <a:blip xmlns:r="http://schemas.openxmlformats.org/officeDocument/2006/relationships" r:embed="R0c06758360fd4ec5">
            <a:lum/>
          </a:blip>
          <a:srcRect l="0" t="0" r="0" b="0"/>
          <a:stretch>
            <a:fillRect l="0" t="0" r="0" b="0"/>
          </a:stretch>
        </a:blipFill>
      </p:bgPr>
    </p:bg>
    <p:spTree>
      <p:nvGrpSpPr>
        <p:cNvPr id="1" name=""/>
        <p:cNvGrpSpPr/>
        <p:nvPr/>
      </p:nvGrpSpPr>
      <p:grpSpPr>
        <a:xfrm xmlns:a="http://schemas.openxmlformats.org/drawingml/2006/main"/>
      </p:grpSpPr>
      <p:sp>
        <p:nvSpPr>
          <p:cNvPr id="24" name="Title">
            <a:extLst xmlns:a="http://schemas.openxmlformats.org/drawingml/2006/main">
              <a:ext uri="{FF2B5EF4-FFF2-40B4-BE49-F238E27FC236}">
                <a16:creationId xmlns:a16="http://schemas.microsoft.com/office/drawing/2014/main" id="{461BB5F1-8825-7944-96EB-8445317513F5}"/>
              </a:ext>
            </a:extLst>
          </p:cNvPr>
          <p:cNvSpPr>
            <a:spLocks xmlns:a="http://schemas.openxmlformats.org/drawingml/2006/main" noGrp="1"/>
          </p:cNvSpPr>
          <p:nvPr>
            <p:ph type="ctrTitle" idx="0" hasCustomPrompt="1"/>
          </p:nvPr>
        </p:nvSpPr>
        <p:spPr>
          <a:xfrm xmlns:a="http://schemas.openxmlformats.org/drawingml/2006/main">
            <a:off x="792470" y="2148840"/>
            <a:ext cx="6217920" cy="1280160"/>
          </a:xfrm>
          <a:prstGeom xmlns:a="http://schemas.openxmlformats.org/drawingml/2006/main" prst="rect">
            <a:avLst/>
          </a:prstGeom>
          <a:noFill xmlns:a="http://schemas.openxmlformats.org/drawingml/2006/main"/>
        </p:spPr>
        <p:txBody>
          <a:bodyPr xmlns:a="http://schemas.openxmlformats.org/drawingml/2006/main" vert="horz" wrap="square" lIns="0" tIns="0" rIns="0" bIns="91440" anchor="b">
            <a:noAutofit/>
          </a:bodyPr>
          <a:lstStyle xmlns:a="http://schemas.openxmlformats.org/drawingml/2006/main">
            <a:lvl1pPr>
              <a:lnSpc>
                <a:spcPct val="100000"/>
              </a:lnSpc>
              <a:buNone/>
              <a:defRPr sz="4000" b="1">
                <a:latin typeface="+mn-lt"/>
                <a:ea typeface="+mn-lt"/>
                <a:cs typeface="+mn-lt"/>
              </a:defRPr>
            </a:lvl1pPr>
          </a:lstStyle>
          <a:p xmlns:a="http://schemas.openxmlformats.org/drawingml/2006/main">
            <a:pPr lvl="0">
              <a:lnSpc>
                <a:spcPct val="100000"/>
              </a:lnSpc>
              <a:buNone/>
            </a:pPr>
            <a:r>
              <a:t>Developer Title</a:t>
            </a:r>
            <a:br/>
            <a:r>
              <a:t>Oracle Sans Tab</a:t>
            </a:r>
          </a:p>
        </p:txBody>
      </p:sp>
      <p:sp>
        <p:nvSpPr>
          <p:cNvPr id="25" name="Subhead">
            <a:extLst xmlns:a="http://schemas.openxmlformats.org/drawingml/2006/main">
              <a:ext uri="{FF2B5EF4-FFF2-40B4-BE49-F238E27FC236}">
                <a16:creationId xmlns:a16="http://schemas.microsoft.com/office/drawing/2014/main" id="{DE85AE1C-733D-7244-A6DA-C3ADBC76ED0C}"/>
              </a:ext>
            </a:extLst>
          </p:cNvPr>
          <p:cNvSpPr>
            <a:spLocks xmlns:a="http://schemas.openxmlformats.org/drawingml/2006/main" noGrp="1"/>
          </p:cNvSpPr>
          <p:nvPr>
            <p:ph type="body" idx="33" hasCustomPrompt="1"/>
          </p:nvPr>
        </p:nvSpPr>
        <p:spPr>
          <a:xfrm xmlns:a="http://schemas.openxmlformats.org/drawingml/2006/main">
            <a:off x="792470" y="3519553"/>
            <a:ext cx="6217920" cy="341247"/>
          </a:xfrm>
          <a:prstGeom xmlns:a="http://schemas.openxmlformats.org/drawingml/2006/main" prst="rect">
            <a:avLst/>
          </a:prstGeom>
          <a:noFill xmlns:a="http://schemas.openxmlformats.org/drawingml/2006/main"/>
        </p:spPr>
        <p:txBody>
          <a:bodyPr xmlns:a="http://schemas.openxmlformats.org/drawingml/2006/main">
            <a:noAutofit/>
          </a:bodyPr>
          <a:lstStyle xmlns:a="http://schemas.openxmlformats.org/drawingml/2006/main">
            <a:lvl1pPr marL="0" marR="0" indent="0" algn="l" defTabSz="914400">
              <a:lnSpc>
                <a:spcPct val="100000"/>
              </a:lnSpc>
              <a:spcBef>
                <a:spcPts val="1000"/>
              </a:spcBef>
              <a:spcAft>
                <a:spcPts val="0"/>
              </a:spcAft>
              <a:buClrTx/>
              <a:buSzTx/>
              <a:buFont typeface="Arial"/>
              <a:buNone/>
              <a:defRPr sz="2400" b="0">
                <a:solidFill>
                  <a:schemeClr val="tx1"/>
                </a:solidFill>
              </a:defRPr>
            </a:lvl1pPr>
          </a:lstStyle>
          <a:p xmlns:a="http://schemas.openxmlformats.org/drawingml/2006/main">
            <a:pPr marL="0" marR="0" lvl="0" indent="0" algn="l" defTabSz="914400">
              <a:lnSpc>
                <a:spcPct val="90000"/>
              </a:lnSpc>
              <a:spcBef>
                <a:spcPts val="1000"/>
              </a:spcBef>
              <a:spcAft>
                <a:spcPts val="0"/>
              </a:spcAft>
              <a:buClrTx/>
              <a:buSzTx/>
              <a:buFont typeface="Arial"/>
              <a:buNone/>
            </a:pPr>
            <a:r>
              <a:t>Subhead goes here on one line.</a:t>
            </a:r>
          </a:p>
        </p:txBody>
      </p:sp>
      <p:sp>
        <p:nvSpPr>
          <p:cNvPr id="11" name="Text Field">
            <a:extLst xmlns:a="http://schemas.openxmlformats.org/drawingml/2006/main">
              <a:ext uri="{FF2B5EF4-FFF2-40B4-BE49-F238E27FC236}">
                <a16:creationId xmlns:a16="http://schemas.microsoft.com/office/drawing/2014/main" id="{5096A149-B6C9-A04E-A2B0-54CCFAA42526}"/>
              </a:ext>
            </a:extLst>
          </p:cNvPr>
          <p:cNvSpPr>
            <a:spLocks xmlns:a="http://schemas.openxmlformats.org/drawingml/2006/main" noGrp="1"/>
          </p:cNvSpPr>
          <p:nvPr>
            <p:ph type="body" idx="35" hasCustomPrompt="1"/>
          </p:nvPr>
        </p:nvSpPr>
        <p:spPr>
          <a:xfrm xmlns:a="http://schemas.openxmlformats.org/drawingml/2006/main">
            <a:off x="792470" y="4544568"/>
            <a:ext cx="5077970" cy="266291"/>
          </a:xfrm>
          <a:prstGeom xmlns:a="http://schemas.openxmlformats.org/drawingml/2006/main" prst="rect">
            <a:avLst/>
          </a:prstGeom>
          <a:noFill xmlns:a="http://schemas.openxmlformats.org/drawingml/2006/main"/>
        </p:spPr>
        <p:txBody>
          <a:bodyPr xmlns:a="http://schemas.openxmlformats.org/drawingml/2006/main">
            <a:noAutofit/>
          </a:bodyPr>
          <a:lstStyle xmlns:a="http://schemas.openxmlformats.org/drawingml/2006/main">
            <a:lvl1pPr>
              <a:lnSpc>
                <a:spcPct val="100000"/>
              </a:lnSpc>
              <a:buNone/>
              <a:defRPr b="1"/>
            </a:lvl1pPr>
          </a:lstStyle>
          <a:p xmlns:a="http://schemas.openxmlformats.org/drawingml/2006/main">
            <a:pPr lvl="0">
              <a:buNone/>
            </a:pPr>
            <a:r>
              <a:t>Name</a:t>
            </a:r>
          </a:p>
        </p:txBody>
      </p:sp>
      <p:sp>
        <p:nvSpPr>
          <p:cNvPr id="10" name="Text Field 2">
            <a:extLst xmlns:a="http://schemas.openxmlformats.org/drawingml/2006/main">
              <a:ext uri="{FF2B5EF4-FFF2-40B4-BE49-F238E27FC236}">
                <a16:creationId xmlns:a16="http://schemas.microsoft.com/office/drawing/2014/main" id="{A57492F9-1AD2-9346-9BB6-C0CF36DEF5ED}"/>
              </a:ext>
            </a:extLst>
          </p:cNvPr>
          <p:cNvSpPr>
            <a:spLocks xmlns:a="http://schemas.openxmlformats.org/drawingml/2006/main" noGrp="1"/>
          </p:cNvSpPr>
          <p:nvPr>
            <p:ph type="body" idx="34" hasCustomPrompt="1"/>
          </p:nvPr>
        </p:nvSpPr>
        <p:spPr>
          <a:xfrm xmlns:a="http://schemas.openxmlformats.org/drawingml/2006/main">
            <a:off x="792470" y="4882896"/>
            <a:ext cx="5077970" cy="895181"/>
          </a:xfrm>
          <a:prstGeom xmlns:a="http://schemas.openxmlformats.org/drawingml/2006/main" prst="rect">
            <a:avLst/>
          </a:prstGeom>
          <a:noFill xmlns:a="http://schemas.openxmlformats.org/drawingml/2006/main"/>
        </p:spPr>
        <p:txBody>
          <a:bodyPr xmlns:a="http://schemas.openxmlformats.org/drawingml/2006/main">
            <a:noAutofit/>
          </a:bodyPr>
          <a:lstStyle xmlns:a="http://schemas.openxmlformats.org/drawingml/2006/main">
            <a:lvl1pPr>
              <a:lnSpc>
                <a:spcPct val="100000"/>
              </a:lnSpc>
              <a:buNone/>
              <a:defRPr/>
            </a:lvl1pPr>
          </a:lstStyle>
          <a:p xmlns:a="http://schemas.openxmlformats.org/drawingml/2006/main">
            <a:pPr lvl="0">
              <a:buNone/>
            </a:pPr>
            <a:r>
              <a:t>Presenter’s Title</a:t>
            </a:r>
          </a:p>
          <a:p xmlns:a="http://schemas.openxmlformats.org/drawingml/2006/main">
            <a:pPr lvl="0">
              <a:buNone/>
            </a:pPr>
            <a:r>
              <a:t>Organization, Division or Business Unit</a:t>
            </a:r>
          </a:p>
          <a:p xmlns:a="http://schemas.openxmlformats.org/drawingml/2006/main">
            <a:pPr lvl="0">
              <a:buNone/>
            </a:pPr>
            <a:r>
              <a:t>Month 00, 2023</a:t>
            </a:r>
          </a:p>
        </p:txBody>
      </p:sp>
      <p:pic>
        <p:nvPicPr>
          <p:cNvPr id="14" name="Oracle Logo">
            <a:extLst xmlns:a="http://schemas.openxmlformats.org/drawingml/2006/main">
              <a:ext uri="{FF2B5EF4-FFF2-40B4-BE49-F238E27FC236}">
                <a16:creationId xmlns:a16="http://schemas.microsoft.com/office/drawing/2014/main" id="{117777CA-5D98-4D9F-AC18-0C952498EB13}"/>
              </a:ext>
            </a:extLst>
          </p:cNvPr>
          <p:cNvPicPr>
            <a:picLocks xmlns:a="http://schemas.openxmlformats.org/drawingml/2006/main" noChangeAspect="1"/>
          </p:cNvPicPr>
          <p:nvPr/>
        </p:nvPicPr>
        <p:blipFill>
          <a:blip xmlns:r="http://schemas.openxmlformats.org/officeDocument/2006/relationships" xmlns:a="http://schemas.openxmlformats.org/drawingml/2006/main" r:embed="R1bee743de8174d98">
            <a:extLst>
              <a:ext uri="{96DAC541-7B7A-43D3-8B79-37D633B846F1}">
                <asvg:svgBlip xmlns:asvg="http://schemas.microsoft.com/office/drawing/2016/SVG/main" r:embed="R4dd557c909d1414a"/>
              </a:ext>
            </a:extLst>
          </a:blip>
          <a:srcRect xmlns:a="http://schemas.openxmlformats.org/drawingml/2006/main" l="0" t="0" r="0" b="0"/>
          <a:stretch xmlns:a="http://schemas.openxmlformats.org/drawingml/2006/main"/>
        </p:blipFill>
        <p:spPr>
          <a:xfrm xmlns:a="http://schemas.openxmlformats.org/drawingml/2006/main">
            <a:off x="730669" y="1132368"/>
            <a:ext cx="1524893" cy="320039"/>
          </a:xfrm>
          <a:prstGeom xmlns:a="http://schemas.openxmlformats.org/drawingml/2006/main" prst="rect">
            <a:avLst/>
          </a:prstGeom>
        </p:spPr>
      </p:pic>
      <p:sp>
        <p:nvSpPr>
          <p:cNvPr id="5" name="Slide Number Placeholder 4">
            <a:extLst xmlns:a="http://schemas.openxmlformats.org/drawingml/2006/main">
              <a:ext uri="{FF2B5EF4-FFF2-40B4-BE49-F238E27FC236}">
                <a16:creationId xmlns:a16="http://schemas.microsoft.com/office/drawing/2014/main" id="{3DCCBFFD-1208-DC98-6F83-AD17B21EFDE4}"/>
              </a:ext>
            </a:extLst>
          </p:cNvPr>
          <p:cNvSpPr>
            <a:spLocks xmlns:a="http://schemas.openxmlformats.org/drawingml/2006/main" noGrp="1"/>
          </p:cNvSpPr>
          <p:nvPr>
            <p:ph type="sldNum" idx="12"/>
          </p:nvPr>
        </p:nvSpPr>
        <p:spPr>
          <a:xfrm xmlns:a="http://schemas.openxmlformats.org/drawingml/2006/main">
            <a:off x="762000" y="6995117"/>
            <a:ext cx="365760" cy="365760"/>
          </a:xfrm>
        </p:spPr>
        <p:txBody>
          <a:bodyPr xmlns:a="http://schemas.openxmlformats.org/drawingml/2006/main"/>
          <a:lstStyle xmlns:a="http://schemas.openxmlformats.org/drawingml/2006/main">
            <a:lvl1pPr>
              <a:buNone/>
              <a:defRPr>
                <a:noFill/>
              </a:defRPr>
            </a:lvl1pPr>
          </a:lstStyle>
          <a:p xmlns:a="http://schemas.openxmlformats.org/drawingml/2006/main">
            <a:fld id="{345D60D9-5372-5F40-9443-0F9AE5BDC3C8}" type="slidenum">
              <a:t>‹#›</a:t>
            </a:fld>
            <a:endParaRPr/>
          </a:p>
        </p:txBody>
      </p:sp>
      <p:sp>
        <p:nvSpPr>
          <p:cNvPr id="4" name="Footer Placeholder 3">
            <a:extLst xmlns:a="http://schemas.openxmlformats.org/drawingml/2006/main">
              <a:ext uri="{FF2B5EF4-FFF2-40B4-BE49-F238E27FC236}">
                <a16:creationId xmlns:a16="http://schemas.microsoft.com/office/drawing/2014/main" id="{9C95C387-C6B6-B09D-D9C1-A530A566B205}"/>
              </a:ext>
            </a:extLst>
          </p:cNvPr>
          <p:cNvSpPr>
            <a:spLocks xmlns:a="http://schemas.openxmlformats.org/drawingml/2006/main" noGrp="1"/>
          </p:cNvSpPr>
          <p:nvPr>
            <p:ph type="ftr" idx="36"/>
          </p:nvPr>
        </p:nvSpPr>
        <p:spPr>
          <a:xfrm xmlns:a="http://schemas.openxmlformats.org/drawingml/2006/main">
            <a:off x="1127759" y="6995435"/>
            <a:ext cx="5745379" cy="365125"/>
          </a:xfrm>
        </p:spPr>
        <p:txBody>
          <a:bodyPr xmlns:a="http://schemas.openxmlformats.org/drawingml/2006/main"/>
          <a:lstStyle xmlns:a="http://schemas.openxmlformats.org/drawingml/2006/main">
            <a:lvl1pPr>
              <a:buNone/>
              <a:defRPr>
                <a:noFill/>
              </a:defRPr>
            </a:lvl1pPr>
          </a:lstStyle>
          <a:p xmlns:a="http://schemas.openxmlformats.org/drawingml/2006/main">
            <a:r>
              <a:t>Copyright © 2025, Oracle and/or its affiliates |  Confidential: Internal/Restricted/Highly Restricted</a:t>
            </a:r>
            <a:endParaRPr/>
          </a:p>
        </p:txBody>
      </p:sp>
      <p:sp>
        <p:nvSpPr>
          <p:cNvPr id="3" name="Date Placeholder 2">
            <a:extLst xmlns:a="http://schemas.openxmlformats.org/drawingml/2006/main">
              <a:ext uri="{FF2B5EF4-FFF2-40B4-BE49-F238E27FC236}">
                <a16:creationId xmlns:a16="http://schemas.microsoft.com/office/drawing/2014/main" id="{81CE87F9-CC9A-B7B1-715A-1FC35C2906A5}"/>
              </a:ext>
            </a:extLst>
          </p:cNvPr>
          <p:cNvSpPr>
            <a:spLocks xmlns:a="http://schemas.openxmlformats.org/drawingml/2006/main" noGrp="1"/>
          </p:cNvSpPr>
          <p:nvPr>
            <p:ph type="dt" idx="10"/>
          </p:nvPr>
        </p:nvSpPr>
        <p:spPr>
          <a:xfrm xmlns:a="http://schemas.openxmlformats.org/drawingml/2006/main">
            <a:off x="6873138" y="6997061"/>
            <a:ext cx="2743200" cy="363500"/>
          </a:xfrm>
        </p:spPr>
        <p:txBody>
          <a:bodyPr xmlns:a="http://schemas.openxmlformats.org/drawingml/2006/main"/>
          <a:lstStyle xmlns:a="http://schemas.openxmlformats.org/drawingml/2006/main">
            <a:lvl1pPr>
              <a:buNone/>
              <a:defRPr>
                <a:noFill/>
              </a:defRPr>
            </a:lvl1pPr>
          </a:lstStyle>
          <a:p xmlns:a="http://schemas.openxmlformats.org/drawingml/2006/main">
            <a:r>
              <a:t>[Date]</a:t>
            </a:r>
            <a:endParaRPr/>
          </a:p>
        </p:txBody>
      </p:sp>
      <p:sp>
        <p:nvSpPr>
          <p:cNvPr id="2" name="Accent mark">
            <a:extLst xmlns:a="http://schemas.openxmlformats.org/drawingml/2006/main">
              <a:ext uri="{FF2B5EF4-FFF2-40B4-BE49-F238E27FC236}">
                <a16:creationId xmlns:a16="http://schemas.microsoft.com/office/drawing/2014/main" id="{834756B5-7E88-686B-81C7-9145FA6393AA}"/>
              </a:ext>
            </a:extLst>
          </p:cNvPr>
          <p:cNvSpPr>
            <a:spLocks xmlns:a="http://schemas.openxmlformats.org/drawingml/2006/main" noGrp="1"/>
          </p:cNvSpPr>
          <p:nvPr/>
        </p:nvSpPr>
        <p:spPr>
          <a:xfrm xmlns:a="http://schemas.openxmlformats.org/drawingml/2006/main">
            <a:off x="793805" y="4166108"/>
            <a:ext cx="365760" cy="36576"/>
          </a:xfrm>
          <a:prstGeom xmlns:a="http://schemas.openxmlformats.org/drawingml/2006/main" prst="rect">
            <a:avLst/>
          </a:prstGeom>
          <a:solidFill xmlns:a="http://schemas.openxmlformats.org/drawingml/2006/main">
            <a:srgbClr val="F0CC71"/>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Tree>
  </p:cSld>
</p:sldLayout>
</file>

<file path=ppt/slideLayouts/slideLayout14.xml><?xml version="1.0" encoding="utf-8"?>
<p:sldLayout xmlns:p="http://schemas.openxmlformats.org/presentationml/2006/main" preserve="1" userDrawn="1">
  <p:cSld name="Section-full-image">
    <p:bg>
      <p:bgPr>
        <a:solidFill xmlns:a="http://schemas.openxmlformats.org/drawingml/2006/main">
          <a:schemeClr val="bg2"/>
        </a:solidFill>
      </p:bgPr>
    </p:bg>
    <p:spTree>
      <p:nvGrpSpPr>
        <p:cNvPr id="1" name=""/>
        <p:cNvGrpSpPr/>
        <p:nvPr/>
      </p:nvGrpSpPr>
      <p:grpSpPr>
        <a:xfrm xmlns:a="http://schemas.openxmlformats.org/drawingml/2006/main"/>
      </p:grpSpPr>
      <p:sp>
        <p:nvSpPr>
          <p:cNvPr id="2" name="Gradient overlay">
            <a:extLst xmlns:a="http://schemas.openxmlformats.org/drawingml/2006/main">
              <a:ext uri="{FF2B5EF4-FFF2-40B4-BE49-F238E27FC236}">
                <a16:creationId xmlns:a16="http://schemas.microsoft.com/office/drawing/2014/main" id="{02A90784-90AA-1B27-460D-B876463465E4}"/>
              </a:ext>
            </a:extLst>
          </p:cNvPr>
          <p:cNvSpPr>
            <a:spLocks xmlns:a="http://schemas.openxmlformats.org/drawingml/2006/main" noGrp="1"/>
          </p:cNvSpPr>
          <p:nvPr/>
        </p:nvSpPr>
        <p:spPr>
          <a:xfrm xmlns:a="http://schemas.openxmlformats.org/drawingml/2006/main">
            <a:off x="0" y="0"/>
            <a:ext cx="7467585" cy="6858000"/>
          </a:xfrm>
          <a:prstGeom xmlns:a="http://schemas.openxmlformats.org/drawingml/2006/main" prst="rect">
            <a:avLst/>
          </a:prstGeom>
          <a:gradFill xmlns:a="http://schemas.openxmlformats.org/drawingml/2006/main">
            <a:gsLst>
              <a:gs pos="69000">
                <a:srgbClr val="2A2F2F">
                  <a:alpha val="70000"/>
                </a:srgbClr>
              </a:gs>
              <a:gs pos="0">
                <a:schemeClr val="bg1"/>
              </a:gs>
              <a:gs pos="100000">
                <a:schemeClr val="bg2">
                  <a:alpha val="0"/>
                </a:schemeClr>
              </a:gs>
            </a:gsLst>
            <a:lin ang="0" scaled="0"/>
          </a:gra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7" name="Title 5">
            <a:extLst xmlns:a="http://schemas.openxmlformats.org/drawingml/2006/main">
              <a:ext uri="{FF2B5EF4-FFF2-40B4-BE49-F238E27FC236}">
                <a16:creationId xmlns:a16="http://schemas.microsoft.com/office/drawing/2014/main" id="{2A8370DC-7E17-3B48-B968-7FBF1A513E5D}"/>
              </a:ext>
            </a:extLst>
          </p:cNvPr>
          <p:cNvSpPr>
            <a:spLocks xmlns:a="http://schemas.openxmlformats.org/drawingml/2006/main" noGrp="1"/>
          </p:cNvSpPr>
          <p:nvPr>
            <p:ph type="title" idx="0" hasCustomPrompt="1"/>
          </p:nvPr>
        </p:nvSpPr>
        <p:spPr>
          <a:xfrm xmlns:a="http://schemas.openxmlformats.org/drawingml/2006/main">
            <a:off x="768871" y="2337132"/>
            <a:ext cx="6217920" cy="1280160"/>
          </a:xfrm>
          <a:prstGeom xmlns:a="http://schemas.openxmlformats.org/drawingml/2006/main" prst="rect">
            <a:avLst/>
          </a:prstGeom>
          <a:noFill xmlns:a="http://schemas.openxmlformats.org/drawingml/2006/main"/>
        </p:spPr>
        <p:txBody>
          <a:bodyPr xmlns:a="http://schemas.openxmlformats.org/drawingml/2006/main" vert="horz" wrap="square" lIns="0" tIns="0" rIns="0" bIns="0" anchor="b">
            <a:noAutofit/>
          </a:bodyPr>
          <a:lstStyle xmlns:a="http://schemas.openxmlformats.org/drawingml/2006/main">
            <a:lvl1pPr>
              <a:lnSpc>
                <a:spcPct val="100000"/>
              </a:lnSpc>
              <a:buNone/>
              <a:defRPr sz="4000" b="1" i="0">
                <a:solidFill>
                  <a:schemeClr val="tx1"/>
                </a:solidFill>
                <a:latin typeface="Oracle Sans Tab"/>
                <a:ea typeface="Oracle Sans Tab"/>
                <a:cs typeface="Oracle Sans Tab"/>
              </a:defRPr>
            </a:lvl1pPr>
          </a:lstStyle>
          <a:p xmlns:a="http://schemas.openxmlformats.org/drawingml/2006/main">
            <a:pPr lvl="0">
              <a:lnSpc>
                <a:spcPct val="100000"/>
              </a:lnSpc>
              <a:buNone/>
            </a:pPr>
            <a:r>
              <a:t>Cross-pillar, Industries, and General Divider Title</a:t>
            </a:r>
          </a:p>
        </p:txBody>
      </p:sp>
      <p:sp>
        <p:nvSpPr>
          <p:cNvPr id="11" name="Slide Number Placeholder 7">
            <a:extLst xmlns:a="http://schemas.openxmlformats.org/drawingml/2006/main">
              <a:ext uri="{FF2B5EF4-FFF2-40B4-BE49-F238E27FC236}">
                <a16:creationId xmlns:a16="http://schemas.microsoft.com/office/drawing/2014/main" id="{F080221B-C8EC-00E9-AA2D-F8C154AA3CA5}"/>
              </a:ext>
            </a:extLst>
          </p:cNvPr>
          <p:cNvSpPr>
            <a:spLocks xmlns:a="http://schemas.openxmlformats.org/drawingml/2006/main" noGrp="1"/>
          </p:cNvSpPr>
          <p:nvPr>
            <p:ph type="sldNum" idx="12"/>
          </p:nvPr>
        </p:nvSpPr>
        <p:spPr>
          <a:xfrm xmlns:a="http://schemas.openxmlformats.org/drawingml/2006/main">
            <a:off x="762000" y="6995117"/>
            <a:ext cx="365760" cy="365760"/>
          </a:xfrm>
        </p:spPr>
        <p:txBody>
          <a:bodyPr xmlns:a="http://schemas.openxmlformats.org/drawingml/2006/main"/>
          <a:lstStyle xmlns:a="http://schemas.openxmlformats.org/drawingml/2006/main">
            <a:lvl1pPr>
              <a:buNone/>
              <a:defRPr>
                <a:noFill/>
              </a:defRPr>
            </a:lvl1pPr>
          </a:lstStyle>
          <a:p xmlns:a="http://schemas.openxmlformats.org/drawingml/2006/main">
            <a:fld id="{345D60D9-5372-5F40-9443-0F9AE5BDC3C8}" type="slidenum">
              <a:t>‹#›</a:t>
            </a:fld>
            <a:endParaRPr/>
          </a:p>
        </p:txBody>
      </p:sp>
      <p:sp>
        <p:nvSpPr>
          <p:cNvPr id="13" name="Footer Placeholder 4">
            <a:extLst xmlns:a="http://schemas.openxmlformats.org/drawingml/2006/main">
              <a:ext uri="{FF2B5EF4-FFF2-40B4-BE49-F238E27FC236}">
                <a16:creationId xmlns:a16="http://schemas.microsoft.com/office/drawing/2014/main" id="{6C539CEF-A482-43F9-5E0C-FBA849CD6ADB}"/>
              </a:ext>
            </a:extLst>
          </p:cNvPr>
          <p:cNvSpPr>
            <a:spLocks xmlns:a="http://schemas.openxmlformats.org/drawingml/2006/main" noGrp="1"/>
          </p:cNvSpPr>
          <p:nvPr>
            <p:ph type="ftr" idx="11"/>
          </p:nvPr>
        </p:nvSpPr>
        <p:spPr>
          <a:xfrm xmlns:a="http://schemas.openxmlformats.org/drawingml/2006/main">
            <a:off x="1127759" y="6995435"/>
            <a:ext cx="5745379" cy="365125"/>
          </a:xfrm>
        </p:spPr>
        <p:txBody>
          <a:bodyPr xmlns:a="http://schemas.openxmlformats.org/drawingml/2006/main"/>
          <a:lstStyle xmlns:a="http://schemas.openxmlformats.org/drawingml/2006/main">
            <a:lvl1pPr>
              <a:buNone/>
              <a:defRPr>
                <a:noFill/>
              </a:defRPr>
            </a:lvl1pPr>
          </a:lstStyle>
          <a:p xmlns:a="http://schemas.openxmlformats.org/drawingml/2006/main">
            <a:r>
              <a:t>Copyright © 2025, Oracle and/or its affiliates |  Confidential: Internal/Restricted/Highly Restricted</a:t>
            </a:r>
            <a:endParaRPr/>
          </a:p>
        </p:txBody>
      </p:sp>
      <p:sp>
        <p:nvSpPr>
          <p:cNvPr id="15" name="Date Placeholder 2">
            <a:extLst xmlns:a="http://schemas.openxmlformats.org/drawingml/2006/main">
              <a:ext uri="{FF2B5EF4-FFF2-40B4-BE49-F238E27FC236}">
                <a16:creationId xmlns:a16="http://schemas.microsoft.com/office/drawing/2014/main" id="{F9083701-4310-37DF-B760-F9C5578E1E79}"/>
              </a:ext>
            </a:extLst>
          </p:cNvPr>
          <p:cNvSpPr>
            <a:spLocks xmlns:a="http://schemas.openxmlformats.org/drawingml/2006/main" noGrp="1"/>
          </p:cNvSpPr>
          <p:nvPr>
            <p:ph type="dt" idx="10"/>
          </p:nvPr>
        </p:nvSpPr>
        <p:spPr>
          <a:xfrm xmlns:a="http://schemas.openxmlformats.org/drawingml/2006/main">
            <a:off x="6873138" y="6997061"/>
            <a:ext cx="2743200" cy="363500"/>
          </a:xfrm>
        </p:spPr>
        <p:txBody>
          <a:bodyPr xmlns:a="http://schemas.openxmlformats.org/drawingml/2006/main"/>
          <a:lstStyle xmlns:a="http://schemas.openxmlformats.org/drawingml/2006/main">
            <a:lvl1pPr>
              <a:buNone/>
              <a:defRPr>
                <a:noFill/>
              </a:defRPr>
            </a:lvl1pPr>
          </a:lstStyle>
          <a:p xmlns:a="http://schemas.openxmlformats.org/drawingml/2006/main">
            <a:r>
              <a:t>[Date]</a:t>
            </a:r>
            <a:endParaRPr/>
          </a:p>
        </p:txBody>
      </p:sp>
      <p:sp>
        <p:nvSpPr>
          <p:cNvPr id="4" name="Subhead">
            <a:extLst xmlns:a="http://schemas.openxmlformats.org/drawingml/2006/main">
              <a:ext uri="{FF2B5EF4-FFF2-40B4-BE49-F238E27FC236}">
                <a16:creationId xmlns:a16="http://schemas.microsoft.com/office/drawing/2014/main" id="{AC267B18-559A-5001-F10C-C0FCF070F435}"/>
              </a:ext>
            </a:extLst>
          </p:cNvPr>
          <p:cNvSpPr>
            <a:spLocks xmlns:a="http://schemas.openxmlformats.org/drawingml/2006/main" noGrp="1"/>
          </p:cNvSpPr>
          <p:nvPr>
            <p:ph type="body" idx="33" hasCustomPrompt="1"/>
          </p:nvPr>
        </p:nvSpPr>
        <p:spPr>
          <a:xfrm xmlns:a="http://schemas.openxmlformats.org/drawingml/2006/main">
            <a:off x="776689" y="4135193"/>
            <a:ext cx="6400800" cy="681251"/>
          </a:xfrm>
          <a:prstGeom xmlns:a="http://schemas.openxmlformats.org/drawingml/2006/main" prst="rect">
            <a:avLst/>
          </a:prstGeom>
          <a:noFill xmlns:a="http://schemas.openxmlformats.org/drawingml/2006/main"/>
        </p:spPr>
        <p:txBody>
          <a:bodyPr xmlns:a="http://schemas.openxmlformats.org/drawingml/2006/main">
            <a:noAutofit/>
          </a:bodyPr>
          <a:lstStyle xmlns:a="http://schemas.openxmlformats.org/drawingml/2006/main">
            <a:lvl1pPr marL="0" marR="0" indent="0" algn="l" defTabSz="914400">
              <a:lnSpc>
                <a:spcPct val="100000"/>
              </a:lnSpc>
              <a:spcBef>
                <a:spcPts val="600"/>
              </a:spcBef>
              <a:spcAft>
                <a:spcPts val="0"/>
              </a:spcAft>
              <a:buClrTx/>
              <a:buSzTx/>
              <a:buFont typeface="Arial"/>
              <a:buNone/>
              <a:defRPr sz="2000" b="0">
                <a:solidFill>
                  <a:schemeClr val="tx1"/>
                </a:solidFill>
              </a:defRPr>
            </a:lvl1pPr>
          </a:lstStyle>
          <a:p xmlns:a="http://schemas.openxmlformats.org/drawingml/2006/main">
            <a:pPr marL="0" marR="0" lvl="0" indent="0" algn="l" defTabSz="914400">
              <a:lnSpc>
                <a:spcPct val="90000"/>
              </a:lnSpc>
              <a:spcBef>
                <a:spcPts val="1000"/>
              </a:spcBef>
              <a:spcAft>
                <a:spcPts val="0"/>
              </a:spcAft>
              <a:buClrTx/>
              <a:buSzTx/>
              <a:buFont typeface="Arial"/>
              <a:buNone/>
            </a:pPr>
            <a:r>
              <a:t>Subhead goes here.</a:t>
            </a:r>
          </a:p>
        </p:txBody>
      </p:sp>
    </p:spTree>
  </p:cSld>
</p:sldLayout>
</file>

<file path=ppt/slideLayouts/slideLayout15.xml><?xml version="1.0" encoding="utf-8"?>
<p:sldLayout xmlns:p="http://schemas.openxmlformats.org/presentationml/2006/main" preserve="1" userDrawn="1">
  <p:cSld name="Light - Divider_Image">
    <p:bg>
      <p:bgRef idx="1001">
        <a:schemeClr xmlns:a="http://schemas.openxmlformats.org/drawingml/2006/main" val="bg2"/>
      </p:bgRef>
    </p:bg>
    <p:spTree>
      <p:nvGrpSpPr>
        <p:cNvPr id="1" name=""/>
        <p:cNvGrpSpPr/>
        <p:nvPr/>
      </p:nvGrpSpPr>
      <p:grpSpPr>
        <a:xfrm xmlns:a="http://schemas.openxmlformats.org/drawingml/2006/main"/>
      </p:grpSpPr>
      <p:sp>
        <p:nvSpPr>
          <p:cNvPr id="7" name="Title 5">
            <a:extLst xmlns:a="http://schemas.openxmlformats.org/drawingml/2006/main">
              <a:ext uri="{FF2B5EF4-FFF2-40B4-BE49-F238E27FC236}">
                <a16:creationId xmlns:a16="http://schemas.microsoft.com/office/drawing/2014/main" id="{DE8EE698-DD9E-FCA6-2E7D-4B8B85A548EA}"/>
              </a:ext>
            </a:extLst>
          </p:cNvPr>
          <p:cNvSpPr>
            <a:spLocks xmlns:a="http://schemas.openxmlformats.org/drawingml/2006/main" noGrp="1"/>
          </p:cNvSpPr>
          <p:nvPr>
            <p:ph type="title" idx="0" hasCustomPrompt="1"/>
          </p:nvPr>
        </p:nvSpPr>
        <p:spPr>
          <a:xfrm xmlns:a="http://schemas.openxmlformats.org/drawingml/2006/main">
            <a:off x="768871" y="2337132"/>
            <a:ext cx="4321300" cy="1280160"/>
          </a:xfrm>
          <a:prstGeom xmlns:a="http://schemas.openxmlformats.org/drawingml/2006/main" prst="rect">
            <a:avLst/>
          </a:prstGeom>
          <a:noFill xmlns:a="http://schemas.openxmlformats.org/drawingml/2006/main"/>
        </p:spPr>
        <p:txBody>
          <a:bodyPr xmlns:a="http://schemas.openxmlformats.org/drawingml/2006/main" vert="horz" wrap="square" lIns="0" tIns="0" rIns="0" bIns="0" anchor="b">
            <a:noAutofit/>
          </a:bodyPr>
          <a:lstStyle xmlns:a="http://schemas.openxmlformats.org/drawingml/2006/main">
            <a:lvl1pPr>
              <a:lnSpc>
                <a:spcPct val="100000"/>
              </a:lnSpc>
              <a:buNone/>
              <a:defRPr sz="4000" b="1" i="0">
                <a:latin typeface="Oracle Sans Tab"/>
                <a:ea typeface="Oracle Sans Tab"/>
                <a:cs typeface="Oracle Sans Tab"/>
              </a:defRPr>
            </a:lvl1pPr>
          </a:lstStyle>
          <a:p xmlns:a="http://schemas.openxmlformats.org/drawingml/2006/main">
            <a:pPr lvl="0">
              <a:lnSpc>
                <a:spcPct val="100000"/>
              </a:lnSpc>
              <a:buNone/>
            </a:pPr>
            <a:r>
              <a:t>General divider with image</a:t>
            </a:r>
          </a:p>
        </p:txBody>
      </p:sp>
      <p:sp>
        <p:nvSpPr>
          <p:cNvPr id="16" name="Picture Placeholder 15">
            <a:extLst xmlns:a="http://schemas.openxmlformats.org/drawingml/2006/main">
              <a:ext uri="{FF2B5EF4-FFF2-40B4-BE49-F238E27FC236}">
                <a16:creationId xmlns:a16="http://schemas.microsoft.com/office/drawing/2014/main" id="{7A66C82B-D6A6-34D6-659C-66E009B70507}"/>
              </a:ext>
            </a:extLst>
          </p:cNvPr>
          <p:cNvSpPr>
            <a:spLocks xmlns:a="http://schemas.openxmlformats.org/drawingml/2006/main" noGrp="1"/>
          </p:cNvSpPr>
          <p:nvPr>
            <p:ph type="pic" idx="34" hasCustomPrompt="1"/>
          </p:nvPr>
        </p:nvSpPr>
        <p:spPr>
          <a:xfrm xmlns:a="http://schemas.openxmlformats.org/drawingml/2006/main">
            <a:off x="6096000" y="0"/>
            <a:ext cx="6096000" cy="6858000"/>
          </a:xfrm>
          <a:custGeom xmlns:a="http://schemas.openxmlformats.org/drawingml/2006/main">
            <a:gdLst>
              <a:gd name="connsiteX0" fmla="*/ 0 w 6096000"/>
              <a:gd name="connsiteY0" fmla="*/ 0 h 6858000"/>
              <a:gd name="connsiteX1" fmla="*/ 6096000 w 6096000"/>
              <a:gd name="connsiteY1" fmla="*/ 0 h 6858000"/>
              <a:gd name="connsiteX2" fmla="*/ 6096000 w 6096000"/>
              <a:gd name="connsiteY2" fmla="*/ 6858000 h 6858000"/>
              <a:gd name="connsiteX3" fmla="*/ 5699731 w 6096000"/>
              <a:gd name="connsiteY3" fmla="*/ 6858000 h 6858000"/>
              <a:gd name="connsiteX4" fmla="*/ 5699731 w 6096000"/>
              <a:gd name="connsiteY4" fmla="*/ 6464808 h 6858000"/>
              <a:gd name="connsiteX5" fmla="*/ 5306539 w 6096000"/>
              <a:gd name="connsiteY5" fmla="*/ 6464808 h 6858000"/>
              <a:gd name="connsiteX6" fmla="*/ 5306539 w 6096000"/>
              <a:gd name="connsiteY6" fmla="*/ 6858000 h 6858000"/>
              <a:gd name="connsiteX7" fmla="*/ 0 w 6096000"/>
              <a:gd name="connsiteY7" fmla="*/ 6858000 h 6858000"/>
            </a:gdLst>
            <a:rect l="l" t="t" r="r" b="b"/>
            <a:pathLst>
              <a:path w="6096000" h="6858000">
                <a:moveTo>
                  <a:pt x="0" y="0"/>
                </a:moveTo>
                <a:lnTo>
                  <a:pt x="6096000" y="0"/>
                </a:lnTo>
                <a:lnTo>
                  <a:pt x="6096000" y="6858000"/>
                </a:lnTo>
                <a:lnTo>
                  <a:pt x="5699731" y="6858000"/>
                </a:lnTo>
                <a:lnTo>
                  <a:pt x="5699731" y="6464808"/>
                </a:lnTo>
                <a:lnTo>
                  <a:pt x="5306539" y="6464808"/>
                </a:lnTo>
                <a:lnTo>
                  <a:pt x="5306539" y="6858000"/>
                </a:lnTo>
                <a:lnTo>
                  <a:pt x="0" y="6858000"/>
                </a:lnTo>
                <a:close/>
              </a:path>
            </a:pathLst>
          </a:custGeom>
          <a:solidFill xmlns:a="http://schemas.openxmlformats.org/drawingml/2006/main">
            <a:srgbClr val="AEA8A2"/>
          </a:solidFill>
        </p:spPr>
        <p:txBody>
          <a:bodyPr xmlns:a="http://schemas.openxmlformats.org/drawingml/2006/main" wrap="square" lIns="72000" tIns="72000" rIns="0">
            <a:noAutofit/>
          </a:bodyPr>
          <a:lstStyle xmlns:a="http://schemas.openxmlformats.org/drawingml/2006/main">
            <a:lvl1pPr algn="ctr">
              <a:buNone/>
              <a:defRPr sz="1400" b="0" i="0">
                <a:solidFill>
                  <a:srgbClr val="2A2F2F"/>
                </a:solidFill>
                <a:latin typeface="Oracle Sans Tab"/>
                <a:ea typeface="Oracle Sans Tab"/>
                <a:cs typeface="Oracle Sans Tab"/>
              </a:defRPr>
            </a:lvl1pPr>
          </a:lstStyle>
          <a:p xmlns:a="http://schemas.openxmlformats.org/drawingml/2006/main">
            <a:r>
              <a:t>Click to add photo or illustration</a:t>
            </a:r>
          </a:p>
        </p:txBody>
      </p:sp>
      <p:sp>
        <p:nvSpPr>
          <p:cNvPr id="8" name="Slide Number Placeholder 7">
            <a:extLst xmlns:a="http://schemas.openxmlformats.org/drawingml/2006/main">
              <a:ext uri="{FF2B5EF4-FFF2-40B4-BE49-F238E27FC236}">
                <a16:creationId xmlns:a16="http://schemas.microsoft.com/office/drawing/2014/main" id="{AC119101-EC6A-4B95-9940-BAB31432AD02}"/>
              </a:ext>
            </a:extLst>
          </p:cNvPr>
          <p:cNvSpPr>
            <a:spLocks xmlns:a="http://schemas.openxmlformats.org/drawingml/2006/main" noGrp="1"/>
          </p:cNvSpPr>
          <p:nvPr>
            <p:ph type="sldNum" idx="12"/>
          </p:nvPr>
        </p:nvSpPr>
        <p:spPr>
          <a:xfrm xmlns:a="http://schemas.openxmlformats.org/drawingml/2006/main">
            <a:off x="762000" y="6995117"/>
            <a:ext cx="365760" cy="365760"/>
          </a:xfrm>
        </p:spPr>
        <p:txBody>
          <a:bodyPr xmlns:a="http://schemas.openxmlformats.org/drawingml/2006/main"/>
          <a:lstStyle xmlns:a="http://schemas.openxmlformats.org/drawingml/2006/main">
            <a:lvl1pPr>
              <a:buNone/>
              <a:defRPr>
                <a:noFill/>
              </a:defRPr>
            </a:lvl1pPr>
          </a:lstStyle>
          <a:p xmlns:a="http://schemas.openxmlformats.org/drawingml/2006/main">
            <a:fld id="{345D60D9-5372-5F40-9443-0F9AE5BDC3C8}" type="slidenum">
              <a:t>‹#›</a:t>
            </a:fld>
            <a:endParaRPr/>
          </a:p>
        </p:txBody>
      </p:sp>
      <p:sp>
        <p:nvSpPr>
          <p:cNvPr id="5" name="Footer Placeholder 4">
            <a:extLst xmlns:a="http://schemas.openxmlformats.org/drawingml/2006/main">
              <a:ext uri="{FF2B5EF4-FFF2-40B4-BE49-F238E27FC236}">
                <a16:creationId xmlns:a16="http://schemas.microsoft.com/office/drawing/2014/main" id="{6077CD67-74FC-43EC-912B-8B74B34E5B81}"/>
              </a:ext>
            </a:extLst>
          </p:cNvPr>
          <p:cNvSpPr>
            <a:spLocks xmlns:a="http://schemas.openxmlformats.org/drawingml/2006/main" noGrp="1"/>
          </p:cNvSpPr>
          <p:nvPr>
            <p:ph type="ftr" idx="11"/>
          </p:nvPr>
        </p:nvSpPr>
        <p:spPr>
          <a:xfrm xmlns:a="http://schemas.openxmlformats.org/drawingml/2006/main">
            <a:off x="1127759" y="6995435"/>
            <a:ext cx="5745379" cy="365125"/>
          </a:xfrm>
        </p:spPr>
        <p:txBody>
          <a:bodyPr xmlns:a="http://schemas.openxmlformats.org/drawingml/2006/main"/>
          <a:lstStyle xmlns:a="http://schemas.openxmlformats.org/drawingml/2006/main">
            <a:lvl1pPr>
              <a:buNone/>
              <a:defRPr>
                <a:noFill/>
              </a:defRPr>
            </a:lvl1pPr>
          </a:lstStyle>
          <a:p xmlns:a="http://schemas.openxmlformats.org/drawingml/2006/main">
            <a:r>
              <a:t>Copyright © 2025, Oracle and/or its affiliates |  Confidential: Internal/Restricted/Highly Restricted</a:t>
            </a:r>
            <a:endParaRPr/>
          </a:p>
        </p:txBody>
      </p:sp>
      <p:sp>
        <p:nvSpPr>
          <p:cNvPr id="3" name="Date Placeholder 2">
            <a:extLst xmlns:a="http://schemas.openxmlformats.org/drawingml/2006/main">
              <a:ext uri="{FF2B5EF4-FFF2-40B4-BE49-F238E27FC236}">
                <a16:creationId xmlns:a16="http://schemas.microsoft.com/office/drawing/2014/main" id="{F89127AD-303E-4148-925B-F8D854942DC9}"/>
              </a:ext>
            </a:extLst>
          </p:cNvPr>
          <p:cNvSpPr>
            <a:spLocks xmlns:a="http://schemas.openxmlformats.org/drawingml/2006/main" noGrp="1"/>
          </p:cNvSpPr>
          <p:nvPr>
            <p:ph type="dt" idx="10"/>
          </p:nvPr>
        </p:nvSpPr>
        <p:spPr>
          <a:xfrm xmlns:a="http://schemas.openxmlformats.org/drawingml/2006/main">
            <a:off x="6873138" y="6997377"/>
            <a:ext cx="2743200" cy="363500"/>
          </a:xfrm>
        </p:spPr>
        <p:txBody>
          <a:bodyPr xmlns:a="http://schemas.openxmlformats.org/drawingml/2006/main"/>
          <a:lstStyle xmlns:a="http://schemas.openxmlformats.org/drawingml/2006/main"/>
          <a:p xmlns:a="http://schemas.openxmlformats.org/drawingml/2006/main">
            <a:r>
              <a:t>[Date]</a:t>
            </a:r>
            <a:endParaRPr/>
          </a:p>
        </p:txBody>
      </p:sp>
      <p:sp>
        <p:nvSpPr>
          <p:cNvPr id="17" name="Rectangle 16">
            <a:extLst xmlns:a="http://schemas.openxmlformats.org/drawingml/2006/main">
              <a:ext uri="{FF2B5EF4-FFF2-40B4-BE49-F238E27FC236}">
                <a16:creationId xmlns:a16="http://schemas.microsoft.com/office/drawing/2014/main" id="{4C4BAD36-D319-E820-410D-209A9A879A6E}"/>
              </a:ext>
            </a:extLst>
          </p:cNvPr>
          <p:cNvSpPr>
            <a:spLocks xmlns:a="http://schemas.openxmlformats.org/drawingml/2006/main" noGrp="1"/>
          </p:cNvSpPr>
          <p:nvPr/>
        </p:nvSpPr>
        <p:spPr>
          <a:xfrm xmlns:a="http://schemas.openxmlformats.org/drawingml/2006/main">
            <a:off x="11399462" y="6450195"/>
            <a:ext cx="411480" cy="411480"/>
          </a:xfrm>
          <a:prstGeom xmlns:a="http://schemas.openxmlformats.org/drawingml/2006/main" prst="rect">
            <a:avLst/>
          </a:prstGeom>
          <a:solidFill xmlns:a="http://schemas.openxmlformats.org/drawingml/2006/main">
            <a:srgbClr val="B74237"/>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pic>
        <p:nvPicPr>
          <p:cNvPr id="6" name="OTag">
            <a:extLst xmlns:a="http://schemas.openxmlformats.org/drawingml/2006/main">
              <a:ext uri="{FF2B5EF4-FFF2-40B4-BE49-F238E27FC236}">
                <a16:creationId xmlns:a16="http://schemas.microsoft.com/office/drawing/2014/main" id="{04CAFBB5-D3D8-4A33-88DA-D9BF5F97BF58}"/>
              </a:ext>
            </a:extLst>
          </p:cNvPr>
          <p:cNvPicPr>
            <a:picLocks xmlns:a="http://schemas.openxmlformats.org/drawingml/2006/main" noChangeAspect="1"/>
          </p:cNvPicPr>
          <p:nvPr/>
        </p:nvPicPr>
        <p:blipFill>
          <a:blip xmlns:r="http://schemas.openxmlformats.org/officeDocument/2006/relationships" xmlns:a="http://schemas.openxmlformats.org/drawingml/2006/main" r:embed="R941c1c9dc2524a80"/>
          <a:stretch xmlns:a="http://schemas.openxmlformats.org/drawingml/2006/main">
            <a:fillRect l="0" t="0" r="0" b="0"/>
          </a:stretch>
        </p:blipFill>
        <p:spPr>
          <a:xfrm xmlns:a="http://schemas.openxmlformats.org/drawingml/2006/main">
            <a:off x="11405616" y="6464808"/>
            <a:ext cx="393192" cy="393192"/>
          </a:xfrm>
          <a:prstGeom xmlns:a="http://schemas.openxmlformats.org/drawingml/2006/main" prst="rect">
            <a:avLst/>
          </a:prstGeom>
        </p:spPr>
      </p:pic>
      <p:sp>
        <p:nvSpPr>
          <p:cNvPr id="9" name="Accent mark">
            <a:extLst xmlns:a="http://schemas.openxmlformats.org/drawingml/2006/main">
              <a:ext uri="{FF2B5EF4-FFF2-40B4-BE49-F238E27FC236}">
                <a16:creationId xmlns:a16="http://schemas.microsoft.com/office/drawing/2014/main" id="{EF7E4D86-EF60-0FEC-3E94-F74C96841A9C}"/>
              </a:ext>
            </a:extLst>
          </p:cNvPr>
          <p:cNvSpPr>
            <a:spLocks xmlns:a="http://schemas.openxmlformats.org/drawingml/2006/main" noGrp="1"/>
          </p:cNvSpPr>
          <p:nvPr/>
        </p:nvSpPr>
        <p:spPr>
          <a:xfrm xmlns:a="http://schemas.openxmlformats.org/drawingml/2006/main">
            <a:off x="776689" y="3867907"/>
            <a:ext cx="365760" cy="36576"/>
          </a:xfrm>
          <a:prstGeom xmlns:a="http://schemas.openxmlformats.org/drawingml/2006/main" prst="rect">
            <a:avLst/>
          </a:prstGeom>
          <a:solidFill xmlns:a="http://schemas.openxmlformats.org/drawingml/2006/main">
            <a:srgbClr val="C74634"/>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 name="Subhead">
            <a:extLst xmlns:a="http://schemas.openxmlformats.org/drawingml/2006/main">
              <a:ext uri="{FF2B5EF4-FFF2-40B4-BE49-F238E27FC236}">
                <a16:creationId xmlns:a16="http://schemas.microsoft.com/office/drawing/2014/main" id="{A763B6F6-4DFA-26D0-D8A9-4B0B1409391D}"/>
              </a:ext>
            </a:extLst>
          </p:cNvPr>
          <p:cNvSpPr>
            <a:spLocks xmlns:a="http://schemas.openxmlformats.org/drawingml/2006/main" noGrp="1"/>
          </p:cNvSpPr>
          <p:nvPr>
            <p:ph type="body" idx="33" hasCustomPrompt="1"/>
          </p:nvPr>
        </p:nvSpPr>
        <p:spPr>
          <a:xfrm xmlns:a="http://schemas.openxmlformats.org/drawingml/2006/main">
            <a:off x="776689" y="4135193"/>
            <a:ext cx="4389120" cy="681251"/>
          </a:xfrm>
          <a:prstGeom xmlns:a="http://schemas.openxmlformats.org/drawingml/2006/main" prst="rect">
            <a:avLst/>
          </a:prstGeom>
          <a:noFill xmlns:a="http://schemas.openxmlformats.org/drawingml/2006/main"/>
        </p:spPr>
        <p:txBody>
          <a:bodyPr xmlns:a="http://schemas.openxmlformats.org/drawingml/2006/main">
            <a:noAutofit/>
          </a:bodyPr>
          <a:lstStyle xmlns:a="http://schemas.openxmlformats.org/drawingml/2006/main">
            <a:lvl1pPr marL="0" marR="0" indent="0" algn="l" defTabSz="914400">
              <a:lnSpc>
                <a:spcPct val="100000"/>
              </a:lnSpc>
              <a:spcBef>
                <a:spcPts val="600"/>
              </a:spcBef>
              <a:spcAft>
                <a:spcPts val="0"/>
              </a:spcAft>
              <a:buClrTx/>
              <a:buSzTx/>
              <a:buFont typeface="Arial"/>
              <a:buNone/>
              <a:defRPr sz="2000" b="0">
                <a:solidFill>
                  <a:schemeClr val="tx1"/>
                </a:solidFill>
              </a:defRPr>
            </a:lvl1pPr>
          </a:lstStyle>
          <a:p xmlns:a="http://schemas.openxmlformats.org/drawingml/2006/main">
            <a:pPr marL="0" marR="0" lvl="0" indent="0" algn="l" defTabSz="914400">
              <a:lnSpc>
                <a:spcPct val="90000"/>
              </a:lnSpc>
              <a:spcBef>
                <a:spcPts val="1000"/>
              </a:spcBef>
              <a:spcAft>
                <a:spcPts val="0"/>
              </a:spcAft>
              <a:buClrTx/>
              <a:buSzTx/>
              <a:buFont typeface="Arial"/>
              <a:buNone/>
            </a:pPr>
            <a:r>
              <a:t>Subhead goes here.</a:t>
            </a:r>
          </a:p>
        </p:txBody>
      </p:sp>
    </p:spTree>
  </p:cSld>
</p:sldLayout>
</file>

<file path=ppt/slideLayouts/slideLayout16.xml><?xml version="1.0" encoding="utf-8"?>
<p:sldLayout xmlns:p="http://schemas.openxmlformats.org/presentationml/2006/main" preserve="1" userDrawn="1">
  <p:cSld name="Dark- Divider_Image">
    <p:bg>
      <p:bgRef idx="1001">
        <a:schemeClr xmlns:a="http://schemas.openxmlformats.org/drawingml/2006/main" val="bg2"/>
      </p:bgRef>
    </p:bg>
    <p:spTree>
      <p:nvGrpSpPr>
        <p:cNvPr id="1" name=""/>
        <p:cNvGrpSpPr/>
        <p:nvPr/>
      </p:nvGrpSpPr>
      <p:grpSpPr>
        <a:xfrm xmlns:a="http://schemas.openxmlformats.org/drawingml/2006/main"/>
      </p:grpSpPr>
      <p:sp>
        <p:nvSpPr>
          <p:cNvPr id="16" name="Picture Placeholder 15">
            <a:extLst xmlns:a="http://schemas.openxmlformats.org/drawingml/2006/main">
              <a:ext uri="{FF2B5EF4-FFF2-40B4-BE49-F238E27FC236}">
                <a16:creationId xmlns:a16="http://schemas.microsoft.com/office/drawing/2014/main" id="{7A66C82B-D6A6-34D6-659C-66E009B70507}"/>
              </a:ext>
            </a:extLst>
          </p:cNvPr>
          <p:cNvSpPr>
            <a:spLocks xmlns:a="http://schemas.openxmlformats.org/drawingml/2006/main" noGrp="1"/>
          </p:cNvSpPr>
          <p:nvPr>
            <p:ph type="pic" idx="34" hasCustomPrompt="1"/>
          </p:nvPr>
        </p:nvSpPr>
        <p:spPr>
          <a:xfrm xmlns:a="http://schemas.openxmlformats.org/drawingml/2006/main">
            <a:off x="6096000" y="0"/>
            <a:ext cx="6099048" cy="6858000"/>
          </a:xfrm>
          <a:custGeom xmlns:a="http://schemas.openxmlformats.org/drawingml/2006/main">
            <a:gdLst>
              <a:gd name="connsiteX0" fmla="*/ 0 w 6096000"/>
              <a:gd name="connsiteY0" fmla="*/ 0 h 6858000"/>
              <a:gd name="connsiteX1" fmla="*/ 6096000 w 6096000"/>
              <a:gd name="connsiteY1" fmla="*/ 0 h 6858000"/>
              <a:gd name="connsiteX2" fmla="*/ 6096000 w 6096000"/>
              <a:gd name="connsiteY2" fmla="*/ 6858000 h 6858000"/>
              <a:gd name="connsiteX3" fmla="*/ 5699731 w 6096000"/>
              <a:gd name="connsiteY3" fmla="*/ 6858000 h 6858000"/>
              <a:gd name="connsiteX4" fmla="*/ 5699731 w 6096000"/>
              <a:gd name="connsiteY4" fmla="*/ 6464808 h 6858000"/>
              <a:gd name="connsiteX5" fmla="*/ 5306539 w 6096000"/>
              <a:gd name="connsiteY5" fmla="*/ 6464808 h 6858000"/>
              <a:gd name="connsiteX6" fmla="*/ 5306539 w 6096000"/>
              <a:gd name="connsiteY6" fmla="*/ 6858000 h 6858000"/>
              <a:gd name="connsiteX7" fmla="*/ 0 w 6096000"/>
              <a:gd name="connsiteY7" fmla="*/ 6858000 h 6858000"/>
            </a:gdLst>
            <a:rect l="l" t="t" r="r" b="b"/>
            <a:pathLst>
              <a:path w="6096000" h="6858000">
                <a:moveTo>
                  <a:pt x="0" y="0"/>
                </a:moveTo>
                <a:lnTo>
                  <a:pt x="6096000" y="0"/>
                </a:lnTo>
                <a:lnTo>
                  <a:pt x="6096000" y="6858000"/>
                </a:lnTo>
                <a:lnTo>
                  <a:pt x="5699731" y="6858000"/>
                </a:lnTo>
                <a:lnTo>
                  <a:pt x="5699731" y="6464808"/>
                </a:lnTo>
                <a:lnTo>
                  <a:pt x="5306539" y="6464808"/>
                </a:lnTo>
                <a:lnTo>
                  <a:pt x="5306539" y="6858000"/>
                </a:lnTo>
                <a:lnTo>
                  <a:pt x="0" y="6858000"/>
                </a:lnTo>
                <a:close/>
              </a:path>
            </a:pathLst>
          </a:custGeom>
          <a:solidFill xmlns:a="http://schemas.openxmlformats.org/drawingml/2006/main">
            <a:srgbClr val="AEA8A2"/>
          </a:solidFill>
        </p:spPr>
        <p:txBody>
          <a:bodyPr xmlns:a="http://schemas.openxmlformats.org/drawingml/2006/main" wrap="square" lIns="72000" tIns="72000" rIns="0">
            <a:noAutofit/>
          </a:bodyPr>
          <a:lstStyle xmlns:a="http://schemas.openxmlformats.org/drawingml/2006/main">
            <a:lvl1pPr algn="ctr">
              <a:buNone/>
              <a:defRPr sz="1400" b="0" i="0">
                <a:solidFill>
                  <a:srgbClr val="2A2F2F"/>
                </a:solidFill>
                <a:latin typeface="Oracle Sans Tab"/>
                <a:ea typeface="Oracle Sans Tab"/>
                <a:cs typeface="Oracle Sans Tab"/>
              </a:defRPr>
            </a:lvl1pPr>
          </a:lstStyle>
          <a:p xmlns:a="http://schemas.openxmlformats.org/drawingml/2006/main">
            <a:r>
              <a:t>Click to add photo or illustration</a:t>
            </a:r>
          </a:p>
        </p:txBody>
      </p:sp>
      <p:sp>
        <p:nvSpPr>
          <p:cNvPr id="7" name="Title 5">
            <a:extLst xmlns:a="http://schemas.openxmlformats.org/drawingml/2006/main">
              <a:ext uri="{FF2B5EF4-FFF2-40B4-BE49-F238E27FC236}">
                <a16:creationId xmlns:a16="http://schemas.microsoft.com/office/drawing/2014/main" id="{DE8EE698-DD9E-FCA6-2E7D-4B8B85A548EA}"/>
              </a:ext>
            </a:extLst>
          </p:cNvPr>
          <p:cNvSpPr>
            <a:spLocks xmlns:a="http://schemas.openxmlformats.org/drawingml/2006/main" noGrp="1"/>
          </p:cNvSpPr>
          <p:nvPr>
            <p:ph type="title" idx="0" hasCustomPrompt="1"/>
          </p:nvPr>
        </p:nvSpPr>
        <p:spPr>
          <a:xfrm xmlns:a="http://schemas.openxmlformats.org/drawingml/2006/main">
            <a:off x="768871" y="2337132"/>
            <a:ext cx="4389120" cy="1280160"/>
          </a:xfrm>
          <a:prstGeom xmlns:a="http://schemas.openxmlformats.org/drawingml/2006/main" prst="rect">
            <a:avLst/>
          </a:prstGeom>
          <a:noFill xmlns:a="http://schemas.openxmlformats.org/drawingml/2006/main"/>
        </p:spPr>
        <p:txBody>
          <a:bodyPr xmlns:a="http://schemas.openxmlformats.org/drawingml/2006/main" vert="horz" wrap="square" lIns="0" tIns="0" rIns="0" bIns="0" anchor="b">
            <a:noAutofit/>
          </a:bodyPr>
          <a:lstStyle xmlns:a="http://schemas.openxmlformats.org/drawingml/2006/main">
            <a:lvl1pPr>
              <a:lnSpc>
                <a:spcPct val="95000"/>
              </a:lnSpc>
              <a:buNone/>
              <a:defRPr sz="4000" b="1" i="0">
                <a:latin typeface="Oracle Sans Tab"/>
                <a:ea typeface="Oracle Sans Tab"/>
                <a:cs typeface="Oracle Sans Tab"/>
              </a:defRPr>
            </a:lvl1pPr>
          </a:lstStyle>
          <a:p xmlns:a="http://schemas.openxmlformats.org/drawingml/2006/main">
            <a:pPr lvl="0">
              <a:lnSpc>
                <a:spcPct val="100000"/>
              </a:lnSpc>
              <a:buNone/>
            </a:pPr>
            <a:r>
              <a:t>General divider with image</a:t>
            </a:r>
          </a:p>
        </p:txBody>
      </p:sp>
      <p:sp>
        <p:nvSpPr>
          <p:cNvPr id="8" name="Slide Number Placeholder 7">
            <a:extLst xmlns:a="http://schemas.openxmlformats.org/drawingml/2006/main">
              <a:ext uri="{FF2B5EF4-FFF2-40B4-BE49-F238E27FC236}">
                <a16:creationId xmlns:a16="http://schemas.microsoft.com/office/drawing/2014/main" id="{AC119101-EC6A-4B95-9940-BAB31432AD02}"/>
              </a:ext>
            </a:extLst>
          </p:cNvPr>
          <p:cNvSpPr>
            <a:spLocks xmlns:a="http://schemas.openxmlformats.org/drawingml/2006/main" noGrp="1"/>
          </p:cNvSpPr>
          <p:nvPr>
            <p:ph type="sldNum" idx="12"/>
          </p:nvPr>
        </p:nvSpPr>
        <p:spPr>
          <a:xfrm xmlns:a="http://schemas.openxmlformats.org/drawingml/2006/main">
            <a:off x="762000" y="6903678"/>
            <a:ext cx="365760" cy="365760"/>
          </a:xfrm>
        </p:spPr>
        <p:txBody>
          <a:bodyPr xmlns:a="http://schemas.openxmlformats.org/drawingml/2006/main"/>
          <a:lstStyle xmlns:a="http://schemas.openxmlformats.org/drawingml/2006/main">
            <a:lvl1pPr>
              <a:buNone/>
              <a:defRPr>
                <a:noFill/>
              </a:defRPr>
            </a:lvl1pPr>
          </a:lstStyle>
          <a:p xmlns:a="http://schemas.openxmlformats.org/drawingml/2006/main">
            <a:fld id="{345D60D9-5372-5F40-9443-0F9AE5BDC3C8}" type="slidenum">
              <a:t>‹#›</a:t>
            </a:fld>
            <a:endParaRPr/>
          </a:p>
        </p:txBody>
      </p:sp>
      <p:sp>
        <p:nvSpPr>
          <p:cNvPr id="5" name="Footer Placeholder 4">
            <a:extLst xmlns:a="http://schemas.openxmlformats.org/drawingml/2006/main">
              <a:ext uri="{FF2B5EF4-FFF2-40B4-BE49-F238E27FC236}">
                <a16:creationId xmlns:a16="http://schemas.microsoft.com/office/drawing/2014/main" id="{6077CD67-74FC-43EC-912B-8B74B34E5B81}"/>
              </a:ext>
            </a:extLst>
          </p:cNvPr>
          <p:cNvSpPr>
            <a:spLocks xmlns:a="http://schemas.openxmlformats.org/drawingml/2006/main" noGrp="1"/>
          </p:cNvSpPr>
          <p:nvPr>
            <p:ph type="ftr" idx="11"/>
          </p:nvPr>
        </p:nvSpPr>
        <p:spPr>
          <a:xfrm xmlns:a="http://schemas.openxmlformats.org/drawingml/2006/main">
            <a:off x="1127759" y="6903996"/>
            <a:ext cx="5745379" cy="365125"/>
          </a:xfrm>
        </p:spPr>
        <p:txBody>
          <a:bodyPr xmlns:a="http://schemas.openxmlformats.org/drawingml/2006/main"/>
          <a:lstStyle xmlns:a="http://schemas.openxmlformats.org/drawingml/2006/main">
            <a:lvl1pPr>
              <a:buNone/>
              <a:defRPr>
                <a:noFill/>
              </a:defRPr>
            </a:lvl1pPr>
          </a:lstStyle>
          <a:p xmlns:a="http://schemas.openxmlformats.org/drawingml/2006/main">
            <a:r>
              <a:t>Copyright © 2025, Oracle and/or its affiliates |  Confidential: Internal/Restricted/Highly Restricted</a:t>
            </a:r>
            <a:endParaRPr/>
          </a:p>
        </p:txBody>
      </p:sp>
      <p:sp>
        <p:nvSpPr>
          <p:cNvPr id="3" name="Date Placeholder 2">
            <a:extLst xmlns:a="http://schemas.openxmlformats.org/drawingml/2006/main">
              <a:ext uri="{FF2B5EF4-FFF2-40B4-BE49-F238E27FC236}">
                <a16:creationId xmlns:a16="http://schemas.microsoft.com/office/drawing/2014/main" id="{F89127AD-303E-4148-925B-F8D854942DC9}"/>
              </a:ext>
            </a:extLst>
          </p:cNvPr>
          <p:cNvSpPr>
            <a:spLocks xmlns:a="http://schemas.openxmlformats.org/drawingml/2006/main" noGrp="1"/>
          </p:cNvSpPr>
          <p:nvPr>
            <p:ph type="dt" idx="10"/>
          </p:nvPr>
        </p:nvSpPr>
        <p:spPr>
          <a:xfrm xmlns:a="http://schemas.openxmlformats.org/drawingml/2006/main">
            <a:off x="6873138" y="6905938"/>
            <a:ext cx="2743200" cy="363500"/>
          </a:xfrm>
        </p:spPr>
        <p:txBody>
          <a:bodyPr xmlns:a="http://schemas.openxmlformats.org/drawingml/2006/main"/>
          <a:lstStyle xmlns:a="http://schemas.openxmlformats.org/drawingml/2006/main"/>
          <a:p xmlns:a="http://schemas.openxmlformats.org/drawingml/2006/main">
            <a:r>
              <a:t>[Date]</a:t>
            </a:r>
            <a:endParaRPr/>
          </a:p>
        </p:txBody>
      </p:sp>
      <p:sp>
        <p:nvSpPr>
          <p:cNvPr id="17" name="Rectangle 16">
            <a:extLst xmlns:a="http://schemas.openxmlformats.org/drawingml/2006/main">
              <a:ext uri="{FF2B5EF4-FFF2-40B4-BE49-F238E27FC236}">
                <a16:creationId xmlns:a16="http://schemas.microsoft.com/office/drawing/2014/main" id="{4C4BAD36-D319-E820-410D-209A9A879A6E}"/>
              </a:ext>
            </a:extLst>
          </p:cNvPr>
          <p:cNvSpPr>
            <a:spLocks xmlns:a="http://schemas.openxmlformats.org/drawingml/2006/main" noGrp="1"/>
          </p:cNvSpPr>
          <p:nvPr/>
        </p:nvSpPr>
        <p:spPr>
          <a:xfrm xmlns:a="http://schemas.openxmlformats.org/drawingml/2006/main">
            <a:off x="11399462" y="6450195"/>
            <a:ext cx="411480" cy="411480"/>
          </a:xfrm>
          <a:prstGeom xmlns:a="http://schemas.openxmlformats.org/drawingml/2006/main" prst="rect">
            <a:avLst/>
          </a:prstGeom>
          <a:solidFill xmlns:a="http://schemas.openxmlformats.org/drawingml/2006/main">
            <a:srgbClr val="B74237"/>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pic>
        <p:nvPicPr>
          <p:cNvPr id="6" name="OTag">
            <a:extLst xmlns:a="http://schemas.openxmlformats.org/drawingml/2006/main">
              <a:ext uri="{FF2B5EF4-FFF2-40B4-BE49-F238E27FC236}">
                <a16:creationId xmlns:a16="http://schemas.microsoft.com/office/drawing/2014/main" id="{5480AD25-D7FA-46B2-B1FF-D223EA01A20B}"/>
              </a:ext>
            </a:extLst>
          </p:cNvPr>
          <p:cNvPicPr>
            <a:picLocks xmlns:a="http://schemas.openxmlformats.org/drawingml/2006/main" noChangeAspect="1"/>
          </p:cNvPicPr>
          <p:nvPr/>
        </p:nvPicPr>
        <p:blipFill>
          <a:blip xmlns:r="http://schemas.openxmlformats.org/officeDocument/2006/relationships" xmlns:a="http://schemas.openxmlformats.org/drawingml/2006/main" r:embed="Rac89a81cc4494864"/>
          <a:stretch xmlns:a="http://schemas.openxmlformats.org/drawingml/2006/main">
            <a:fillRect l="0" t="0" r="0" b="0"/>
          </a:stretch>
        </p:blipFill>
        <p:spPr>
          <a:xfrm xmlns:a="http://schemas.openxmlformats.org/drawingml/2006/main">
            <a:off x="11405616" y="6464808"/>
            <a:ext cx="393192" cy="393192"/>
          </a:xfrm>
          <a:prstGeom xmlns:a="http://schemas.openxmlformats.org/drawingml/2006/main" prst="rect">
            <a:avLst/>
          </a:prstGeom>
        </p:spPr>
      </p:pic>
      <p:sp>
        <p:nvSpPr>
          <p:cNvPr id="2" name="Accent mark">
            <a:extLst xmlns:a="http://schemas.openxmlformats.org/drawingml/2006/main">
              <a:ext uri="{FF2B5EF4-FFF2-40B4-BE49-F238E27FC236}">
                <a16:creationId xmlns:a16="http://schemas.microsoft.com/office/drawing/2014/main" id="{D8947E02-814A-79D0-C68B-4A7749394CC0}"/>
              </a:ext>
            </a:extLst>
          </p:cNvPr>
          <p:cNvSpPr>
            <a:spLocks xmlns:a="http://schemas.openxmlformats.org/drawingml/2006/main" noGrp="1"/>
          </p:cNvSpPr>
          <p:nvPr/>
        </p:nvSpPr>
        <p:spPr>
          <a:xfrm xmlns:a="http://schemas.openxmlformats.org/drawingml/2006/main">
            <a:off x="776689" y="3867907"/>
            <a:ext cx="365760" cy="36576"/>
          </a:xfrm>
          <a:prstGeom xmlns:a="http://schemas.openxmlformats.org/drawingml/2006/main" prst="rect">
            <a:avLst/>
          </a:prstGeom>
          <a:solidFill xmlns:a="http://schemas.openxmlformats.org/drawingml/2006/main">
            <a:srgbClr val="F0CC71"/>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4" name="Subhead">
            <a:extLst xmlns:a="http://schemas.openxmlformats.org/drawingml/2006/main">
              <a:ext uri="{FF2B5EF4-FFF2-40B4-BE49-F238E27FC236}">
                <a16:creationId xmlns:a16="http://schemas.microsoft.com/office/drawing/2014/main" id="{C91DD99A-805D-7654-58A3-D6532DB17964}"/>
              </a:ext>
            </a:extLst>
          </p:cNvPr>
          <p:cNvSpPr>
            <a:spLocks xmlns:a="http://schemas.openxmlformats.org/drawingml/2006/main" noGrp="1"/>
          </p:cNvSpPr>
          <p:nvPr>
            <p:ph type="body" idx="33" hasCustomPrompt="1"/>
          </p:nvPr>
        </p:nvSpPr>
        <p:spPr>
          <a:xfrm xmlns:a="http://schemas.openxmlformats.org/drawingml/2006/main">
            <a:off x="776689" y="4135193"/>
            <a:ext cx="4389120" cy="681251"/>
          </a:xfrm>
          <a:prstGeom xmlns:a="http://schemas.openxmlformats.org/drawingml/2006/main" prst="rect">
            <a:avLst/>
          </a:prstGeom>
          <a:noFill xmlns:a="http://schemas.openxmlformats.org/drawingml/2006/main"/>
        </p:spPr>
        <p:txBody>
          <a:bodyPr xmlns:a="http://schemas.openxmlformats.org/drawingml/2006/main">
            <a:noAutofit/>
          </a:bodyPr>
          <a:lstStyle xmlns:a="http://schemas.openxmlformats.org/drawingml/2006/main">
            <a:lvl1pPr marL="0" marR="0" indent="0" algn="l" defTabSz="914400">
              <a:lnSpc>
                <a:spcPct val="100000"/>
              </a:lnSpc>
              <a:spcBef>
                <a:spcPts val="600"/>
              </a:spcBef>
              <a:spcAft>
                <a:spcPts val="0"/>
              </a:spcAft>
              <a:buClrTx/>
              <a:buSzTx/>
              <a:buFont typeface="Arial"/>
              <a:buNone/>
              <a:defRPr sz="2000" b="0">
                <a:solidFill>
                  <a:schemeClr val="tx1"/>
                </a:solidFill>
              </a:defRPr>
            </a:lvl1pPr>
          </a:lstStyle>
          <a:p xmlns:a="http://schemas.openxmlformats.org/drawingml/2006/main">
            <a:pPr marL="0" marR="0" lvl="0" indent="0" algn="l" defTabSz="914400">
              <a:lnSpc>
                <a:spcPct val="90000"/>
              </a:lnSpc>
              <a:spcBef>
                <a:spcPts val="1000"/>
              </a:spcBef>
              <a:spcAft>
                <a:spcPts val="0"/>
              </a:spcAft>
              <a:buClrTx/>
              <a:buSzTx/>
              <a:buFont typeface="Arial"/>
              <a:buNone/>
            </a:pPr>
            <a:r>
              <a:t>Subhead goes here.</a:t>
            </a:r>
          </a:p>
        </p:txBody>
      </p:sp>
    </p:spTree>
  </p:cSld>
</p:sldLayout>
</file>

<file path=ppt/slideLayouts/slideLayout17.xml><?xml version="1.0" encoding="utf-8"?>
<p:sldLayout xmlns:p="http://schemas.openxmlformats.org/presentationml/2006/main" preserve="1" userDrawn="1">
  <p:cSld name="Light - Divider">
    <p:bg>
      <p:bgRef idx="1001">
        <a:schemeClr xmlns:a="http://schemas.openxmlformats.org/drawingml/2006/main" val="bg2"/>
      </p:bgRef>
    </p:bg>
    <p:spTree>
      <p:nvGrpSpPr>
        <p:cNvPr id="1" name=""/>
        <p:cNvGrpSpPr/>
        <p:nvPr/>
      </p:nvGrpSpPr>
      <p:grpSpPr>
        <a:xfrm xmlns:a="http://schemas.openxmlformats.org/drawingml/2006/main"/>
      </p:grpSpPr>
      <p:sp>
        <p:nvSpPr>
          <p:cNvPr id="4" name="Title 5">
            <a:extLst xmlns:a="http://schemas.openxmlformats.org/drawingml/2006/main">
              <a:ext uri="{FF2B5EF4-FFF2-40B4-BE49-F238E27FC236}">
                <a16:creationId xmlns:a16="http://schemas.microsoft.com/office/drawing/2014/main" id="{1789F089-C8C8-AD9E-8C9E-E12DE8E679BF}"/>
              </a:ext>
            </a:extLst>
          </p:cNvPr>
          <p:cNvSpPr>
            <a:spLocks xmlns:a="http://schemas.openxmlformats.org/drawingml/2006/main" noGrp="1"/>
          </p:cNvSpPr>
          <p:nvPr>
            <p:ph type="title" idx="0" hasCustomPrompt="1"/>
          </p:nvPr>
        </p:nvSpPr>
        <p:spPr>
          <a:xfrm xmlns:a="http://schemas.openxmlformats.org/drawingml/2006/main">
            <a:off x="768871" y="2337132"/>
            <a:ext cx="6400800" cy="1280160"/>
          </a:xfrm>
          <a:prstGeom xmlns:a="http://schemas.openxmlformats.org/drawingml/2006/main" prst="rect">
            <a:avLst/>
          </a:prstGeom>
          <a:noFill xmlns:a="http://schemas.openxmlformats.org/drawingml/2006/main"/>
        </p:spPr>
        <p:txBody>
          <a:bodyPr xmlns:a="http://schemas.openxmlformats.org/drawingml/2006/main" vert="horz" wrap="square" lIns="0" tIns="0" rIns="0" bIns="0" anchor="b">
            <a:noAutofit/>
          </a:bodyPr>
          <a:lstStyle xmlns:a="http://schemas.openxmlformats.org/drawingml/2006/main">
            <a:lvl1pPr>
              <a:lnSpc>
                <a:spcPct val="100000"/>
              </a:lnSpc>
              <a:buNone/>
              <a:defRPr sz="4000" b="1" i="0">
                <a:latin typeface="Oracle Sans Tab"/>
                <a:ea typeface="Oracle Sans Tab"/>
                <a:cs typeface="Oracle Sans Tab"/>
              </a:defRPr>
            </a:lvl1pPr>
          </a:lstStyle>
          <a:p xmlns:a="http://schemas.openxmlformats.org/drawingml/2006/main">
            <a:pPr lvl="0">
              <a:lnSpc>
                <a:spcPct val="100000"/>
              </a:lnSpc>
              <a:buNone/>
            </a:pPr>
            <a:r>
              <a:t>Cross-pillar, Industries, and General Divider Title</a:t>
            </a:r>
          </a:p>
        </p:txBody>
      </p:sp>
      <p:sp>
        <p:nvSpPr>
          <p:cNvPr id="10" name="Subhead">
            <a:extLst xmlns:a="http://schemas.openxmlformats.org/drawingml/2006/main">
              <a:ext uri="{FF2B5EF4-FFF2-40B4-BE49-F238E27FC236}">
                <a16:creationId xmlns:a16="http://schemas.microsoft.com/office/drawing/2014/main" id="{7698EDA6-BDA7-E689-E9CF-BD4E37893702}"/>
              </a:ext>
            </a:extLst>
          </p:cNvPr>
          <p:cNvSpPr>
            <a:spLocks xmlns:a="http://schemas.openxmlformats.org/drawingml/2006/main" noGrp="1"/>
          </p:cNvSpPr>
          <p:nvPr>
            <p:ph type="body" idx="33" hasCustomPrompt="1"/>
          </p:nvPr>
        </p:nvSpPr>
        <p:spPr>
          <a:xfrm xmlns:a="http://schemas.openxmlformats.org/drawingml/2006/main">
            <a:off x="776689" y="4135193"/>
            <a:ext cx="6217920" cy="681251"/>
          </a:xfrm>
          <a:prstGeom xmlns:a="http://schemas.openxmlformats.org/drawingml/2006/main" prst="rect">
            <a:avLst/>
          </a:prstGeom>
          <a:noFill xmlns:a="http://schemas.openxmlformats.org/drawingml/2006/main"/>
        </p:spPr>
        <p:txBody>
          <a:bodyPr xmlns:a="http://schemas.openxmlformats.org/drawingml/2006/main">
            <a:noAutofit/>
          </a:bodyPr>
          <a:lstStyle xmlns:a="http://schemas.openxmlformats.org/drawingml/2006/main">
            <a:lvl1pPr marL="0" marR="0" indent="0" algn="l" defTabSz="914400">
              <a:lnSpc>
                <a:spcPct val="100000"/>
              </a:lnSpc>
              <a:spcBef>
                <a:spcPts val="600"/>
              </a:spcBef>
              <a:spcAft>
                <a:spcPts val="0"/>
              </a:spcAft>
              <a:buClrTx/>
              <a:buSzTx/>
              <a:buFont typeface="Arial"/>
              <a:buNone/>
              <a:defRPr sz="2000" b="0">
                <a:solidFill>
                  <a:schemeClr val="tx1"/>
                </a:solidFill>
              </a:defRPr>
            </a:lvl1pPr>
          </a:lstStyle>
          <a:p xmlns:a="http://schemas.openxmlformats.org/drawingml/2006/main">
            <a:pPr marL="0" marR="0" lvl="0" indent="0" algn="l" defTabSz="914400">
              <a:lnSpc>
                <a:spcPct val="90000"/>
              </a:lnSpc>
              <a:spcBef>
                <a:spcPts val="1000"/>
              </a:spcBef>
              <a:spcAft>
                <a:spcPts val="0"/>
              </a:spcAft>
              <a:buClrTx/>
              <a:buSzTx/>
              <a:buFont typeface="Arial"/>
              <a:buNone/>
            </a:pPr>
            <a:r>
              <a:t>Subhead goes here.</a:t>
            </a:r>
          </a:p>
        </p:txBody>
      </p:sp>
      <p:pic>
        <p:nvPicPr>
          <p:cNvPr id="15" name="Picture 14">
            <a:extLst xmlns:a="http://schemas.openxmlformats.org/drawingml/2006/main">
              <a:ext uri="{FF2B5EF4-FFF2-40B4-BE49-F238E27FC236}">
                <a16:creationId xmlns:a16="http://schemas.microsoft.com/office/drawing/2014/main" id="{D512A64B-B1F8-47A8-9F17-ABE963371E96}"/>
              </a:ext>
            </a:extLst>
          </p:cNvPr>
          <p:cNvPicPr>
            <a:picLocks xmlns:a="http://schemas.openxmlformats.org/drawingml/2006/main" noChangeAspect="1"/>
          </p:cNvPicPr>
          <p:nvPr/>
        </p:nvPicPr>
        <p:blipFill>
          <a:blip xmlns:r="http://schemas.openxmlformats.org/officeDocument/2006/relationships" xmlns:a="http://schemas.openxmlformats.org/drawingml/2006/main" r:embed="Rcf78c4baded5472e"/>
          <a:srcRect xmlns:a="http://schemas.openxmlformats.org/drawingml/2006/main" l="44000" t="0" r="0" b="0"/>
          <a:stretch xmlns:a="http://schemas.openxmlformats.org/drawingml/2006/main"/>
        </p:blipFill>
        <p:spPr>
          <a:xfrm xmlns:a="http://schemas.openxmlformats.org/drawingml/2006/main">
            <a:off x="5364488" y="0"/>
            <a:ext cx="6827512" cy="6858000"/>
          </a:xfrm>
          <a:prstGeom xmlns:a="http://schemas.openxmlformats.org/drawingml/2006/main" prst="rect">
            <a:avLst/>
          </a:prstGeom>
        </p:spPr>
      </p:pic>
      <p:sp>
        <p:nvSpPr>
          <p:cNvPr id="8" name="Slide Number Placeholder 7">
            <a:extLst xmlns:a="http://schemas.openxmlformats.org/drawingml/2006/main">
              <a:ext uri="{FF2B5EF4-FFF2-40B4-BE49-F238E27FC236}">
                <a16:creationId xmlns:a16="http://schemas.microsoft.com/office/drawing/2014/main" id="{AC119101-EC6A-4B95-9940-BAB31432AD02}"/>
              </a:ext>
            </a:extLst>
          </p:cNvPr>
          <p:cNvSpPr>
            <a:spLocks xmlns:a="http://schemas.openxmlformats.org/drawingml/2006/main" noGrp="1"/>
          </p:cNvSpPr>
          <p:nvPr>
            <p:ph type="sldNum" idx="12"/>
          </p:nvPr>
        </p:nvSpPr>
        <p:spPr>
          <a:xfrm xmlns:a="http://schemas.openxmlformats.org/drawingml/2006/main">
            <a:off x="762000" y="6903678"/>
            <a:ext cx="365760" cy="365760"/>
          </a:xfrm>
        </p:spPr>
        <p:txBody>
          <a:bodyPr xmlns:a="http://schemas.openxmlformats.org/drawingml/2006/main"/>
          <a:lstStyle xmlns:a="http://schemas.openxmlformats.org/drawingml/2006/main">
            <a:lvl1pPr>
              <a:buNone/>
              <a:defRPr>
                <a:noFill/>
              </a:defRPr>
            </a:lvl1pPr>
          </a:lstStyle>
          <a:p xmlns:a="http://schemas.openxmlformats.org/drawingml/2006/main">
            <a:fld id="{345D60D9-5372-5F40-9443-0F9AE5BDC3C8}" type="slidenum">
              <a:t>‹#›</a:t>
            </a:fld>
            <a:endParaRPr/>
          </a:p>
        </p:txBody>
      </p:sp>
      <p:sp>
        <p:nvSpPr>
          <p:cNvPr id="5" name="Footer Placeholder 4">
            <a:extLst xmlns:a="http://schemas.openxmlformats.org/drawingml/2006/main">
              <a:ext uri="{FF2B5EF4-FFF2-40B4-BE49-F238E27FC236}">
                <a16:creationId xmlns:a16="http://schemas.microsoft.com/office/drawing/2014/main" id="{6077CD67-74FC-43EC-912B-8B74B34E5B81}"/>
              </a:ext>
            </a:extLst>
          </p:cNvPr>
          <p:cNvSpPr>
            <a:spLocks xmlns:a="http://schemas.openxmlformats.org/drawingml/2006/main" noGrp="1"/>
          </p:cNvSpPr>
          <p:nvPr>
            <p:ph type="ftr" idx="11"/>
          </p:nvPr>
        </p:nvSpPr>
        <p:spPr>
          <a:xfrm xmlns:a="http://schemas.openxmlformats.org/drawingml/2006/main">
            <a:off x="1127759" y="6903996"/>
            <a:ext cx="5745379" cy="365125"/>
          </a:xfrm>
        </p:spPr>
        <p:txBody>
          <a:bodyPr xmlns:a="http://schemas.openxmlformats.org/drawingml/2006/main"/>
          <a:lstStyle xmlns:a="http://schemas.openxmlformats.org/drawingml/2006/main">
            <a:lvl1pPr>
              <a:buNone/>
              <a:defRPr>
                <a:noFill/>
              </a:defRPr>
            </a:lvl1pPr>
          </a:lstStyle>
          <a:p xmlns:a="http://schemas.openxmlformats.org/drawingml/2006/main">
            <a:r>
              <a:t>Copyright © 2025, Oracle and/or its affiliates |  Confidential: Internal/Restricted/Highly Restricted</a:t>
            </a:r>
            <a:endParaRPr/>
          </a:p>
        </p:txBody>
      </p:sp>
      <p:sp>
        <p:nvSpPr>
          <p:cNvPr id="3" name="Date Placeholder 2">
            <a:extLst xmlns:a="http://schemas.openxmlformats.org/drawingml/2006/main">
              <a:ext uri="{FF2B5EF4-FFF2-40B4-BE49-F238E27FC236}">
                <a16:creationId xmlns:a16="http://schemas.microsoft.com/office/drawing/2014/main" id="{F89127AD-303E-4148-925B-F8D854942DC9}"/>
              </a:ext>
            </a:extLst>
          </p:cNvPr>
          <p:cNvSpPr>
            <a:spLocks xmlns:a="http://schemas.openxmlformats.org/drawingml/2006/main" noGrp="1"/>
          </p:cNvSpPr>
          <p:nvPr>
            <p:ph type="dt" idx="10"/>
          </p:nvPr>
        </p:nvSpPr>
        <p:spPr>
          <a:xfrm xmlns:a="http://schemas.openxmlformats.org/drawingml/2006/main">
            <a:off x="6873138" y="6905622"/>
            <a:ext cx="2743200" cy="363500"/>
          </a:xfrm>
        </p:spPr>
        <p:txBody>
          <a:bodyPr xmlns:a="http://schemas.openxmlformats.org/drawingml/2006/main"/>
          <a:lstStyle xmlns:a="http://schemas.openxmlformats.org/drawingml/2006/main">
            <a:lvl1pPr>
              <a:buNone/>
              <a:defRPr>
                <a:noFill/>
              </a:defRPr>
            </a:lvl1pPr>
          </a:lstStyle>
          <a:p xmlns:a="http://schemas.openxmlformats.org/drawingml/2006/main">
            <a:r>
              <a:t>[Date]</a:t>
            </a:r>
            <a:endParaRPr/>
          </a:p>
        </p:txBody>
      </p:sp>
      <p:sp>
        <p:nvSpPr>
          <p:cNvPr id="2" name="Accent mark">
            <a:extLst xmlns:a="http://schemas.openxmlformats.org/drawingml/2006/main">
              <a:ext uri="{FF2B5EF4-FFF2-40B4-BE49-F238E27FC236}">
                <a16:creationId xmlns:a16="http://schemas.microsoft.com/office/drawing/2014/main" id="{93FBA7AF-1061-9E4C-9196-2D8F59748DFB}"/>
              </a:ext>
            </a:extLst>
          </p:cNvPr>
          <p:cNvSpPr>
            <a:spLocks xmlns:a="http://schemas.openxmlformats.org/drawingml/2006/main" noGrp="1"/>
          </p:cNvSpPr>
          <p:nvPr/>
        </p:nvSpPr>
        <p:spPr>
          <a:xfrm xmlns:a="http://schemas.openxmlformats.org/drawingml/2006/main">
            <a:off x="776689" y="3867907"/>
            <a:ext cx="365760" cy="36576"/>
          </a:xfrm>
          <a:prstGeom xmlns:a="http://schemas.openxmlformats.org/drawingml/2006/main" prst="rect">
            <a:avLst/>
          </a:prstGeom>
          <a:solidFill xmlns:a="http://schemas.openxmlformats.org/drawingml/2006/main">
            <a:srgbClr val="C74634"/>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Tree>
  </p:cSld>
</p:sldLayout>
</file>

<file path=ppt/slideLayouts/slideLayout18.xml><?xml version="1.0" encoding="utf-8"?>
<p:sldLayout xmlns:p="http://schemas.openxmlformats.org/presentationml/2006/main" preserve="1" userDrawn="1">
  <p:cSld name="Dark - Divider">
    <p:bg>
      <p:bgPr>
        <a:solidFill xmlns:a="http://schemas.openxmlformats.org/drawingml/2006/main">
          <a:schemeClr val="bg2"/>
        </a:solidFill>
      </p:bgPr>
    </p:bg>
    <p:spTree>
      <p:nvGrpSpPr>
        <p:cNvPr id="1" name=""/>
        <p:cNvGrpSpPr/>
        <p:nvPr/>
      </p:nvGrpSpPr>
      <p:grpSpPr>
        <a:xfrm xmlns:a="http://schemas.openxmlformats.org/drawingml/2006/main"/>
      </p:grpSpPr>
      <p:sp>
        <p:nvSpPr>
          <p:cNvPr id="4" name="Title 5">
            <a:extLst xmlns:a="http://schemas.openxmlformats.org/drawingml/2006/main">
              <a:ext uri="{FF2B5EF4-FFF2-40B4-BE49-F238E27FC236}">
                <a16:creationId xmlns:a16="http://schemas.microsoft.com/office/drawing/2014/main" id="{1232B6FB-CB36-8E10-0171-4DD434FB37AC}"/>
              </a:ext>
            </a:extLst>
          </p:cNvPr>
          <p:cNvSpPr>
            <a:spLocks xmlns:a="http://schemas.openxmlformats.org/drawingml/2006/main" noGrp="1"/>
          </p:cNvSpPr>
          <p:nvPr>
            <p:ph type="title" idx="0" hasCustomPrompt="1"/>
          </p:nvPr>
        </p:nvSpPr>
        <p:spPr>
          <a:xfrm xmlns:a="http://schemas.openxmlformats.org/drawingml/2006/main">
            <a:off x="768871" y="2337132"/>
            <a:ext cx="6400800" cy="1280160"/>
          </a:xfrm>
          <a:prstGeom xmlns:a="http://schemas.openxmlformats.org/drawingml/2006/main" prst="rect">
            <a:avLst/>
          </a:prstGeom>
          <a:noFill xmlns:a="http://schemas.openxmlformats.org/drawingml/2006/main"/>
        </p:spPr>
        <p:txBody>
          <a:bodyPr xmlns:a="http://schemas.openxmlformats.org/drawingml/2006/main" vert="horz" wrap="square" lIns="0" tIns="0" rIns="0" bIns="0" anchor="b">
            <a:noAutofit/>
          </a:bodyPr>
          <a:lstStyle xmlns:a="http://schemas.openxmlformats.org/drawingml/2006/main">
            <a:lvl1pPr>
              <a:lnSpc>
                <a:spcPct val="100000"/>
              </a:lnSpc>
              <a:buNone/>
              <a:defRPr sz="4000" b="1" i="0">
                <a:latin typeface="Oracle Sans Tab"/>
                <a:ea typeface="Oracle Sans Tab"/>
                <a:cs typeface="Oracle Sans Tab"/>
              </a:defRPr>
            </a:lvl1pPr>
          </a:lstStyle>
          <a:p xmlns:a="http://schemas.openxmlformats.org/drawingml/2006/main">
            <a:pPr lvl="0">
              <a:lnSpc>
                <a:spcPct val="100000"/>
              </a:lnSpc>
              <a:buNone/>
            </a:pPr>
            <a:r>
              <a:t>Cross-pillar, Industries, and General Divider Title</a:t>
            </a:r>
          </a:p>
        </p:txBody>
      </p:sp>
      <p:sp>
        <p:nvSpPr>
          <p:cNvPr id="10" name="Subhead">
            <a:extLst xmlns:a="http://schemas.openxmlformats.org/drawingml/2006/main">
              <a:ext uri="{FF2B5EF4-FFF2-40B4-BE49-F238E27FC236}">
                <a16:creationId xmlns:a16="http://schemas.microsoft.com/office/drawing/2014/main" id="{E9558DCD-9619-43EF-806C-010C13A11164}"/>
              </a:ext>
            </a:extLst>
          </p:cNvPr>
          <p:cNvSpPr>
            <a:spLocks xmlns:a="http://schemas.openxmlformats.org/drawingml/2006/main" noGrp="1"/>
          </p:cNvSpPr>
          <p:nvPr>
            <p:ph type="body" idx="33" hasCustomPrompt="1"/>
          </p:nvPr>
        </p:nvSpPr>
        <p:spPr>
          <a:xfrm xmlns:a="http://schemas.openxmlformats.org/drawingml/2006/main">
            <a:off x="776689" y="4135193"/>
            <a:ext cx="6400800" cy="681251"/>
          </a:xfrm>
          <a:prstGeom xmlns:a="http://schemas.openxmlformats.org/drawingml/2006/main" prst="rect">
            <a:avLst/>
          </a:prstGeom>
          <a:noFill xmlns:a="http://schemas.openxmlformats.org/drawingml/2006/main"/>
        </p:spPr>
        <p:txBody>
          <a:bodyPr xmlns:a="http://schemas.openxmlformats.org/drawingml/2006/main">
            <a:noAutofit/>
          </a:bodyPr>
          <a:lstStyle xmlns:a="http://schemas.openxmlformats.org/drawingml/2006/main">
            <a:lvl1pPr marL="0" marR="0" indent="0" algn="l" defTabSz="914400">
              <a:lnSpc>
                <a:spcPct val="100000"/>
              </a:lnSpc>
              <a:spcBef>
                <a:spcPts val="600"/>
              </a:spcBef>
              <a:spcAft>
                <a:spcPts val="0"/>
              </a:spcAft>
              <a:buClrTx/>
              <a:buSzTx/>
              <a:buFont typeface="Arial"/>
              <a:buNone/>
              <a:defRPr sz="2000" b="0">
                <a:solidFill>
                  <a:schemeClr val="tx1"/>
                </a:solidFill>
              </a:defRPr>
            </a:lvl1pPr>
          </a:lstStyle>
          <a:p xmlns:a="http://schemas.openxmlformats.org/drawingml/2006/main">
            <a:pPr marL="0" marR="0" lvl="0" indent="0" algn="l" defTabSz="914400">
              <a:lnSpc>
                <a:spcPct val="90000"/>
              </a:lnSpc>
              <a:spcBef>
                <a:spcPts val="1000"/>
              </a:spcBef>
              <a:spcAft>
                <a:spcPts val="0"/>
              </a:spcAft>
              <a:buClrTx/>
              <a:buSzTx/>
              <a:buFont typeface="Arial"/>
              <a:buNone/>
            </a:pPr>
            <a:r>
              <a:t>Subhead goes here.</a:t>
            </a:r>
          </a:p>
        </p:txBody>
      </p:sp>
      <p:sp>
        <p:nvSpPr>
          <p:cNvPr id="8" name="Slide Number Placeholder 7">
            <a:extLst xmlns:a="http://schemas.openxmlformats.org/drawingml/2006/main">
              <a:ext uri="{FF2B5EF4-FFF2-40B4-BE49-F238E27FC236}">
                <a16:creationId xmlns:a16="http://schemas.microsoft.com/office/drawing/2014/main" id="{848B57A4-1EA3-47FA-AD37-31BB82676BA8}"/>
              </a:ext>
            </a:extLst>
          </p:cNvPr>
          <p:cNvSpPr>
            <a:spLocks xmlns:a="http://schemas.openxmlformats.org/drawingml/2006/main" noGrp="1"/>
          </p:cNvSpPr>
          <p:nvPr>
            <p:ph type="sldNum" idx="12"/>
          </p:nvPr>
        </p:nvSpPr>
        <p:spPr>
          <a:xfrm xmlns:a="http://schemas.openxmlformats.org/drawingml/2006/main">
            <a:off x="762000" y="6903682"/>
            <a:ext cx="365760" cy="365760"/>
          </a:xfrm>
        </p:spPr>
        <p:txBody>
          <a:bodyPr xmlns:a="http://schemas.openxmlformats.org/drawingml/2006/main"/>
          <a:lstStyle xmlns:a="http://schemas.openxmlformats.org/drawingml/2006/main">
            <a:lvl1pPr>
              <a:buNone/>
              <a:defRPr>
                <a:noFill/>
              </a:defRPr>
            </a:lvl1pPr>
          </a:lstStyle>
          <a:p xmlns:a="http://schemas.openxmlformats.org/drawingml/2006/main">
            <a:fld id="{345D60D9-5372-5F40-9443-0F9AE5BDC3C8}" type="slidenum">
              <a:t>‹#›</a:t>
            </a:fld>
            <a:endParaRPr/>
          </a:p>
        </p:txBody>
      </p:sp>
      <p:sp>
        <p:nvSpPr>
          <p:cNvPr id="5" name="Footer Placeholder 4">
            <a:extLst xmlns:a="http://schemas.openxmlformats.org/drawingml/2006/main">
              <a:ext uri="{FF2B5EF4-FFF2-40B4-BE49-F238E27FC236}">
                <a16:creationId xmlns:a16="http://schemas.microsoft.com/office/drawing/2014/main" id="{E8638588-07BC-4F98-97FA-975AE1443B66}"/>
              </a:ext>
            </a:extLst>
          </p:cNvPr>
          <p:cNvSpPr>
            <a:spLocks xmlns:a="http://schemas.openxmlformats.org/drawingml/2006/main" noGrp="1"/>
          </p:cNvSpPr>
          <p:nvPr>
            <p:ph type="ftr" idx="11"/>
          </p:nvPr>
        </p:nvSpPr>
        <p:spPr>
          <a:xfrm xmlns:a="http://schemas.openxmlformats.org/drawingml/2006/main">
            <a:off x="1127759" y="6904000"/>
            <a:ext cx="5745379" cy="365125"/>
          </a:xfrm>
        </p:spPr>
        <p:txBody>
          <a:bodyPr xmlns:a="http://schemas.openxmlformats.org/drawingml/2006/main"/>
          <a:lstStyle xmlns:a="http://schemas.openxmlformats.org/drawingml/2006/main">
            <a:lvl1pPr>
              <a:buNone/>
              <a:defRPr>
                <a:noFill/>
              </a:defRPr>
            </a:lvl1pPr>
          </a:lstStyle>
          <a:p xmlns:a="http://schemas.openxmlformats.org/drawingml/2006/main">
            <a:r>
              <a:t>Copyright © 2025, Oracle and/or its affiliates |  Confidential: Internal/Restricted/Highly Restricted</a:t>
            </a:r>
            <a:endParaRPr/>
          </a:p>
        </p:txBody>
      </p:sp>
      <p:sp>
        <p:nvSpPr>
          <p:cNvPr id="3" name="Date Placeholder 2">
            <a:extLst xmlns:a="http://schemas.openxmlformats.org/drawingml/2006/main">
              <a:ext uri="{FF2B5EF4-FFF2-40B4-BE49-F238E27FC236}">
                <a16:creationId xmlns:a16="http://schemas.microsoft.com/office/drawing/2014/main" id="{DBAE7266-CBC0-47D9-85A0-91E011093819}"/>
              </a:ext>
            </a:extLst>
          </p:cNvPr>
          <p:cNvSpPr>
            <a:spLocks xmlns:a="http://schemas.openxmlformats.org/drawingml/2006/main" noGrp="1"/>
          </p:cNvSpPr>
          <p:nvPr>
            <p:ph type="dt" idx="10"/>
          </p:nvPr>
        </p:nvSpPr>
        <p:spPr>
          <a:xfrm xmlns:a="http://schemas.openxmlformats.org/drawingml/2006/main">
            <a:off x="6873138" y="6905626"/>
            <a:ext cx="2743200" cy="363500"/>
          </a:xfrm>
        </p:spPr>
        <p:txBody>
          <a:bodyPr xmlns:a="http://schemas.openxmlformats.org/drawingml/2006/main"/>
          <a:lstStyle xmlns:a="http://schemas.openxmlformats.org/drawingml/2006/main">
            <a:lvl1pPr>
              <a:buNone/>
              <a:defRPr>
                <a:noFill/>
              </a:defRPr>
            </a:lvl1pPr>
          </a:lstStyle>
          <a:p xmlns:a="http://schemas.openxmlformats.org/drawingml/2006/main">
            <a:r>
              <a:t>[Date]</a:t>
            </a:r>
            <a:endParaRPr/>
          </a:p>
        </p:txBody>
      </p:sp>
      <p:pic>
        <p:nvPicPr>
          <p:cNvPr id="15" name="Picture 14">
            <a:extLst xmlns:a="http://schemas.openxmlformats.org/drawingml/2006/main">
              <a:ext uri="{FF2B5EF4-FFF2-40B4-BE49-F238E27FC236}">
                <a16:creationId xmlns:a16="http://schemas.microsoft.com/office/drawing/2014/main" id="{15C9EF81-E745-4077-84BA-238EF29D7848}"/>
              </a:ext>
            </a:extLst>
          </p:cNvPr>
          <p:cNvPicPr>
            <a:picLocks xmlns:a="http://schemas.openxmlformats.org/drawingml/2006/main" noChangeAspect="1"/>
          </p:cNvPicPr>
          <p:nvPr/>
        </p:nvPicPr>
        <p:blipFill>
          <a:blip xmlns:r="http://schemas.openxmlformats.org/officeDocument/2006/relationships" xmlns:a="http://schemas.openxmlformats.org/drawingml/2006/main" r:embed="Rc514c46f3a2b4678"/>
          <a:srcRect xmlns:a="http://schemas.openxmlformats.org/drawingml/2006/main" l="44000" t="0" r="0" b="0"/>
          <a:stretch xmlns:a="http://schemas.openxmlformats.org/drawingml/2006/main"/>
        </p:blipFill>
        <p:spPr>
          <a:xfrm xmlns:a="http://schemas.openxmlformats.org/drawingml/2006/main">
            <a:off x="5364488" y="0"/>
            <a:ext cx="6827512" cy="6858000"/>
          </a:xfrm>
          <a:prstGeom xmlns:a="http://schemas.openxmlformats.org/drawingml/2006/main" prst="rect">
            <a:avLst/>
          </a:prstGeom>
        </p:spPr>
      </p:pic>
      <p:sp>
        <p:nvSpPr>
          <p:cNvPr id="2" name="Accent mark">
            <a:extLst xmlns:a="http://schemas.openxmlformats.org/drawingml/2006/main">
              <a:ext uri="{FF2B5EF4-FFF2-40B4-BE49-F238E27FC236}">
                <a16:creationId xmlns:a16="http://schemas.microsoft.com/office/drawing/2014/main" id="{FCC5560E-F594-D1CD-5CDD-54514D4DAED9}"/>
              </a:ext>
            </a:extLst>
          </p:cNvPr>
          <p:cNvSpPr>
            <a:spLocks xmlns:a="http://schemas.openxmlformats.org/drawingml/2006/main" noGrp="1"/>
          </p:cNvSpPr>
          <p:nvPr/>
        </p:nvSpPr>
        <p:spPr>
          <a:xfrm xmlns:a="http://schemas.openxmlformats.org/drawingml/2006/main">
            <a:off x="776689" y="3867907"/>
            <a:ext cx="365760" cy="36576"/>
          </a:xfrm>
          <a:prstGeom xmlns:a="http://schemas.openxmlformats.org/drawingml/2006/main" prst="rect">
            <a:avLst/>
          </a:prstGeom>
          <a:solidFill xmlns:a="http://schemas.openxmlformats.org/drawingml/2006/main">
            <a:srgbClr val="F0CC71"/>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Tree>
  </p:cSld>
</p:sldLayout>
</file>

<file path=ppt/slideLayouts/slideLayout19.xml><?xml version="1.0" encoding="utf-8"?>
<p:sldLayout xmlns:p="http://schemas.openxmlformats.org/presentationml/2006/main" preserve="1" userDrawn="1">
  <p:cSld name="Divider_3">
    <p:bg>
      <p:bgPr>
        <a:blipFill xmlns:a="http://schemas.openxmlformats.org/drawingml/2006/main" rotWithShape="1">
          <a:blip xmlns:r="http://schemas.openxmlformats.org/officeDocument/2006/relationships" r:embed="R564c40ea2bbb4e56">
            <a:lum/>
          </a:blip>
          <a:srcRect l="0" t="0" r="0" b="0"/>
          <a:stretch>
            <a:fillRect l="0" t="0" r="0" b="0"/>
          </a:stretch>
        </a:blipFill>
      </p:bgPr>
    </p:bg>
    <p:spTree>
      <p:nvGrpSpPr>
        <p:cNvPr id="1" name=""/>
        <p:cNvGrpSpPr/>
        <p:nvPr/>
      </p:nvGrpSpPr>
      <p:grpSpPr>
        <a:xfrm xmlns:a="http://schemas.openxmlformats.org/drawingml/2006/main"/>
      </p:grpSpPr>
      <p:sp>
        <p:nvSpPr>
          <p:cNvPr id="9" name="Title 5">
            <a:extLst xmlns:a="http://schemas.openxmlformats.org/drawingml/2006/main">
              <a:ext uri="{FF2B5EF4-FFF2-40B4-BE49-F238E27FC236}">
                <a16:creationId xmlns:a16="http://schemas.microsoft.com/office/drawing/2014/main" id="{7856B97A-8557-4DB6-9175-7EBD0C8937DD}"/>
              </a:ext>
            </a:extLst>
          </p:cNvPr>
          <p:cNvSpPr>
            <a:spLocks xmlns:a="http://schemas.openxmlformats.org/drawingml/2006/main" noGrp="1"/>
          </p:cNvSpPr>
          <p:nvPr>
            <p:ph type="title" idx="0" hasCustomPrompt="1"/>
          </p:nvPr>
        </p:nvSpPr>
        <p:spPr>
          <a:xfrm xmlns:a="http://schemas.openxmlformats.org/drawingml/2006/main">
            <a:off x="768871" y="2337132"/>
            <a:ext cx="6400800" cy="1280160"/>
          </a:xfrm>
          <a:prstGeom xmlns:a="http://schemas.openxmlformats.org/drawingml/2006/main" prst="rect">
            <a:avLst/>
          </a:prstGeom>
          <a:noFill xmlns:a="http://schemas.openxmlformats.org/drawingml/2006/main"/>
        </p:spPr>
        <p:txBody>
          <a:bodyPr xmlns:a="http://schemas.openxmlformats.org/drawingml/2006/main" vert="horz" wrap="square" lIns="0" tIns="0" rIns="0" bIns="0" anchor="b">
            <a:noAutofit/>
          </a:bodyPr>
          <a:lstStyle xmlns:a="http://schemas.openxmlformats.org/drawingml/2006/main">
            <a:lvl1pPr>
              <a:lnSpc>
                <a:spcPct val="100000"/>
              </a:lnSpc>
              <a:buNone/>
              <a:defRPr sz="4000" b="1" i="0">
                <a:latin typeface="Oracle Sans Tab"/>
                <a:ea typeface="Oracle Sans Tab"/>
                <a:cs typeface="Oracle Sans Tab"/>
              </a:defRPr>
            </a:lvl1pPr>
          </a:lstStyle>
          <a:p xmlns:a="http://schemas.openxmlformats.org/drawingml/2006/main">
            <a:pPr lvl="0">
              <a:lnSpc>
                <a:spcPct val="100000"/>
              </a:lnSpc>
              <a:buNone/>
            </a:pPr>
            <a:r>
              <a:t>Health Section</a:t>
            </a:r>
            <a:br/>
            <a:r>
              <a:t>Oracle Sans Tab Bold</a:t>
            </a:r>
          </a:p>
        </p:txBody>
      </p:sp>
      <p:sp>
        <p:nvSpPr>
          <p:cNvPr id="10" name="Subhead">
            <a:extLst xmlns:a="http://schemas.openxmlformats.org/drawingml/2006/main">
              <a:ext uri="{FF2B5EF4-FFF2-40B4-BE49-F238E27FC236}">
                <a16:creationId xmlns:a16="http://schemas.microsoft.com/office/drawing/2014/main" id="{E9558DCD-9619-43EF-806C-010C13A11164}"/>
              </a:ext>
            </a:extLst>
          </p:cNvPr>
          <p:cNvSpPr>
            <a:spLocks xmlns:a="http://schemas.openxmlformats.org/drawingml/2006/main" noGrp="1"/>
          </p:cNvSpPr>
          <p:nvPr>
            <p:ph type="body" idx="33" hasCustomPrompt="1"/>
          </p:nvPr>
        </p:nvSpPr>
        <p:spPr>
          <a:xfrm xmlns:a="http://schemas.openxmlformats.org/drawingml/2006/main">
            <a:off x="776689" y="4135193"/>
            <a:ext cx="6400800" cy="681251"/>
          </a:xfrm>
          <a:prstGeom xmlns:a="http://schemas.openxmlformats.org/drawingml/2006/main" prst="rect">
            <a:avLst/>
          </a:prstGeom>
          <a:noFill xmlns:a="http://schemas.openxmlformats.org/drawingml/2006/main"/>
        </p:spPr>
        <p:txBody>
          <a:bodyPr xmlns:a="http://schemas.openxmlformats.org/drawingml/2006/main">
            <a:noAutofit/>
          </a:bodyPr>
          <a:lstStyle xmlns:a="http://schemas.openxmlformats.org/drawingml/2006/main">
            <a:lvl1pPr marL="0" marR="0" indent="0" algn="l" defTabSz="914400">
              <a:lnSpc>
                <a:spcPct val="100000"/>
              </a:lnSpc>
              <a:spcBef>
                <a:spcPts val="600"/>
              </a:spcBef>
              <a:spcAft>
                <a:spcPts val="0"/>
              </a:spcAft>
              <a:buClrTx/>
              <a:buSzTx/>
              <a:buFont typeface="Arial"/>
              <a:buNone/>
              <a:defRPr sz="2000" b="0">
                <a:solidFill>
                  <a:schemeClr val="tx1"/>
                </a:solidFill>
              </a:defRPr>
            </a:lvl1pPr>
          </a:lstStyle>
          <a:p xmlns:a="http://schemas.openxmlformats.org/drawingml/2006/main">
            <a:pPr marL="0" marR="0" lvl="0" indent="0" algn="l" defTabSz="914400">
              <a:lnSpc>
                <a:spcPct val="90000"/>
              </a:lnSpc>
              <a:spcBef>
                <a:spcPts val="1000"/>
              </a:spcBef>
              <a:spcAft>
                <a:spcPts val="0"/>
              </a:spcAft>
              <a:buClrTx/>
              <a:buSzTx/>
              <a:buFont typeface="Arial"/>
              <a:buNone/>
            </a:pPr>
            <a:r>
              <a:t>Subhead goes here.</a:t>
            </a:r>
          </a:p>
        </p:txBody>
      </p:sp>
      <p:sp>
        <p:nvSpPr>
          <p:cNvPr id="8" name="Slide Number Placeholder 7">
            <a:extLst xmlns:a="http://schemas.openxmlformats.org/drawingml/2006/main">
              <a:ext uri="{FF2B5EF4-FFF2-40B4-BE49-F238E27FC236}">
                <a16:creationId xmlns:a16="http://schemas.microsoft.com/office/drawing/2014/main" id="{848B57A4-1EA3-47FA-AD37-31BB82676BA8}"/>
              </a:ext>
            </a:extLst>
          </p:cNvPr>
          <p:cNvSpPr>
            <a:spLocks xmlns:a="http://schemas.openxmlformats.org/drawingml/2006/main" noGrp="1"/>
          </p:cNvSpPr>
          <p:nvPr>
            <p:ph type="sldNum" idx="12"/>
          </p:nvPr>
        </p:nvSpPr>
        <p:spPr>
          <a:xfrm xmlns:a="http://schemas.openxmlformats.org/drawingml/2006/main">
            <a:off x="762000" y="6903678"/>
            <a:ext cx="365760" cy="365760"/>
          </a:xfrm>
        </p:spPr>
        <p:txBody>
          <a:bodyPr xmlns:a="http://schemas.openxmlformats.org/drawingml/2006/main"/>
          <a:lstStyle xmlns:a="http://schemas.openxmlformats.org/drawingml/2006/main">
            <a:lvl1pPr>
              <a:buNone/>
              <a:defRPr>
                <a:noFill/>
              </a:defRPr>
            </a:lvl1pPr>
          </a:lstStyle>
          <a:p xmlns:a="http://schemas.openxmlformats.org/drawingml/2006/main">
            <a:fld id="{345D60D9-5372-5F40-9443-0F9AE5BDC3C8}" type="slidenum">
              <a:t>‹#›</a:t>
            </a:fld>
            <a:endParaRPr/>
          </a:p>
        </p:txBody>
      </p:sp>
      <p:sp>
        <p:nvSpPr>
          <p:cNvPr id="5" name="Footer Placeholder 4">
            <a:extLst xmlns:a="http://schemas.openxmlformats.org/drawingml/2006/main">
              <a:ext uri="{FF2B5EF4-FFF2-40B4-BE49-F238E27FC236}">
                <a16:creationId xmlns:a16="http://schemas.microsoft.com/office/drawing/2014/main" id="{E8638588-07BC-4F98-97FA-975AE1443B66}"/>
              </a:ext>
            </a:extLst>
          </p:cNvPr>
          <p:cNvSpPr>
            <a:spLocks xmlns:a="http://schemas.openxmlformats.org/drawingml/2006/main" noGrp="1"/>
          </p:cNvSpPr>
          <p:nvPr>
            <p:ph type="ftr" idx="11"/>
          </p:nvPr>
        </p:nvSpPr>
        <p:spPr>
          <a:xfrm xmlns:a="http://schemas.openxmlformats.org/drawingml/2006/main">
            <a:off x="1127759" y="6903996"/>
            <a:ext cx="5745379" cy="365125"/>
          </a:xfrm>
        </p:spPr>
        <p:txBody>
          <a:bodyPr xmlns:a="http://schemas.openxmlformats.org/drawingml/2006/main"/>
          <a:lstStyle xmlns:a="http://schemas.openxmlformats.org/drawingml/2006/main">
            <a:lvl1pPr>
              <a:buNone/>
              <a:defRPr>
                <a:noFill/>
              </a:defRPr>
            </a:lvl1pPr>
          </a:lstStyle>
          <a:p xmlns:a="http://schemas.openxmlformats.org/drawingml/2006/main">
            <a:r>
              <a:t>Copyright © 2025, Oracle and/or its affiliates |  Confidential: Internal/Restricted/Highly Restricted</a:t>
            </a:r>
            <a:endParaRPr/>
          </a:p>
        </p:txBody>
      </p:sp>
      <p:sp>
        <p:nvSpPr>
          <p:cNvPr id="3" name="Date Placeholder 2">
            <a:extLst xmlns:a="http://schemas.openxmlformats.org/drawingml/2006/main">
              <a:ext uri="{FF2B5EF4-FFF2-40B4-BE49-F238E27FC236}">
                <a16:creationId xmlns:a16="http://schemas.microsoft.com/office/drawing/2014/main" id="{DBAE7266-CBC0-47D9-85A0-91E011093819}"/>
              </a:ext>
            </a:extLst>
          </p:cNvPr>
          <p:cNvSpPr>
            <a:spLocks xmlns:a="http://schemas.openxmlformats.org/drawingml/2006/main" noGrp="1"/>
          </p:cNvSpPr>
          <p:nvPr>
            <p:ph type="dt" idx="10"/>
          </p:nvPr>
        </p:nvSpPr>
        <p:spPr>
          <a:xfrm xmlns:a="http://schemas.openxmlformats.org/drawingml/2006/main">
            <a:off x="6873138" y="6905622"/>
            <a:ext cx="2743200" cy="363500"/>
          </a:xfrm>
        </p:spPr>
        <p:txBody>
          <a:bodyPr xmlns:a="http://schemas.openxmlformats.org/drawingml/2006/main"/>
          <a:lstStyle xmlns:a="http://schemas.openxmlformats.org/drawingml/2006/main">
            <a:lvl1pPr>
              <a:buNone/>
              <a:defRPr>
                <a:noFill/>
              </a:defRPr>
            </a:lvl1pPr>
          </a:lstStyle>
          <a:p xmlns:a="http://schemas.openxmlformats.org/drawingml/2006/main">
            <a:r>
              <a:t>[Date]</a:t>
            </a:r>
            <a:endParaRPr/>
          </a:p>
        </p:txBody>
      </p:sp>
      <p:sp>
        <p:nvSpPr>
          <p:cNvPr id="2" name="Accent mark">
            <a:extLst xmlns:a="http://schemas.openxmlformats.org/drawingml/2006/main">
              <a:ext uri="{FF2B5EF4-FFF2-40B4-BE49-F238E27FC236}">
                <a16:creationId xmlns:a16="http://schemas.microsoft.com/office/drawing/2014/main" id="{B4CEE7C3-7EA8-C568-7AA2-03C7BCB4D729}"/>
              </a:ext>
            </a:extLst>
          </p:cNvPr>
          <p:cNvSpPr>
            <a:spLocks xmlns:a="http://schemas.openxmlformats.org/drawingml/2006/main" noGrp="1"/>
          </p:cNvSpPr>
          <p:nvPr/>
        </p:nvSpPr>
        <p:spPr>
          <a:xfrm xmlns:a="http://schemas.openxmlformats.org/drawingml/2006/main">
            <a:off x="776689" y="3867907"/>
            <a:ext cx="365760" cy="36576"/>
          </a:xfrm>
          <a:prstGeom xmlns:a="http://schemas.openxmlformats.org/drawingml/2006/main" prst="rect">
            <a:avLst/>
          </a:prstGeom>
          <a:solidFill xmlns:a="http://schemas.openxmlformats.org/drawingml/2006/main">
            <a:srgbClr val="F0CC71"/>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Tree>
  </p:cSld>
</p:sldLayout>
</file>

<file path=ppt/slideLayouts/slideLayout20.xml><?xml version="1.0" encoding="utf-8"?>
<p:sldLayout xmlns:p="http://schemas.openxmlformats.org/presentationml/2006/main" preserve="1" userDrawn="1">
  <p:cSld name="Divider_4">
    <p:bg>
      <p:bgPr>
        <a:blipFill xmlns:a="http://schemas.openxmlformats.org/drawingml/2006/main" rotWithShape="1">
          <a:blip xmlns:r="http://schemas.openxmlformats.org/officeDocument/2006/relationships" r:embed="R92df1a175efa4936">
            <a:lum/>
          </a:blip>
          <a:srcRect l="0" t="0" r="0" b="0"/>
          <a:stretch>
            <a:fillRect l="0" t="0" r="0" b="0"/>
          </a:stretch>
        </a:blipFill>
      </p:bgPr>
    </p:bg>
    <p:spTree>
      <p:nvGrpSpPr>
        <p:cNvPr id="1" name=""/>
        <p:cNvGrpSpPr/>
        <p:nvPr/>
      </p:nvGrpSpPr>
      <p:grpSpPr>
        <a:xfrm xmlns:a="http://schemas.openxmlformats.org/drawingml/2006/main"/>
      </p:grpSpPr>
      <p:sp>
        <p:nvSpPr>
          <p:cNvPr id="9" name="Title 5">
            <a:extLst xmlns:a="http://schemas.openxmlformats.org/drawingml/2006/main">
              <a:ext uri="{FF2B5EF4-FFF2-40B4-BE49-F238E27FC236}">
                <a16:creationId xmlns:a16="http://schemas.microsoft.com/office/drawing/2014/main" id="{7856B97A-8557-4DB6-9175-7EBD0C8937DD}"/>
              </a:ext>
            </a:extLst>
          </p:cNvPr>
          <p:cNvSpPr>
            <a:spLocks xmlns:a="http://schemas.openxmlformats.org/drawingml/2006/main" noGrp="1"/>
          </p:cNvSpPr>
          <p:nvPr>
            <p:ph type="title" idx="0" hasCustomPrompt="1"/>
          </p:nvPr>
        </p:nvSpPr>
        <p:spPr>
          <a:xfrm xmlns:a="http://schemas.openxmlformats.org/drawingml/2006/main">
            <a:off x="768871" y="2337132"/>
            <a:ext cx="6400800" cy="1280160"/>
          </a:xfrm>
          <a:prstGeom xmlns:a="http://schemas.openxmlformats.org/drawingml/2006/main" prst="rect">
            <a:avLst/>
          </a:prstGeom>
          <a:noFill xmlns:a="http://schemas.openxmlformats.org/drawingml/2006/main"/>
        </p:spPr>
        <p:txBody>
          <a:bodyPr xmlns:a="http://schemas.openxmlformats.org/drawingml/2006/main" vert="horz" wrap="square" lIns="0" tIns="0" rIns="0" bIns="0" anchor="b">
            <a:noAutofit/>
          </a:bodyPr>
          <a:lstStyle xmlns:a="http://schemas.openxmlformats.org/drawingml/2006/main">
            <a:lvl1pPr>
              <a:lnSpc>
                <a:spcPct val="100000"/>
              </a:lnSpc>
              <a:buNone/>
              <a:defRPr sz="4000" b="1" i="0">
                <a:latin typeface="Oracle Sans Tab"/>
                <a:ea typeface="Oracle Sans Tab"/>
                <a:cs typeface="Oracle Sans Tab"/>
              </a:defRPr>
            </a:lvl1pPr>
          </a:lstStyle>
          <a:p xmlns:a="http://schemas.openxmlformats.org/drawingml/2006/main">
            <a:pPr lvl="0">
              <a:lnSpc>
                <a:spcPct val="100000"/>
              </a:lnSpc>
              <a:buNone/>
            </a:pPr>
            <a:r>
              <a:t>Fusion Suite section</a:t>
            </a:r>
            <a:br/>
            <a:r>
              <a:t>Oracle Sans Tab Bold</a:t>
            </a:r>
          </a:p>
        </p:txBody>
      </p:sp>
      <p:sp>
        <p:nvSpPr>
          <p:cNvPr id="10" name="Subhead">
            <a:extLst xmlns:a="http://schemas.openxmlformats.org/drawingml/2006/main">
              <a:ext uri="{FF2B5EF4-FFF2-40B4-BE49-F238E27FC236}">
                <a16:creationId xmlns:a16="http://schemas.microsoft.com/office/drawing/2014/main" id="{E9558DCD-9619-43EF-806C-010C13A11164}"/>
              </a:ext>
            </a:extLst>
          </p:cNvPr>
          <p:cNvSpPr>
            <a:spLocks xmlns:a="http://schemas.openxmlformats.org/drawingml/2006/main" noGrp="1"/>
          </p:cNvSpPr>
          <p:nvPr>
            <p:ph type="body" idx="33" hasCustomPrompt="1"/>
          </p:nvPr>
        </p:nvSpPr>
        <p:spPr>
          <a:xfrm xmlns:a="http://schemas.openxmlformats.org/drawingml/2006/main">
            <a:off x="776689" y="4135193"/>
            <a:ext cx="6400800" cy="681251"/>
          </a:xfrm>
          <a:prstGeom xmlns:a="http://schemas.openxmlformats.org/drawingml/2006/main" prst="rect">
            <a:avLst/>
          </a:prstGeom>
          <a:noFill xmlns:a="http://schemas.openxmlformats.org/drawingml/2006/main"/>
        </p:spPr>
        <p:txBody>
          <a:bodyPr xmlns:a="http://schemas.openxmlformats.org/drawingml/2006/main">
            <a:noAutofit/>
          </a:bodyPr>
          <a:lstStyle xmlns:a="http://schemas.openxmlformats.org/drawingml/2006/main">
            <a:lvl1pPr marL="0" marR="0" indent="0" algn="l" defTabSz="914400">
              <a:lnSpc>
                <a:spcPct val="100000"/>
              </a:lnSpc>
              <a:spcBef>
                <a:spcPts val="600"/>
              </a:spcBef>
              <a:spcAft>
                <a:spcPts val="0"/>
              </a:spcAft>
              <a:buClrTx/>
              <a:buSzTx/>
              <a:buFont typeface="Arial"/>
              <a:buNone/>
              <a:defRPr sz="2000" b="0">
                <a:solidFill>
                  <a:schemeClr val="tx1"/>
                </a:solidFill>
              </a:defRPr>
            </a:lvl1pPr>
          </a:lstStyle>
          <a:p xmlns:a="http://schemas.openxmlformats.org/drawingml/2006/main">
            <a:pPr marL="0" marR="0" lvl="0" indent="0" algn="l" defTabSz="914400">
              <a:lnSpc>
                <a:spcPct val="90000"/>
              </a:lnSpc>
              <a:spcBef>
                <a:spcPts val="1000"/>
              </a:spcBef>
              <a:spcAft>
                <a:spcPts val="0"/>
              </a:spcAft>
              <a:buClrTx/>
              <a:buSzTx/>
              <a:buFont typeface="Arial"/>
              <a:buNone/>
            </a:pPr>
            <a:r>
              <a:t>Subhead goes here.</a:t>
            </a:r>
          </a:p>
        </p:txBody>
      </p:sp>
      <p:sp>
        <p:nvSpPr>
          <p:cNvPr id="8" name="Slide Number Placeholder 7">
            <a:extLst xmlns:a="http://schemas.openxmlformats.org/drawingml/2006/main">
              <a:ext uri="{FF2B5EF4-FFF2-40B4-BE49-F238E27FC236}">
                <a16:creationId xmlns:a16="http://schemas.microsoft.com/office/drawing/2014/main" id="{848B57A4-1EA3-47FA-AD37-31BB82676BA8}"/>
              </a:ext>
            </a:extLst>
          </p:cNvPr>
          <p:cNvSpPr>
            <a:spLocks xmlns:a="http://schemas.openxmlformats.org/drawingml/2006/main" noGrp="1"/>
          </p:cNvSpPr>
          <p:nvPr>
            <p:ph type="sldNum" idx="12"/>
          </p:nvPr>
        </p:nvSpPr>
        <p:spPr>
          <a:xfrm xmlns:a="http://schemas.openxmlformats.org/drawingml/2006/main">
            <a:off x="762000" y="6903678"/>
            <a:ext cx="365760" cy="365760"/>
          </a:xfrm>
        </p:spPr>
        <p:txBody>
          <a:bodyPr xmlns:a="http://schemas.openxmlformats.org/drawingml/2006/main"/>
          <a:lstStyle xmlns:a="http://schemas.openxmlformats.org/drawingml/2006/main">
            <a:lvl1pPr>
              <a:buNone/>
              <a:defRPr>
                <a:noFill/>
              </a:defRPr>
            </a:lvl1pPr>
          </a:lstStyle>
          <a:p xmlns:a="http://schemas.openxmlformats.org/drawingml/2006/main">
            <a:fld id="{345D60D9-5372-5F40-9443-0F9AE5BDC3C8}" type="slidenum">
              <a:t>‹#›</a:t>
            </a:fld>
            <a:endParaRPr/>
          </a:p>
        </p:txBody>
      </p:sp>
      <p:sp>
        <p:nvSpPr>
          <p:cNvPr id="5" name="Footer Placeholder 4">
            <a:extLst xmlns:a="http://schemas.openxmlformats.org/drawingml/2006/main">
              <a:ext uri="{FF2B5EF4-FFF2-40B4-BE49-F238E27FC236}">
                <a16:creationId xmlns:a16="http://schemas.microsoft.com/office/drawing/2014/main" id="{E8638588-07BC-4F98-97FA-975AE1443B66}"/>
              </a:ext>
            </a:extLst>
          </p:cNvPr>
          <p:cNvSpPr>
            <a:spLocks xmlns:a="http://schemas.openxmlformats.org/drawingml/2006/main" noGrp="1"/>
          </p:cNvSpPr>
          <p:nvPr>
            <p:ph type="ftr" idx="11"/>
          </p:nvPr>
        </p:nvSpPr>
        <p:spPr>
          <a:xfrm xmlns:a="http://schemas.openxmlformats.org/drawingml/2006/main">
            <a:off x="1127759" y="6903996"/>
            <a:ext cx="5745379" cy="365125"/>
          </a:xfrm>
        </p:spPr>
        <p:txBody>
          <a:bodyPr xmlns:a="http://schemas.openxmlformats.org/drawingml/2006/main"/>
          <a:lstStyle xmlns:a="http://schemas.openxmlformats.org/drawingml/2006/main">
            <a:lvl1pPr>
              <a:buNone/>
              <a:defRPr>
                <a:noFill/>
              </a:defRPr>
            </a:lvl1pPr>
          </a:lstStyle>
          <a:p xmlns:a="http://schemas.openxmlformats.org/drawingml/2006/main">
            <a:r>
              <a:t>Copyright © 2025, Oracle and/or its affiliates |  Confidential: Internal/Restricted/Highly Restricted</a:t>
            </a:r>
            <a:endParaRPr/>
          </a:p>
        </p:txBody>
      </p:sp>
      <p:sp>
        <p:nvSpPr>
          <p:cNvPr id="3" name="Date Placeholder 2">
            <a:extLst xmlns:a="http://schemas.openxmlformats.org/drawingml/2006/main">
              <a:ext uri="{FF2B5EF4-FFF2-40B4-BE49-F238E27FC236}">
                <a16:creationId xmlns:a16="http://schemas.microsoft.com/office/drawing/2014/main" id="{DBAE7266-CBC0-47D9-85A0-91E011093819}"/>
              </a:ext>
            </a:extLst>
          </p:cNvPr>
          <p:cNvSpPr>
            <a:spLocks xmlns:a="http://schemas.openxmlformats.org/drawingml/2006/main" noGrp="1"/>
          </p:cNvSpPr>
          <p:nvPr>
            <p:ph type="dt" idx="10"/>
          </p:nvPr>
        </p:nvSpPr>
        <p:spPr>
          <a:xfrm xmlns:a="http://schemas.openxmlformats.org/drawingml/2006/main">
            <a:off x="6873138" y="6905622"/>
            <a:ext cx="2743200" cy="363500"/>
          </a:xfrm>
        </p:spPr>
        <p:txBody>
          <a:bodyPr xmlns:a="http://schemas.openxmlformats.org/drawingml/2006/main"/>
          <a:lstStyle xmlns:a="http://schemas.openxmlformats.org/drawingml/2006/main">
            <a:lvl1pPr>
              <a:buNone/>
              <a:defRPr>
                <a:noFill/>
              </a:defRPr>
            </a:lvl1pPr>
          </a:lstStyle>
          <a:p xmlns:a="http://schemas.openxmlformats.org/drawingml/2006/main">
            <a:r>
              <a:t>[Date]</a:t>
            </a:r>
            <a:endParaRPr/>
          </a:p>
        </p:txBody>
      </p:sp>
      <p:sp>
        <p:nvSpPr>
          <p:cNvPr id="2" name="Accent mark">
            <a:extLst xmlns:a="http://schemas.openxmlformats.org/drawingml/2006/main">
              <a:ext uri="{FF2B5EF4-FFF2-40B4-BE49-F238E27FC236}">
                <a16:creationId xmlns:a16="http://schemas.microsoft.com/office/drawing/2014/main" id="{C6A04EFB-5851-0CBD-D5AD-B20EA6137C7E}"/>
              </a:ext>
            </a:extLst>
          </p:cNvPr>
          <p:cNvSpPr>
            <a:spLocks xmlns:a="http://schemas.openxmlformats.org/drawingml/2006/main" noGrp="1"/>
          </p:cNvSpPr>
          <p:nvPr/>
        </p:nvSpPr>
        <p:spPr>
          <a:xfrm xmlns:a="http://schemas.openxmlformats.org/drawingml/2006/main">
            <a:off x="776689" y="3867907"/>
            <a:ext cx="365760" cy="36576"/>
          </a:xfrm>
          <a:prstGeom xmlns:a="http://schemas.openxmlformats.org/drawingml/2006/main" prst="rect">
            <a:avLst/>
          </a:prstGeom>
          <a:solidFill xmlns:a="http://schemas.openxmlformats.org/drawingml/2006/main">
            <a:srgbClr val="F0CC71"/>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Tree>
  </p:cSld>
</p:sldLayout>
</file>

<file path=ppt/slideLayouts/slideLayout21.xml><?xml version="1.0" encoding="utf-8"?>
<p:sldLayout xmlns:p="http://schemas.openxmlformats.org/presentationml/2006/main" preserve="1" userDrawn="1">
  <p:cSld name="Divider_5">
    <p:bg>
      <p:bgPr>
        <a:blipFill xmlns:a="http://schemas.openxmlformats.org/drawingml/2006/main" rotWithShape="1">
          <a:blip xmlns:r="http://schemas.openxmlformats.org/officeDocument/2006/relationships" r:embed="R46040c49b02b4996">
            <a:lum/>
          </a:blip>
          <a:srcRect l="0" t="0" r="0" b="0"/>
          <a:stretch>
            <a:fillRect l="0" t="0" r="0" b="0"/>
          </a:stretch>
        </a:blipFill>
      </p:bgPr>
    </p:bg>
    <p:spTree>
      <p:nvGrpSpPr>
        <p:cNvPr id="1" name=""/>
        <p:cNvGrpSpPr/>
        <p:nvPr/>
      </p:nvGrpSpPr>
      <p:grpSpPr>
        <a:xfrm xmlns:a="http://schemas.openxmlformats.org/drawingml/2006/main"/>
      </p:grpSpPr>
      <p:sp>
        <p:nvSpPr>
          <p:cNvPr id="9" name="Title 5">
            <a:extLst xmlns:a="http://schemas.openxmlformats.org/drawingml/2006/main">
              <a:ext uri="{FF2B5EF4-FFF2-40B4-BE49-F238E27FC236}">
                <a16:creationId xmlns:a16="http://schemas.microsoft.com/office/drawing/2014/main" id="{7856B97A-8557-4DB6-9175-7EBD0C8937DD}"/>
              </a:ext>
            </a:extLst>
          </p:cNvPr>
          <p:cNvSpPr>
            <a:spLocks xmlns:a="http://schemas.openxmlformats.org/drawingml/2006/main" noGrp="1"/>
          </p:cNvSpPr>
          <p:nvPr>
            <p:ph type="title" idx="0" hasCustomPrompt="1"/>
          </p:nvPr>
        </p:nvSpPr>
        <p:spPr>
          <a:xfrm xmlns:a="http://schemas.openxmlformats.org/drawingml/2006/main">
            <a:off x="768871" y="2337132"/>
            <a:ext cx="6400800" cy="1280160"/>
          </a:xfrm>
          <a:prstGeom xmlns:a="http://schemas.openxmlformats.org/drawingml/2006/main" prst="rect">
            <a:avLst/>
          </a:prstGeom>
          <a:noFill xmlns:a="http://schemas.openxmlformats.org/drawingml/2006/main"/>
        </p:spPr>
        <p:txBody>
          <a:bodyPr xmlns:a="http://schemas.openxmlformats.org/drawingml/2006/main" vert="horz" wrap="square" lIns="0" tIns="0" rIns="0" bIns="0" anchor="b">
            <a:noAutofit/>
          </a:bodyPr>
          <a:lstStyle xmlns:a="http://schemas.openxmlformats.org/drawingml/2006/main">
            <a:lvl1pPr>
              <a:lnSpc>
                <a:spcPct val="95000"/>
              </a:lnSpc>
              <a:buNone/>
              <a:defRPr sz="4000" b="1" i="0">
                <a:latin typeface="Oracle Sans Tab"/>
                <a:ea typeface="Oracle Sans Tab"/>
                <a:cs typeface="Oracle Sans Tab"/>
              </a:defRPr>
            </a:lvl1pPr>
          </a:lstStyle>
          <a:p xmlns:a="http://schemas.openxmlformats.org/drawingml/2006/main">
            <a:pPr lvl="0">
              <a:lnSpc>
                <a:spcPct val="100000"/>
              </a:lnSpc>
              <a:buNone/>
            </a:pPr>
            <a:r>
              <a:t>SCM Section</a:t>
            </a:r>
            <a:br/>
            <a:r>
              <a:t>Oracle Sans Tab Bold</a:t>
            </a:r>
          </a:p>
        </p:txBody>
      </p:sp>
      <p:sp>
        <p:nvSpPr>
          <p:cNvPr id="10" name="Subhead">
            <a:extLst xmlns:a="http://schemas.openxmlformats.org/drawingml/2006/main">
              <a:ext uri="{FF2B5EF4-FFF2-40B4-BE49-F238E27FC236}">
                <a16:creationId xmlns:a16="http://schemas.microsoft.com/office/drawing/2014/main" id="{E9558DCD-9619-43EF-806C-010C13A11164}"/>
              </a:ext>
            </a:extLst>
          </p:cNvPr>
          <p:cNvSpPr>
            <a:spLocks xmlns:a="http://schemas.openxmlformats.org/drawingml/2006/main" noGrp="1"/>
          </p:cNvSpPr>
          <p:nvPr>
            <p:ph type="body" idx="33" hasCustomPrompt="1"/>
          </p:nvPr>
        </p:nvSpPr>
        <p:spPr>
          <a:xfrm xmlns:a="http://schemas.openxmlformats.org/drawingml/2006/main">
            <a:off x="776689" y="4135193"/>
            <a:ext cx="6400800" cy="681251"/>
          </a:xfrm>
          <a:prstGeom xmlns:a="http://schemas.openxmlformats.org/drawingml/2006/main" prst="rect">
            <a:avLst/>
          </a:prstGeom>
          <a:noFill xmlns:a="http://schemas.openxmlformats.org/drawingml/2006/main"/>
        </p:spPr>
        <p:txBody>
          <a:bodyPr xmlns:a="http://schemas.openxmlformats.org/drawingml/2006/main">
            <a:noAutofit/>
          </a:bodyPr>
          <a:lstStyle xmlns:a="http://schemas.openxmlformats.org/drawingml/2006/main">
            <a:lvl1pPr marL="0" marR="0" indent="0" algn="l" defTabSz="914400">
              <a:lnSpc>
                <a:spcPct val="100000"/>
              </a:lnSpc>
              <a:spcBef>
                <a:spcPts val="600"/>
              </a:spcBef>
              <a:spcAft>
                <a:spcPts val="0"/>
              </a:spcAft>
              <a:buClrTx/>
              <a:buSzTx/>
              <a:buFont typeface="Arial"/>
              <a:buNone/>
              <a:defRPr sz="2000" b="0">
                <a:solidFill>
                  <a:schemeClr val="tx1"/>
                </a:solidFill>
              </a:defRPr>
            </a:lvl1pPr>
          </a:lstStyle>
          <a:p xmlns:a="http://schemas.openxmlformats.org/drawingml/2006/main">
            <a:pPr marL="0" marR="0" lvl="0" indent="0" algn="l" defTabSz="914400">
              <a:lnSpc>
                <a:spcPct val="90000"/>
              </a:lnSpc>
              <a:spcBef>
                <a:spcPts val="1000"/>
              </a:spcBef>
              <a:spcAft>
                <a:spcPts val="0"/>
              </a:spcAft>
              <a:buClrTx/>
              <a:buSzTx/>
              <a:buFont typeface="Arial"/>
              <a:buNone/>
            </a:pPr>
            <a:r>
              <a:t>Subhead goes here.</a:t>
            </a:r>
          </a:p>
        </p:txBody>
      </p:sp>
      <p:sp>
        <p:nvSpPr>
          <p:cNvPr id="8" name="Slide Number Placeholder 7">
            <a:extLst xmlns:a="http://schemas.openxmlformats.org/drawingml/2006/main">
              <a:ext uri="{FF2B5EF4-FFF2-40B4-BE49-F238E27FC236}">
                <a16:creationId xmlns:a16="http://schemas.microsoft.com/office/drawing/2014/main" id="{848B57A4-1EA3-47FA-AD37-31BB82676BA8}"/>
              </a:ext>
            </a:extLst>
          </p:cNvPr>
          <p:cNvSpPr>
            <a:spLocks xmlns:a="http://schemas.openxmlformats.org/drawingml/2006/main" noGrp="1"/>
          </p:cNvSpPr>
          <p:nvPr>
            <p:ph type="sldNum" idx="12"/>
          </p:nvPr>
        </p:nvSpPr>
        <p:spPr>
          <a:xfrm xmlns:a="http://schemas.openxmlformats.org/drawingml/2006/main">
            <a:off x="762000" y="6903678"/>
            <a:ext cx="365760" cy="365760"/>
          </a:xfrm>
        </p:spPr>
        <p:txBody>
          <a:bodyPr xmlns:a="http://schemas.openxmlformats.org/drawingml/2006/main"/>
          <a:lstStyle xmlns:a="http://schemas.openxmlformats.org/drawingml/2006/main">
            <a:lvl1pPr>
              <a:buNone/>
              <a:defRPr>
                <a:noFill/>
              </a:defRPr>
            </a:lvl1pPr>
          </a:lstStyle>
          <a:p xmlns:a="http://schemas.openxmlformats.org/drawingml/2006/main">
            <a:fld id="{345D60D9-5372-5F40-9443-0F9AE5BDC3C8}" type="slidenum">
              <a:t>‹#›</a:t>
            </a:fld>
            <a:endParaRPr/>
          </a:p>
        </p:txBody>
      </p:sp>
      <p:sp>
        <p:nvSpPr>
          <p:cNvPr id="5" name="Footer Placeholder 4">
            <a:extLst xmlns:a="http://schemas.openxmlformats.org/drawingml/2006/main">
              <a:ext uri="{FF2B5EF4-FFF2-40B4-BE49-F238E27FC236}">
                <a16:creationId xmlns:a16="http://schemas.microsoft.com/office/drawing/2014/main" id="{E8638588-07BC-4F98-97FA-975AE1443B66}"/>
              </a:ext>
            </a:extLst>
          </p:cNvPr>
          <p:cNvSpPr>
            <a:spLocks xmlns:a="http://schemas.openxmlformats.org/drawingml/2006/main" noGrp="1"/>
          </p:cNvSpPr>
          <p:nvPr>
            <p:ph type="ftr" idx="11"/>
          </p:nvPr>
        </p:nvSpPr>
        <p:spPr>
          <a:xfrm xmlns:a="http://schemas.openxmlformats.org/drawingml/2006/main">
            <a:off x="1127759" y="6903996"/>
            <a:ext cx="5745379" cy="365125"/>
          </a:xfrm>
        </p:spPr>
        <p:txBody>
          <a:bodyPr xmlns:a="http://schemas.openxmlformats.org/drawingml/2006/main"/>
          <a:lstStyle xmlns:a="http://schemas.openxmlformats.org/drawingml/2006/main">
            <a:lvl1pPr>
              <a:buNone/>
              <a:defRPr>
                <a:noFill/>
              </a:defRPr>
            </a:lvl1pPr>
          </a:lstStyle>
          <a:p xmlns:a="http://schemas.openxmlformats.org/drawingml/2006/main">
            <a:r>
              <a:t>Copyright © 2025, Oracle and/or its affiliates |  Confidential: Internal/Restricted/Highly Restricted</a:t>
            </a:r>
            <a:endParaRPr/>
          </a:p>
        </p:txBody>
      </p:sp>
      <p:sp>
        <p:nvSpPr>
          <p:cNvPr id="3" name="Date Placeholder 2">
            <a:extLst xmlns:a="http://schemas.openxmlformats.org/drawingml/2006/main">
              <a:ext uri="{FF2B5EF4-FFF2-40B4-BE49-F238E27FC236}">
                <a16:creationId xmlns:a16="http://schemas.microsoft.com/office/drawing/2014/main" id="{DBAE7266-CBC0-47D9-85A0-91E011093819}"/>
              </a:ext>
            </a:extLst>
          </p:cNvPr>
          <p:cNvSpPr>
            <a:spLocks xmlns:a="http://schemas.openxmlformats.org/drawingml/2006/main" noGrp="1"/>
          </p:cNvSpPr>
          <p:nvPr>
            <p:ph type="dt" idx="10"/>
          </p:nvPr>
        </p:nvSpPr>
        <p:spPr>
          <a:xfrm xmlns:a="http://schemas.openxmlformats.org/drawingml/2006/main">
            <a:off x="6873138" y="6905622"/>
            <a:ext cx="2743200" cy="363500"/>
          </a:xfrm>
        </p:spPr>
        <p:txBody>
          <a:bodyPr xmlns:a="http://schemas.openxmlformats.org/drawingml/2006/main"/>
          <a:lstStyle xmlns:a="http://schemas.openxmlformats.org/drawingml/2006/main">
            <a:lvl1pPr>
              <a:buNone/>
              <a:defRPr>
                <a:noFill/>
              </a:defRPr>
            </a:lvl1pPr>
          </a:lstStyle>
          <a:p xmlns:a="http://schemas.openxmlformats.org/drawingml/2006/main">
            <a:r>
              <a:t>[Date]</a:t>
            </a:r>
            <a:endParaRPr/>
          </a:p>
        </p:txBody>
      </p:sp>
      <p:sp>
        <p:nvSpPr>
          <p:cNvPr id="2" name="Accent mark">
            <a:extLst xmlns:a="http://schemas.openxmlformats.org/drawingml/2006/main">
              <a:ext uri="{FF2B5EF4-FFF2-40B4-BE49-F238E27FC236}">
                <a16:creationId xmlns:a16="http://schemas.microsoft.com/office/drawing/2014/main" id="{61CB4AAC-156D-8F42-3B43-592451DF558D}"/>
              </a:ext>
            </a:extLst>
          </p:cNvPr>
          <p:cNvSpPr>
            <a:spLocks xmlns:a="http://schemas.openxmlformats.org/drawingml/2006/main" noGrp="1"/>
          </p:cNvSpPr>
          <p:nvPr/>
        </p:nvSpPr>
        <p:spPr>
          <a:xfrm xmlns:a="http://schemas.openxmlformats.org/drawingml/2006/main">
            <a:off x="776689" y="3867907"/>
            <a:ext cx="365760" cy="36576"/>
          </a:xfrm>
          <a:prstGeom xmlns:a="http://schemas.openxmlformats.org/drawingml/2006/main" prst="rect">
            <a:avLst/>
          </a:prstGeom>
          <a:solidFill xmlns:a="http://schemas.openxmlformats.org/drawingml/2006/main">
            <a:srgbClr val="F0CC71"/>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Tree>
  </p:cSld>
</p:sldLayout>
</file>

<file path=ppt/slideLayouts/slideLayout22.xml><?xml version="1.0" encoding="utf-8"?>
<p:sldLayout xmlns:p="http://schemas.openxmlformats.org/presentationml/2006/main" preserve="1" userDrawn="1">
  <p:cSld name="Divider_6">
    <p:bg>
      <p:bgPr>
        <a:blipFill xmlns:a="http://schemas.openxmlformats.org/drawingml/2006/main" rotWithShape="1">
          <a:blip xmlns:r="http://schemas.openxmlformats.org/officeDocument/2006/relationships" r:embed="Raad33349013b462a">
            <a:lum/>
          </a:blip>
          <a:srcRect l="0" t="0" r="0" b="0"/>
          <a:stretch>
            <a:fillRect l="0" t="0" r="0" b="0"/>
          </a:stretch>
        </a:blipFill>
      </p:bgPr>
    </p:bg>
    <p:spTree>
      <p:nvGrpSpPr>
        <p:cNvPr id="1" name=""/>
        <p:cNvGrpSpPr/>
        <p:nvPr/>
      </p:nvGrpSpPr>
      <p:grpSpPr>
        <a:xfrm xmlns:a="http://schemas.openxmlformats.org/drawingml/2006/main"/>
      </p:grpSpPr>
      <p:sp>
        <p:nvSpPr>
          <p:cNvPr id="9" name="Title 5">
            <a:extLst xmlns:a="http://schemas.openxmlformats.org/drawingml/2006/main">
              <a:ext uri="{FF2B5EF4-FFF2-40B4-BE49-F238E27FC236}">
                <a16:creationId xmlns:a16="http://schemas.microsoft.com/office/drawing/2014/main" id="{7856B97A-8557-4DB6-9175-7EBD0C8937DD}"/>
              </a:ext>
            </a:extLst>
          </p:cNvPr>
          <p:cNvSpPr>
            <a:spLocks xmlns:a="http://schemas.openxmlformats.org/drawingml/2006/main" noGrp="1"/>
          </p:cNvSpPr>
          <p:nvPr>
            <p:ph type="title" idx="0" hasCustomPrompt="1"/>
          </p:nvPr>
        </p:nvSpPr>
        <p:spPr>
          <a:xfrm xmlns:a="http://schemas.openxmlformats.org/drawingml/2006/main">
            <a:off x="768871" y="2337132"/>
            <a:ext cx="6400800" cy="1280160"/>
          </a:xfrm>
          <a:prstGeom xmlns:a="http://schemas.openxmlformats.org/drawingml/2006/main" prst="rect">
            <a:avLst/>
          </a:prstGeom>
          <a:noFill xmlns:a="http://schemas.openxmlformats.org/drawingml/2006/main"/>
        </p:spPr>
        <p:txBody>
          <a:bodyPr xmlns:a="http://schemas.openxmlformats.org/drawingml/2006/main" vert="horz" wrap="square" lIns="0" tIns="0" rIns="0" bIns="0" anchor="b">
            <a:noAutofit/>
          </a:bodyPr>
          <a:lstStyle xmlns:a="http://schemas.openxmlformats.org/drawingml/2006/main">
            <a:lvl1pPr>
              <a:lnSpc>
                <a:spcPct val="95000"/>
              </a:lnSpc>
              <a:buNone/>
              <a:defRPr sz="4000" b="1" i="0">
                <a:latin typeface="Oracle Sans Tab"/>
                <a:ea typeface="Oracle Sans Tab"/>
                <a:cs typeface="Oracle Sans Tab"/>
              </a:defRPr>
            </a:lvl1pPr>
          </a:lstStyle>
          <a:p xmlns:a="http://schemas.openxmlformats.org/drawingml/2006/main">
            <a:pPr lvl="0">
              <a:lnSpc>
                <a:spcPct val="100000"/>
              </a:lnSpc>
              <a:buNone/>
            </a:pPr>
            <a:r>
              <a:t>ERP Section</a:t>
            </a:r>
            <a:br/>
            <a:r>
              <a:t>Oracle Sans Tab Bold</a:t>
            </a:r>
          </a:p>
        </p:txBody>
      </p:sp>
      <p:sp>
        <p:nvSpPr>
          <p:cNvPr id="10" name="Subhead">
            <a:extLst xmlns:a="http://schemas.openxmlformats.org/drawingml/2006/main">
              <a:ext uri="{FF2B5EF4-FFF2-40B4-BE49-F238E27FC236}">
                <a16:creationId xmlns:a16="http://schemas.microsoft.com/office/drawing/2014/main" id="{E9558DCD-9619-43EF-806C-010C13A11164}"/>
              </a:ext>
            </a:extLst>
          </p:cNvPr>
          <p:cNvSpPr>
            <a:spLocks xmlns:a="http://schemas.openxmlformats.org/drawingml/2006/main" noGrp="1"/>
          </p:cNvSpPr>
          <p:nvPr>
            <p:ph type="body" idx="33" hasCustomPrompt="1"/>
          </p:nvPr>
        </p:nvSpPr>
        <p:spPr>
          <a:xfrm xmlns:a="http://schemas.openxmlformats.org/drawingml/2006/main">
            <a:off x="776689" y="4135193"/>
            <a:ext cx="6400800" cy="681251"/>
          </a:xfrm>
          <a:prstGeom xmlns:a="http://schemas.openxmlformats.org/drawingml/2006/main" prst="rect">
            <a:avLst/>
          </a:prstGeom>
          <a:noFill xmlns:a="http://schemas.openxmlformats.org/drawingml/2006/main"/>
        </p:spPr>
        <p:txBody>
          <a:bodyPr xmlns:a="http://schemas.openxmlformats.org/drawingml/2006/main">
            <a:noAutofit/>
          </a:bodyPr>
          <a:lstStyle xmlns:a="http://schemas.openxmlformats.org/drawingml/2006/main">
            <a:lvl1pPr marL="0" marR="0" indent="0" algn="l" defTabSz="914400">
              <a:lnSpc>
                <a:spcPct val="100000"/>
              </a:lnSpc>
              <a:spcBef>
                <a:spcPts val="600"/>
              </a:spcBef>
              <a:spcAft>
                <a:spcPts val="0"/>
              </a:spcAft>
              <a:buClrTx/>
              <a:buSzTx/>
              <a:buFont typeface="Arial"/>
              <a:buNone/>
              <a:defRPr sz="2000" b="0">
                <a:solidFill>
                  <a:schemeClr val="tx1"/>
                </a:solidFill>
              </a:defRPr>
            </a:lvl1pPr>
          </a:lstStyle>
          <a:p xmlns:a="http://schemas.openxmlformats.org/drawingml/2006/main">
            <a:pPr marL="0" marR="0" lvl="0" indent="0" algn="l" defTabSz="914400">
              <a:lnSpc>
                <a:spcPct val="90000"/>
              </a:lnSpc>
              <a:spcBef>
                <a:spcPts val="1000"/>
              </a:spcBef>
              <a:spcAft>
                <a:spcPts val="0"/>
              </a:spcAft>
              <a:buClrTx/>
              <a:buSzTx/>
              <a:buFont typeface="Arial"/>
              <a:buNone/>
            </a:pPr>
            <a:r>
              <a:t>Subhead goes here.</a:t>
            </a:r>
          </a:p>
        </p:txBody>
      </p:sp>
      <p:sp>
        <p:nvSpPr>
          <p:cNvPr id="8" name="Slide Number Placeholder 7">
            <a:extLst xmlns:a="http://schemas.openxmlformats.org/drawingml/2006/main">
              <a:ext uri="{FF2B5EF4-FFF2-40B4-BE49-F238E27FC236}">
                <a16:creationId xmlns:a16="http://schemas.microsoft.com/office/drawing/2014/main" id="{848B57A4-1EA3-47FA-AD37-31BB82676BA8}"/>
              </a:ext>
            </a:extLst>
          </p:cNvPr>
          <p:cNvSpPr>
            <a:spLocks xmlns:a="http://schemas.openxmlformats.org/drawingml/2006/main" noGrp="1"/>
          </p:cNvSpPr>
          <p:nvPr>
            <p:ph type="sldNum" idx="12"/>
          </p:nvPr>
        </p:nvSpPr>
        <p:spPr>
          <a:xfrm xmlns:a="http://schemas.openxmlformats.org/drawingml/2006/main">
            <a:off x="762000" y="6903682"/>
            <a:ext cx="365760" cy="365760"/>
          </a:xfrm>
        </p:spPr>
        <p:txBody>
          <a:bodyPr xmlns:a="http://schemas.openxmlformats.org/drawingml/2006/main"/>
          <a:lstStyle xmlns:a="http://schemas.openxmlformats.org/drawingml/2006/main">
            <a:lvl1pPr>
              <a:buNone/>
              <a:defRPr>
                <a:noFill/>
              </a:defRPr>
            </a:lvl1pPr>
          </a:lstStyle>
          <a:p xmlns:a="http://schemas.openxmlformats.org/drawingml/2006/main">
            <a:fld id="{345D60D9-5372-5F40-9443-0F9AE5BDC3C8}" type="slidenum">
              <a:t>‹#›</a:t>
            </a:fld>
            <a:endParaRPr/>
          </a:p>
        </p:txBody>
      </p:sp>
      <p:sp>
        <p:nvSpPr>
          <p:cNvPr id="5" name="Footer Placeholder 4">
            <a:extLst xmlns:a="http://schemas.openxmlformats.org/drawingml/2006/main">
              <a:ext uri="{FF2B5EF4-FFF2-40B4-BE49-F238E27FC236}">
                <a16:creationId xmlns:a16="http://schemas.microsoft.com/office/drawing/2014/main" id="{E8638588-07BC-4F98-97FA-975AE1443B66}"/>
              </a:ext>
            </a:extLst>
          </p:cNvPr>
          <p:cNvSpPr>
            <a:spLocks xmlns:a="http://schemas.openxmlformats.org/drawingml/2006/main" noGrp="1"/>
          </p:cNvSpPr>
          <p:nvPr>
            <p:ph type="ftr" idx="11"/>
          </p:nvPr>
        </p:nvSpPr>
        <p:spPr>
          <a:xfrm xmlns:a="http://schemas.openxmlformats.org/drawingml/2006/main">
            <a:off x="1127759" y="6904000"/>
            <a:ext cx="5745379" cy="365125"/>
          </a:xfrm>
        </p:spPr>
        <p:txBody>
          <a:bodyPr xmlns:a="http://schemas.openxmlformats.org/drawingml/2006/main"/>
          <a:lstStyle xmlns:a="http://schemas.openxmlformats.org/drawingml/2006/main">
            <a:lvl1pPr>
              <a:buNone/>
              <a:defRPr>
                <a:noFill/>
              </a:defRPr>
            </a:lvl1pPr>
          </a:lstStyle>
          <a:p xmlns:a="http://schemas.openxmlformats.org/drawingml/2006/main">
            <a:r>
              <a:t>Copyright © 2025, Oracle and/or its affiliates |  Confidential: Internal/Restricted/Highly Restricted</a:t>
            </a:r>
            <a:endParaRPr/>
          </a:p>
        </p:txBody>
      </p:sp>
      <p:sp>
        <p:nvSpPr>
          <p:cNvPr id="3" name="Date Placeholder 2">
            <a:extLst xmlns:a="http://schemas.openxmlformats.org/drawingml/2006/main">
              <a:ext uri="{FF2B5EF4-FFF2-40B4-BE49-F238E27FC236}">
                <a16:creationId xmlns:a16="http://schemas.microsoft.com/office/drawing/2014/main" id="{DBAE7266-CBC0-47D9-85A0-91E011093819}"/>
              </a:ext>
            </a:extLst>
          </p:cNvPr>
          <p:cNvSpPr>
            <a:spLocks xmlns:a="http://schemas.openxmlformats.org/drawingml/2006/main" noGrp="1"/>
          </p:cNvSpPr>
          <p:nvPr>
            <p:ph type="dt" idx="10"/>
          </p:nvPr>
        </p:nvSpPr>
        <p:spPr>
          <a:xfrm xmlns:a="http://schemas.openxmlformats.org/drawingml/2006/main">
            <a:off x="6873138" y="6905626"/>
            <a:ext cx="2743200" cy="363500"/>
          </a:xfrm>
        </p:spPr>
        <p:txBody>
          <a:bodyPr xmlns:a="http://schemas.openxmlformats.org/drawingml/2006/main"/>
          <a:lstStyle xmlns:a="http://schemas.openxmlformats.org/drawingml/2006/main">
            <a:lvl1pPr>
              <a:buNone/>
              <a:defRPr>
                <a:noFill/>
              </a:defRPr>
            </a:lvl1pPr>
          </a:lstStyle>
          <a:p xmlns:a="http://schemas.openxmlformats.org/drawingml/2006/main">
            <a:r>
              <a:t>[Date]</a:t>
            </a:r>
            <a:endParaRPr/>
          </a:p>
        </p:txBody>
      </p:sp>
      <p:sp>
        <p:nvSpPr>
          <p:cNvPr id="2" name="Accent mark">
            <a:extLst xmlns:a="http://schemas.openxmlformats.org/drawingml/2006/main">
              <a:ext uri="{FF2B5EF4-FFF2-40B4-BE49-F238E27FC236}">
                <a16:creationId xmlns:a16="http://schemas.microsoft.com/office/drawing/2014/main" id="{BADA839C-E71A-1637-3B8E-ADCB8BC4BE79}"/>
              </a:ext>
            </a:extLst>
          </p:cNvPr>
          <p:cNvSpPr>
            <a:spLocks xmlns:a="http://schemas.openxmlformats.org/drawingml/2006/main" noGrp="1"/>
          </p:cNvSpPr>
          <p:nvPr/>
        </p:nvSpPr>
        <p:spPr>
          <a:xfrm xmlns:a="http://schemas.openxmlformats.org/drawingml/2006/main">
            <a:off x="776689" y="3867907"/>
            <a:ext cx="365760" cy="36576"/>
          </a:xfrm>
          <a:prstGeom xmlns:a="http://schemas.openxmlformats.org/drawingml/2006/main" prst="rect">
            <a:avLst/>
          </a:prstGeom>
          <a:solidFill xmlns:a="http://schemas.openxmlformats.org/drawingml/2006/main">
            <a:srgbClr val="F0CC71"/>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Tree>
  </p:cSld>
</p:sldLayout>
</file>

<file path=ppt/slideLayouts/slideLayout23.xml><?xml version="1.0" encoding="utf-8"?>
<p:sldLayout xmlns:p="http://schemas.openxmlformats.org/presentationml/2006/main" preserve="1" userDrawn="1">
  <p:cSld name="Divider_7">
    <p:bg>
      <p:bgPr>
        <a:blipFill xmlns:a="http://schemas.openxmlformats.org/drawingml/2006/main" rotWithShape="1">
          <a:blip xmlns:r="http://schemas.openxmlformats.org/officeDocument/2006/relationships" r:embed="R653aa3106d2c4c54">
            <a:lum/>
          </a:blip>
          <a:srcRect l="0" t="0" r="0" b="0"/>
          <a:stretch>
            <a:fillRect l="0" t="0" r="0" b="0"/>
          </a:stretch>
        </a:blipFill>
      </p:bgPr>
    </p:bg>
    <p:spTree>
      <p:nvGrpSpPr>
        <p:cNvPr id="1" name=""/>
        <p:cNvGrpSpPr/>
        <p:nvPr/>
      </p:nvGrpSpPr>
      <p:grpSpPr>
        <a:xfrm xmlns:a="http://schemas.openxmlformats.org/drawingml/2006/main"/>
      </p:grpSpPr>
      <p:sp>
        <p:nvSpPr>
          <p:cNvPr id="9" name="Title 5">
            <a:extLst xmlns:a="http://schemas.openxmlformats.org/drawingml/2006/main">
              <a:ext uri="{FF2B5EF4-FFF2-40B4-BE49-F238E27FC236}">
                <a16:creationId xmlns:a16="http://schemas.microsoft.com/office/drawing/2014/main" id="{7856B97A-8557-4DB6-9175-7EBD0C8937DD}"/>
              </a:ext>
            </a:extLst>
          </p:cNvPr>
          <p:cNvSpPr>
            <a:spLocks xmlns:a="http://schemas.openxmlformats.org/drawingml/2006/main" noGrp="1"/>
          </p:cNvSpPr>
          <p:nvPr>
            <p:ph type="title" idx="0" hasCustomPrompt="1"/>
          </p:nvPr>
        </p:nvSpPr>
        <p:spPr>
          <a:xfrm xmlns:a="http://schemas.openxmlformats.org/drawingml/2006/main">
            <a:off x="768871" y="2337132"/>
            <a:ext cx="6400800" cy="1280160"/>
          </a:xfrm>
          <a:prstGeom xmlns:a="http://schemas.openxmlformats.org/drawingml/2006/main" prst="rect">
            <a:avLst/>
          </a:prstGeom>
          <a:noFill xmlns:a="http://schemas.openxmlformats.org/drawingml/2006/main"/>
        </p:spPr>
        <p:txBody>
          <a:bodyPr xmlns:a="http://schemas.openxmlformats.org/drawingml/2006/main" vert="horz" wrap="square" lIns="0" tIns="0" rIns="0" bIns="0" anchor="b">
            <a:noAutofit/>
          </a:bodyPr>
          <a:lstStyle xmlns:a="http://schemas.openxmlformats.org/drawingml/2006/main">
            <a:lvl1pPr>
              <a:lnSpc>
                <a:spcPct val="100000"/>
              </a:lnSpc>
              <a:buNone/>
              <a:defRPr sz="4000" b="1" i="0">
                <a:latin typeface="Oracle Sans Tab"/>
                <a:ea typeface="Oracle Sans Tab"/>
                <a:cs typeface="Oracle Sans Tab"/>
              </a:defRPr>
            </a:lvl1pPr>
          </a:lstStyle>
          <a:p xmlns:a="http://schemas.openxmlformats.org/drawingml/2006/main">
            <a:pPr lvl="0">
              <a:lnSpc>
                <a:spcPct val="100000"/>
              </a:lnSpc>
              <a:buNone/>
            </a:pPr>
            <a:r>
              <a:t>HCM Section </a:t>
            </a:r>
            <a:br/>
            <a:r>
              <a:t>Oracle Sans Tab Bold</a:t>
            </a:r>
          </a:p>
        </p:txBody>
      </p:sp>
      <p:sp>
        <p:nvSpPr>
          <p:cNvPr id="10" name="Subhead">
            <a:extLst xmlns:a="http://schemas.openxmlformats.org/drawingml/2006/main">
              <a:ext uri="{FF2B5EF4-FFF2-40B4-BE49-F238E27FC236}">
                <a16:creationId xmlns:a16="http://schemas.microsoft.com/office/drawing/2014/main" id="{E9558DCD-9619-43EF-806C-010C13A11164}"/>
              </a:ext>
            </a:extLst>
          </p:cNvPr>
          <p:cNvSpPr>
            <a:spLocks xmlns:a="http://schemas.openxmlformats.org/drawingml/2006/main" noGrp="1"/>
          </p:cNvSpPr>
          <p:nvPr>
            <p:ph type="body" idx="33" hasCustomPrompt="1"/>
          </p:nvPr>
        </p:nvSpPr>
        <p:spPr>
          <a:xfrm xmlns:a="http://schemas.openxmlformats.org/drawingml/2006/main">
            <a:off x="776689" y="4135193"/>
            <a:ext cx="6400800" cy="681251"/>
          </a:xfrm>
          <a:prstGeom xmlns:a="http://schemas.openxmlformats.org/drawingml/2006/main" prst="rect">
            <a:avLst/>
          </a:prstGeom>
          <a:noFill xmlns:a="http://schemas.openxmlformats.org/drawingml/2006/main"/>
        </p:spPr>
        <p:txBody>
          <a:bodyPr xmlns:a="http://schemas.openxmlformats.org/drawingml/2006/main">
            <a:noAutofit/>
          </a:bodyPr>
          <a:lstStyle xmlns:a="http://schemas.openxmlformats.org/drawingml/2006/main">
            <a:lvl1pPr marL="0" marR="0" indent="0" algn="l" defTabSz="914400">
              <a:lnSpc>
                <a:spcPct val="100000"/>
              </a:lnSpc>
              <a:spcBef>
                <a:spcPts val="600"/>
              </a:spcBef>
              <a:spcAft>
                <a:spcPts val="0"/>
              </a:spcAft>
              <a:buClrTx/>
              <a:buSzTx/>
              <a:buFont typeface="Arial"/>
              <a:buNone/>
              <a:defRPr sz="2000" b="0">
                <a:solidFill>
                  <a:schemeClr val="tx1"/>
                </a:solidFill>
              </a:defRPr>
            </a:lvl1pPr>
          </a:lstStyle>
          <a:p xmlns:a="http://schemas.openxmlformats.org/drawingml/2006/main">
            <a:pPr marL="0" marR="0" lvl="0" indent="0" algn="l" defTabSz="914400">
              <a:lnSpc>
                <a:spcPct val="90000"/>
              </a:lnSpc>
              <a:spcBef>
                <a:spcPts val="1000"/>
              </a:spcBef>
              <a:spcAft>
                <a:spcPts val="0"/>
              </a:spcAft>
              <a:buClrTx/>
              <a:buSzTx/>
              <a:buFont typeface="Arial"/>
              <a:buNone/>
            </a:pPr>
            <a:r>
              <a:t>Subhead goes here.</a:t>
            </a:r>
          </a:p>
        </p:txBody>
      </p:sp>
      <p:sp>
        <p:nvSpPr>
          <p:cNvPr id="8" name="Slide Number Placeholder 7">
            <a:extLst xmlns:a="http://schemas.openxmlformats.org/drawingml/2006/main">
              <a:ext uri="{FF2B5EF4-FFF2-40B4-BE49-F238E27FC236}">
                <a16:creationId xmlns:a16="http://schemas.microsoft.com/office/drawing/2014/main" id="{848B57A4-1EA3-47FA-AD37-31BB82676BA8}"/>
              </a:ext>
            </a:extLst>
          </p:cNvPr>
          <p:cNvSpPr>
            <a:spLocks xmlns:a="http://schemas.openxmlformats.org/drawingml/2006/main" noGrp="1"/>
          </p:cNvSpPr>
          <p:nvPr>
            <p:ph type="sldNum" idx="12"/>
          </p:nvPr>
        </p:nvSpPr>
        <p:spPr>
          <a:xfrm xmlns:a="http://schemas.openxmlformats.org/drawingml/2006/main">
            <a:off x="762000" y="6903682"/>
            <a:ext cx="365760" cy="365760"/>
          </a:xfrm>
        </p:spPr>
        <p:txBody>
          <a:bodyPr xmlns:a="http://schemas.openxmlformats.org/drawingml/2006/main"/>
          <a:lstStyle xmlns:a="http://schemas.openxmlformats.org/drawingml/2006/main">
            <a:lvl1pPr>
              <a:buNone/>
              <a:defRPr>
                <a:noFill/>
              </a:defRPr>
            </a:lvl1pPr>
          </a:lstStyle>
          <a:p xmlns:a="http://schemas.openxmlformats.org/drawingml/2006/main">
            <a:fld id="{345D60D9-5372-5F40-9443-0F9AE5BDC3C8}" type="slidenum">
              <a:t>‹#›</a:t>
            </a:fld>
            <a:endParaRPr/>
          </a:p>
        </p:txBody>
      </p:sp>
      <p:sp>
        <p:nvSpPr>
          <p:cNvPr id="5" name="Footer Placeholder 4">
            <a:extLst xmlns:a="http://schemas.openxmlformats.org/drawingml/2006/main">
              <a:ext uri="{FF2B5EF4-FFF2-40B4-BE49-F238E27FC236}">
                <a16:creationId xmlns:a16="http://schemas.microsoft.com/office/drawing/2014/main" id="{E8638588-07BC-4F98-97FA-975AE1443B66}"/>
              </a:ext>
            </a:extLst>
          </p:cNvPr>
          <p:cNvSpPr>
            <a:spLocks xmlns:a="http://schemas.openxmlformats.org/drawingml/2006/main" noGrp="1"/>
          </p:cNvSpPr>
          <p:nvPr>
            <p:ph type="ftr" idx="11"/>
          </p:nvPr>
        </p:nvSpPr>
        <p:spPr>
          <a:xfrm xmlns:a="http://schemas.openxmlformats.org/drawingml/2006/main">
            <a:off x="1127759" y="6904000"/>
            <a:ext cx="5745379" cy="365125"/>
          </a:xfrm>
        </p:spPr>
        <p:txBody>
          <a:bodyPr xmlns:a="http://schemas.openxmlformats.org/drawingml/2006/main"/>
          <a:lstStyle xmlns:a="http://schemas.openxmlformats.org/drawingml/2006/main">
            <a:lvl1pPr>
              <a:buNone/>
              <a:defRPr>
                <a:noFill/>
              </a:defRPr>
            </a:lvl1pPr>
          </a:lstStyle>
          <a:p xmlns:a="http://schemas.openxmlformats.org/drawingml/2006/main">
            <a:r>
              <a:t>Copyright © 2025, Oracle and/or its affiliates |  Confidential: Internal/Restricted/Highly Restricted</a:t>
            </a:r>
            <a:endParaRPr/>
          </a:p>
        </p:txBody>
      </p:sp>
      <p:sp>
        <p:nvSpPr>
          <p:cNvPr id="3" name="Date Placeholder 2">
            <a:extLst xmlns:a="http://schemas.openxmlformats.org/drawingml/2006/main">
              <a:ext uri="{FF2B5EF4-FFF2-40B4-BE49-F238E27FC236}">
                <a16:creationId xmlns:a16="http://schemas.microsoft.com/office/drawing/2014/main" id="{DBAE7266-CBC0-47D9-85A0-91E011093819}"/>
              </a:ext>
            </a:extLst>
          </p:cNvPr>
          <p:cNvSpPr>
            <a:spLocks xmlns:a="http://schemas.openxmlformats.org/drawingml/2006/main" noGrp="1"/>
          </p:cNvSpPr>
          <p:nvPr>
            <p:ph type="dt" idx="10"/>
          </p:nvPr>
        </p:nvSpPr>
        <p:spPr>
          <a:xfrm xmlns:a="http://schemas.openxmlformats.org/drawingml/2006/main">
            <a:off x="6873138" y="6905626"/>
            <a:ext cx="2743200" cy="363500"/>
          </a:xfrm>
        </p:spPr>
        <p:txBody>
          <a:bodyPr xmlns:a="http://schemas.openxmlformats.org/drawingml/2006/main"/>
          <a:lstStyle xmlns:a="http://schemas.openxmlformats.org/drawingml/2006/main">
            <a:lvl1pPr>
              <a:buNone/>
              <a:defRPr>
                <a:noFill/>
              </a:defRPr>
            </a:lvl1pPr>
          </a:lstStyle>
          <a:p xmlns:a="http://schemas.openxmlformats.org/drawingml/2006/main">
            <a:r>
              <a:t>[Date]</a:t>
            </a:r>
            <a:endParaRPr/>
          </a:p>
        </p:txBody>
      </p:sp>
      <p:sp>
        <p:nvSpPr>
          <p:cNvPr id="2" name="Accent mark">
            <a:extLst xmlns:a="http://schemas.openxmlformats.org/drawingml/2006/main">
              <a:ext uri="{FF2B5EF4-FFF2-40B4-BE49-F238E27FC236}">
                <a16:creationId xmlns:a16="http://schemas.microsoft.com/office/drawing/2014/main" id="{AD2D13D9-5F9B-66C0-EF23-46B9931F9314}"/>
              </a:ext>
            </a:extLst>
          </p:cNvPr>
          <p:cNvSpPr>
            <a:spLocks xmlns:a="http://schemas.openxmlformats.org/drawingml/2006/main" noGrp="1"/>
          </p:cNvSpPr>
          <p:nvPr/>
        </p:nvSpPr>
        <p:spPr>
          <a:xfrm xmlns:a="http://schemas.openxmlformats.org/drawingml/2006/main">
            <a:off x="776689" y="3867907"/>
            <a:ext cx="365760" cy="36576"/>
          </a:xfrm>
          <a:prstGeom xmlns:a="http://schemas.openxmlformats.org/drawingml/2006/main" prst="rect">
            <a:avLst/>
          </a:prstGeom>
          <a:solidFill xmlns:a="http://schemas.openxmlformats.org/drawingml/2006/main">
            <a:srgbClr val="F0CC71"/>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Tree>
  </p:cSld>
</p:sldLayout>
</file>

<file path=ppt/slideLayouts/slideLayout24.xml><?xml version="1.0" encoding="utf-8"?>
<p:sldLayout xmlns:p="http://schemas.openxmlformats.org/presentationml/2006/main" preserve="1" userDrawn="1">
  <p:cSld name="Divider_8">
    <p:bg>
      <p:bgPr>
        <a:blipFill xmlns:a="http://schemas.openxmlformats.org/drawingml/2006/main" rotWithShape="1">
          <a:blip xmlns:r="http://schemas.openxmlformats.org/officeDocument/2006/relationships" r:embed="Rd0f40b105fbf4e47">
            <a:lum/>
          </a:blip>
          <a:srcRect l="0" t="0" r="0" b="0"/>
          <a:stretch>
            <a:fillRect l="0" t="0" r="0" b="0"/>
          </a:stretch>
        </a:blipFill>
      </p:bgPr>
    </p:bg>
    <p:spTree>
      <p:nvGrpSpPr>
        <p:cNvPr id="1" name=""/>
        <p:cNvGrpSpPr/>
        <p:nvPr/>
      </p:nvGrpSpPr>
      <p:grpSpPr>
        <a:xfrm xmlns:a="http://schemas.openxmlformats.org/drawingml/2006/main"/>
      </p:grpSpPr>
      <p:sp>
        <p:nvSpPr>
          <p:cNvPr id="9" name="Title 5">
            <a:extLst xmlns:a="http://schemas.openxmlformats.org/drawingml/2006/main">
              <a:ext uri="{FF2B5EF4-FFF2-40B4-BE49-F238E27FC236}">
                <a16:creationId xmlns:a16="http://schemas.microsoft.com/office/drawing/2014/main" id="{7856B97A-8557-4DB6-9175-7EBD0C8937DD}"/>
              </a:ext>
            </a:extLst>
          </p:cNvPr>
          <p:cNvSpPr>
            <a:spLocks xmlns:a="http://schemas.openxmlformats.org/drawingml/2006/main" noGrp="1"/>
          </p:cNvSpPr>
          <p:nvPr>
            <p:ph type="title" idx="0" hasCustomPrompt="1"/>
          </p:nvPr>
        </p:nvSpPr>
        <p:spPr>
          <a:xfrm xmlns:a="http://schemas.openxmlformats.org/drawingml/2006/main">
            <a:off x="768871" y="2337132"/>
            <a:ext cx="6400800" cy="1280160"/>
          </a:xfrm>
          <a:prstGeom xmlns:a="http://schemas.openxmlformats.org/drawingml/2006/main" prst="rect">
            <a:avLst/>
          </a:prstGeom>
          <a:noFill xmlns:a="http://schemas.openxmlformats.org/drawingml/2006/main"/>
        </p:spPr>
        <p:txBody>
          <a:bodyPr xmlns:a="http://schemas.openxmlformats.org/drawingml/2006/main" vert="horz" wrap="square" lIns="0" tIns="0" rIns="0" bIns="0" anchor="b">
            <a:noAutofit/>
          </a:bodyPr>
          <a:lstStyle xmlns:a="http://schemas.openxmlformats.org/drawingml/2006/main">
            <a:lvl1pPr>
              <a:lnSpc>
                <a:spcPct val="100000"/>
              </a:lnSpc>
              <a:buNone/>
              <a:defRPr sz="4000" b="1" i="0">
                <a:latin typeface="Oracle Sans Tab"/>
                <a:ea typeface="Oracle Sans Tab"/>
                <a:cs typeface="Oracle Sans Tab"/>
              </a:defRPr>
            </a:lvl1pPr>
          </a:lstStyle>
          <a:p xmlns:a="http://schemas.openxmlformats.org/drawingml/2006/main">
            <a:pPr lvl="0">
              <a:lnSpc>
                <a:spcPct val="100000"/>
              </a:lnSpc>
              <a:buNone/>
            </a:pPr>
            <a:r>
              <a:t>CX Section</a:t>
            </a:r>
            <a:br/>
            <a:r>
              <a:t>Oracle Sans Tab Bold</a:t>
            </a:r>
          </a:p>
        </p:txBody>
      </p:sp>
      <p:sp>
        <p:nvSpPr>
          <p:cNvPr id="10" name="Subhead">
            <a:extLst xmlns:a="http://schemas.openxmlformats.org/drawingml/2006/main">
              <a:ext uri="{FF2B5EF4-FFF2-40B4-BE49-F238E27FC236}">
                <a16:creationId xmlns:a16="http://schemas.microsoft.com/office/drawing/2014/main" id="{E9558DCD-9619-43EF-806C-010C13A11164}"/>
              </a:ext>
            </a:extLst>
          </p:cNvPr>
          <p:cNvSpPr>
            <a:spLocks xmlns:a="http://schemas.openxmlformats.org/drawingml/2006/main" noGrp="1"/>
          </p:cNvSpPr>
          <p:nvPr>
            <p:ph type="body" idx="33" hasCustomPrompt="1"/>
          </p:nvPr>
        </p:nvSpPr>
        <p:spPr>
          <a:xfrm xmlns:a="http://schemas.openxmlformats.org/drawingml/2006/main">
            <a:off x="776689" y="4135193"/>
            <a:ext cx="6400800" cy="681251"/>
          </a:xfrm>
          <a:prstGeom xmlns:a="http://schemas.openxmlformats.org/drawingml/2006/main" prst="rect">
            <a:avLst/>
          </a:prstGeom>
          <a:noFill xmlns:a="http://schemas.openxmlformats.org/drawingml/2006/main"/>
        </p:spPr>
        <p:txBody>
          <a:bodyPr xmlns:a="http://schemas.openxmlformats.org/drawingml/2006/main">
            <a:noAutofit/>
          </a:bodyPr>
          <a:lstStyle xmlns:a="http://schemas.openxmlformats.org/drawingml/2006/main">
            <a:lvl1pPr marL="0" marR="0" indent="0" algn="l" defTabSz="914400">
              <a:lnSpc>
                <a:spcPct val="100000"/>
              </a:lnSpc>
              <a:spcBef>
                <a:spcPts val="600"/>
              </a:spcBef>
              <a:spcAft>
                <a:spcPts val="0"/>
              </a:spcAft>
              <a:buClrTx/>
              <a:buSzTx/>
              <a:buFont typeface="Arial"/>
              <a:buNone/>
              <a:defRPr sz="2000" b="0">
                <a:solidFill>
                  <a:schemeClr val="tx1"/>
                </a:solidFill>
              </a:defRPr>
            </a:lvl1pPr>
          </a:lstStyle>
          <a:p xmlns:a="http://schemas.openxmlformats.org/drawingml/2006/main">
            <a:pPr marL="0" marR="0" lvl="0" indent="0" algn="l" defTabSz="914400">
              <a:lnSpc>
                <a:spcPct val="90000"/>
              </a:lnSpc>
              <a:spcBef>
                <a:spcPts val="1000"/>
              </a:spcBef>
              <a:spcAft>
                <a:spcPts val="0"/>
              </a:spcAft>
              <a:buClrTx/>
              <a:buSzTx/>
              <a:buFont typeface="Arial"/>
              <a:buNone/>
            </a:pPr>
            <a:r>
              <a:t>Subhead goes here.</a:t>
            </a:r>
          </a:p>
        </p:txBody>
      </p:sp>
      <p:sp>
        <p:nvSpPr>
          <p:cNvPr id="8" name="Slide Number Placeholder 7">
            <a:extLst xmlns:a="http://schemas.openxmlformats.org/drawingml/2006/main">
              <a:ext uri="{FF2B5EF4-FFF2-40B4-BE49-F238E27FC236}">
                <a16:creationId xmlns:a16="http://schemas.microsoft.com/office/drawing/2014/main" id="{848B57A4-1EA3-47FA-AD37-31BB82676BA8}"/>
              </a:ext>
            </a:extLst>
          </p:cNvPr>
          <p:cNvSpPr>
            <a:spLocks xmlns:a="http://schemas.openxmlformats.org/drawingml/2006/main" noGrp="1"/>
          </p:cNvSpPr>
          <p:nvPr>
            <p:ph type="sldNum" idx="12"/>
          </p:nvPr>
        </p:nvSpPr>
        <p:spPr>
          <a:xfrm xmlns:a="http://schemas.openxmlformats.org/drawingml/2006/main">
            <a:off x="762000" y="6903678"/>
            <a:ext cx="365760" cy="365760"/>
          </a:xfrm>
        </p:spPr>
        <p:txBody>
          <a:bodyPr xmlns:a="http://schemas.openxmlformats.org/drawingml/2006/main"/>
          <a:lstStyle xmlns:a="http://schemas.openxmlformats.org/drawingml/2006/main">
            <a:lvl1pPr>
              <a:buNone/>
              <a:defRPr>
                <a:noFill/>
              </a:defRPr>
            </a:lvl1pPr>
          </a:lstStyle>
          <a:p xmlns:a="http://schemas.openxmlformats.org/drawingml/2006/main">
            <a:fld id="{345D60D9-5372-5F40-9443-0F9AE5BDC3C8}" type="slidenum">
              <a:t>‹#›</a:t>
            </a:fld>
            <a:endParaRPr/>
          </a:p>
        </p:txBody>
      </p:sp>
      <p:sp>
        <p:nvSpPr>
          <p:cNvPr id="5" name="Footer Placeholder 4">
            <a:extLst xmlns:a="http://schemas.openxmlformats.org/drawingml/2006/main">
              <a:ext uri="{FF2B5EF4-FFF2-40B4-BE49-F238E27FC236}">
                <a16:creationId xmlns:a16="http://schemas.microsoft.com/office/drawing/2014/main" id="{E8638588-07BC-4F98-97FA-975AE1443B66}"/>
              </a:ext>
            </a:extLst>
          </p:cNvPr>
          <p:cNvSpPr>
            <a:spLocks xmlns:a="http://schemas.openxmlformats.org/drawingml/2006/main" noGrp="1"/>
          </p:cNvSpPr>
          <p:nvPr>
            <p:ph type="ftr" idx="11"/>
          </p:nvPr>
        </p:nvSpPr>
        <p:spPr>
          <a:xfrm xmlns:a="http://schemas.openxmlformats.org/drawingml/2006/main">
            <a:off x="1127759" y="6903996"/>
            <a:ext cx="5745379" cy="365125"/>
          </a:xfrm>
        </p:spPr>
        <p:txBody>
          <a:bodyPr xmlns:a="http://schemas.openxmlformats.org/drawingml/2006/main"/>
          <a:lstStyle xmlns:a="http://schemas.openxmlformats.org/drawingml/2006/main">
            <a:lvl1pPr>
              <a:buNone/>
              <a:defRPr>
                <a:noFill/>
              </a:defRPr>
            </a:lvl1pPr>
          </a:lstStyle>
          <a:p xmlns:a="http://schemas.openxmlformats.org/drawingml/2006/main">
            <a:r>
              <a:t>Copyright © 2025, Oracle and/or its affiliates |  Confidential: Internal/Restricted/Highly Restricted</a:t>
            </a:r>
            <a:endParaRPr/>
          </a:p>
        </p:txBody>
      </p:sp>
      <p:sp>
        <p:nvSpPr>
          <p:cNvPr id="3" name="Date Placeholder 2">
            <a:extLst xmlns:a="http://schemas.openxmlformats.org/drawingml/2006/main">
              <a:ext uri="{FF2B5EF4-FFF2-40B4-BE49-F238E27FC236}">
                <a16:creationId xmlns:a16="http://schemas.microsoft.com/office/drawing/2014/main" id="{DBAE7266-CBC0-47D9-85A0-91E011093819}"/>
              </a:ext>
            </a:extLst>
          </p:cNvPr>
          <p:cNvSpPr>
            <a:spLocks xmlns:a="http://schemas.openxmlformats.org/drawingml/2006/main" noGrp="1"/>
          </p:cNvSpPr>
          <p:nvPr>
            <p:ph type="dt" idx="10"/>
          </p:nvPr>
        </p:nvSpPr>
        <p:spPr>
          <a:xfrm xmlns:a="http://schemas.openxmlformats.org/drawingml/2006/main">
            <a:off x="6873138" y="6905622"/>
            <a:ext cx="2743200" cy="363500"/>
          </a:xfrm>
        </p:spPr>
        <p:txBody>
          <a:bodyPr xmlns:a="http://schemas.openxmlformats.org/drawingml/2006/main"/>
          <a:lstStyle xmlns:a="http://schemas.openxmlformats.org/drawingml/2006/main">
            <a:lvl1pPr>
              <a:buNone/>
              <a:defRPr>
                <a:noFill/>
              </a:defRPr>
            </a:lvl1pPr>
          </a:lstStyle>
          <a:p xmlns:a="http://schemas.openxmlformats.org/drawingml/2006/main">
            <a:r>
              <a:t>[Date]</a:t>
            </a:r>
            <a:endParaRPr/>
          </a:p>
        </p:txBody>
      </p:sp>
      <p:sp>
        <p:nvSpPr>
          <p:cNvPr id="2" name="Accent mark">
            <a:extLst xmlns:a="http://schemas.openxmlformats.org/drawingml/2006/main">
              <a:ext uri="{FF2B5EF4-FFF2-40B4-BE49-F238E27FC236}">
                <a16:creationId xmlns:a16="http://schemas.microsoft.com/office/drawing/2014/main" id="{9FE68091-5CE6-8692-5C8A-45B15B0580ED}"/>
              </a:ext>
            </a:extLst>
          </p:cNvPr>
          <p:cNvSpPr>
            <a:spLocks xmlns:a="http://schemas.openxmlformats.org/drawingml/2006/main" noGrp="1"/>
          </p:cNvSpPr>
          <p:nvPr/>
        </p:nvSpPr>
        <p:spPr>
          <a:xfrm xmlns:a="http://schemas.openxmlformats.org/drawingml/2006/main">
            <a:off x="776689" y="3867907"/>
            <a:ext cx="365760" cy="36576"/>
          </a:xfrm>
          <a:prstGeom xmlns:a="http://schemas.openxmlformats.org/drawingml/2006/main" prst="rect">
            <a:avLst/>
          </a:prstGeom>
          <a:solidFill xmlns:a="http://schemas.openxmlformats.org/drawingml/2006/main">
            <a:srgbClr val="F0CC71"/>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Tree>
  </p:cSld>
</p:sldLayout>
</file>

<file path=ppt/slideLayouts/slideLayout25.xml><?xml version="1.0" encoding="utf-8"?>
<p:sldLayout xmlns:p="http://schemas.openxmlformats.org/presentationml/2006/main" preserve="1" userDrawn="1">
  <p:cSld name="Divider_9">
    <p:bg>
      <p:bgPr>
        <a:blipFill xmlns:a="http://schemas.openxmlformats.org/drawingml/2006/main" rotWithShape="1">
          <a:blip xmlns:r="http://schemas.openxmlformats.org/officeDocument/2006/relationships" r:embed="R15365612939e478c">
            <a:lum/>
          </a:blip>
          <a:srcRect l="0" t="0" r="0" b="0"/>
          <a:stretch>
            <a:fillRect l="0" t="0" r="0" b="0"/>
          </a:stretch>
        </a:blipFill>
      </p:bgPr>
    </p:bg>
    <p:spTree>
      <p:nvGrpSpPr>
        <p:cNvPr id="1" name=""/>
        <p:cNvGrpSpPr/>
        <p:nvPr/>
      </p:nvGrpSpPr>
      <p:grpSpPr>
        <a:xfrm xmlns:a="http://schemas.openxmlformats.org/drawingml/2006/main"/>
      </p:grpSpPr>
      <p:sp>
        <p:nvSpPr>
          <p:cNvPr id="9" name="Title 5">
            <a:extLst xmlns:a="http://schemas.openxmlformats.org/drawingml/2006/main">
              <a:ext uri="{FF2B5EF4-FFF2-40B4-BE49-F238E27FC236}">
                <a16:creationId xmlns:a16="http://schemas.microsoft.com/office/drawing/2014/main" id="{7856B97A-8557-4DB6-9175-7EBD0C8937DD}"/>
              </a:ext>
            </a:extLst>
          </p:cNvPr>
          <p:cNvSpPr>
            <a:spLocks xmlns:a="http://schemas.openxmlformats.org/drawingml/2006/main" noGrp="1"/>
          </p:cNvSpPr>
          <p:nvPr>
            <p:ph type="title" idx="0" hasCustomPrompt="1"/>
          </p:nvPr>
        </p:nvSpPr>
        <p:spPr>
          <a:xfrm xmlns:a="http://schemas.openxmlformats.org/drawingml/2006/main">
            <a:off x="768871" y="2337132"/>
            <a:ext cx="6400800" cy="1280160"/>
          </a:xfrm>
          <a:prstGeom xmlns:a="http://schemas.openxmlformats.org/drawingml/2006/main" prst="rect">
            <a:avLst/>
          </a:prstGeom>
          <a:noFill xmlns:a="http://schemas.openxmlformats.org/drawingml/2006/main"/>
        </p:spPr>
        <p:txBody>
          <a:bodyPr xmlns:a="http://schemas.openxmlformats.org/drawingml/2006/main" vert="horz" wrap="square" lIns="0" tIns="0" rIns="0" bIns="0" anchor="b">
            <a:noAutofit/>
          </a:bodyPr>
          <a:lstStyle xmlns:a="http://schemas.openxmlformats.org/drawingml/2006/main">
            <a:lvl1pPr>
              <a:lnSpc>
                <a:spcPct val="100000"/>
              </a:lnSpc>
              <a:buNone/>
              <a:defRPr sz="4000" b="1" i="0">
                <a:latin typeface="Oracle Sans Tab"/>
                <a:ea typeface="Oracle Sans Tab"/>
                <a:cs typeface="Oracle Sans Tab"/>
              </a:defRPr>
            </a:lvl1pPr>
          </a:lstStyle>
          <a:p xmlns:a="http://schemas.openxmlformats.org/drawingml/2006/main">
            <a:pPr lvl="0">
              <a:lnSpc>
                <a:spcPct val="100000"/>
              </a:lnSpc>
              <a:buNone/>
            </a:pPr>
            <a:r>
              <a:t>OCI and database section</a:t>
            </a:r>
            <a:br/>
            <a:r>
              <a:t>Oracle Sans Tab Bold</a:t>
            </a:r>
          </a:p>
        </p:txBody>
      </p:sp>
      <p:sp>
        <p:nvSpPr>
          <p:cNvPr id="10" name="Subhead">
            <a:extLst xmlns:a="http://schemas.openxmlformats.org/drawingml/2006/main">
              <a:ext uri="{FF2B5EF4-FFF2-40B4-BE49-F238E27FC236}">
                <a16:creationId xmlns:a16="http://schemas.microsoft.com/office/drawing/2014/main" id="{E9558DCD-9619-43EF-806C-010C13A11164}"/>
              </a:ext>
            </a:extLst>
          </p:cNvPr>
          <p:cNvSpPr>
            <a:spLocks xmlns:a="http://schemas.openxmlformats.org/drawingml/2006/main" noGrp="1"/>
          </p:cNvSpPr>
          <p:nvPr>
            <p:ph type="body" idx="33" hasCustomPrompt="1"/>
          </p:nvPr>
        </p:nvSpPr>
        <p:spPr>
          <a:xfrm xmlns:a="http://schemas.openxmlformats.org/drawingml/2006/main">
            <a:off x="776689" y="4135193"/>
            <a:ext cx="6400800" cy="681251"/>
          </a:xfrm>
          <a:prstGeom xmlns:a="http://schemas.openxmlformats.org/drawingml/2006/main" prst="rect">
            <a:avLst/>
          </a:prstGeom>
          <a:noFill xmlns:a="http://schemas.openxmlformats.org/drawingml/2006/main"/>
        </p:spPr>
        <p:txBody>
          <a:bodyPr xmlns:a="http://schemas.openxmlformats.org/drawingml/2006/main">
            <a:noAutofit/>
          </a:bodyPr>
          <a:lstStyle xmlns:a="http://schemas.openxmlformats.org/drawingml/2006/main">
            <a:lvl1pPr marL="0" marR="0" indent="0" algn="l" defTabSz="914400">
              <a:lnSpc>
                <a:spcPct val="100000"/>
              </a:lnSpc>
              <a:spcBef>
                <a:spcPts val="600"/>
              </a:spcBef>
              <a:spcAft>
                <a:spcPts val="0"/>
              </a:spcAft>
              <a:buClrTx/>
              <a:buSzTx/>
              <a:buFont typeface="Arial"/>
              <a:buNone/>
              <a:defRPr sz="2000" b="0">
                <a:solidFill>
                  <a:schemeClr val="tx1"/>
                </a:solidFill>
              </a:defRPr>
            </a:lvl1pPr>
          </a:lstStyle>
          <a:p xmlns:a="http://schemas.openxmlformats.org/drawingml/2006/main">
            <a:pPr marL="0" marR="0" lvl="0" indent="0" algn="l" defTabSz="914400">
              <a:lnSpc>
                <a:spcPct val="90000"/>
              </a:lnSpc>
              <a:spcBef>
                <a:spcPts val="1000"/>
              </a:spcBef>
              <a:spcAft>
                <a:spcPts val="0"/>
              </a:spcAft>
              <a:buClrTx/>
              <a:buSzTx/>
              <a:buFont typeface="Arial"/>
              <a:buNone/>
            </a:pPr>
            <a:r>
              <a:t>Subhead goes here.</a:t>
            </a:r>
          </a:p>
        </p:txBody>
      </p:sp>
      <p:sp>
        <p:nvSpPr>
          <p:cNvPr id="8" name="Slide Number Placeholder 7">
            <a:extLst xmlns:a="http://schemas.openxmlformats.org/drawingml/2006/main">
              <a:ext uri="{FF2B5EF4-FFF2-40B4-BE49-F238E27FC236}">
                <a16:creationId xmlns:a16="http://schemas.microsoft.com/office/drawing/2014/main" id="{848B57A4-1EA3-47FA-AD37-31BB82676BA8}"/>
              </a:ext>
            </a:extLst>
          </p:cNvPr>
          <p:cNvSpPr>
            <a:spLocks xmlns:a="http://schemas.openxmlformats.org/drawingml/2006/main" noGrp="1"/>
          </p:cNvSpPr>
          <p:nvPr>
            <p:ph type="sldNum" idx="12"/>
          </p:nvPr>
        </p:nvSpPr>
        <p:spPr>
          <a:xfrm xmlns:a="http://schemas.openxmlformats.org/drawingml/2006/main">
            <a:off x="762000" y="6903678"/>
            <a:ext cx="365760" cy="365760"/>
          </a:xfrm>
        </p:spPr>
        <p:txBody>
          <a:bodyPr xmlns:a="http://schemas.openxmlformats.org/drawingml/2006/main"/>
          <a:lstStyle xmlns:a="http://schemas.openxmlformats.org/drawingml/2006/main">
            <a:lvl1pPr>
              <a:buNone/>
              <a:defRPr>
                <a:noFill/>
              </a:defRPr>
            </a:lvl1pPr>
          </a:lstStyle>
          <a:p xmlns:a="http://schemas.openxmlformats.org/drawingml/2006/main">
            <a:fld id="{345D60D9-5372-5F40-9443-0F9AE5BDC3C8}" type="slidenum">
              <a:t>‹#›</a:t>
            </a:fld>
            <a:endParaRPr/>
          </a:p>
        </p:txBody>
      </p:sp>
      <p:sp>
        <p:nvSpPr>
          <p:cNvPr id="5" name="Footer Placeholder 4">
            <a:extLst xmlns:a="http://schemas.openxmlformats.org/drawingml/2006/main">
              <a:ext uri="{FF2B5EF4-FFF2-40B4-BE49-F238E27FC236}">
                <a16:creationId xmlns:a16="http://schemas.microsoft.com/office/drawing/2014/main" id="{E8638588-07BC-4F98-97FA-975AE1443B66}"/>
              </a:ext>
            </a:extLst>
          </p:cNvPr>
          <p:cNvSpPr>
            <a:spLocks xmlns:a="http://schemas.openxmlformats.org/drawingml/2006/main" noGrp="1"/>
          </p:cNvSpPr>
          <p:nvPr>
            <p:ph type="ftr" idx="11"/>
          </p:nvPr>
        </p:nvSpPr>
        <p:spPr>
          <a:xfrm xmlns:a="http://schemas.openxmlformats.org/drawingml/2006/main">
            <a:off x="1127759" y="6903996"/>
            <a:ext cx="5745379" cy="365125"/>
          </a:xfrm>
        </p:spPr>
        <p:txBody>
          <a:bodyPr xmlns:a="http://schemas.openxmlformats.org/drawingml/2006/main"/>
          <a:lstStyle xmlns:a="http://schemas.openxmlformats.org/drawingml/2006/main">
            <a:lvl1pPr>
              <a:buNone/>
              <a:defRPr>
                <a:noFill/>
              </a:defRPr>
            </a:lvl1pPr>
          </a:lstStyle>
          <a:p xmlns:a="http://schemas.openxmlformats.org/drawingml/2006/main">
            <a:r>
              <a:t>Copyright © 2025, Oracle and/or its affiliates |  Confidential: Internal/Restricted/Highly Restricted</a:t>
            </a:r>
            <a:endParaRPr/>
          </a:p>
        </p:txBody>
      </p:sp>
      <p:sp>
        <p:nvSpPr>
          <p:cNvPr id="3" name="Date Placeholder 2">
            <a:extLst xmlns:a="http://schemas.openxmlformats.org/drawingml/2006/main">
              <a:ext uri="{FF2B5EF4-FFF2-40B4-BE49-F238E27FC236}">
                <a16:creationId xmlns:a16="http://schemas.microsoft.com/office/drawing/2014/main" id="{DBAE7266-CBC0-47D9-85A0-91E011093819}"/>
              </a:ext>
            </a:extLst>
          </p:cNvPr>
          <p:cNvSpPr>
            <a:spLocks xmlns:a="http://schemas.openxmlformats.org/drawingml/2006/main" noGrp="1"/>
          </p:cNvSpPr>
          <p:nvPr>
            <p:ph type="dt" idx="10"/>
          </p:nvPr>
        </p:nvSpPr>
        <p:spPr>
          <a:xfrm xmlns:a="http://schemas.openxmlformats.org/drawingml/2006/main">
            <a:off x="6873138" y="6905622"/>
            <a:ext cx="2743200" cy="363500"/>
          </a:xfrm>
        </p:spPr>
        <p:txBody>
          <a:bodyPr xmlns:a="http://schemas.openxmlformats.org/drawingml/2006/main"/>
          <a:lstStyle xmlns:a="http://schemas.openxmlformats.org/drawingml/2006/main">
            <a:lvl1pPr>
              <a:buNone/>
              <a:defRPr>
                <a:noFill/>
              </a:defRPr>
            </a:lvl1pPr>
          </a:lstStyle>
          <a:p xmlns:a="http://schemas.openxmlformats.org/drawingml/2006/main">
            <a:r>
              <a:t>[Date]</a:t>
            </a:r>
            <a:endParaRPr/>
          </a:p>
        </p:txBody>
      </p:sp>
      <p:sp>
        <p:nvSpPr>
          <p:cNvPr id="2" name="Accent mark">
            <a:extLst xmlns:a="http://schemas.openxmlformats.org/drawingml/2006/main">
              <a:ext uri="{FF2B5EF4-FFF2-40B4-BE49-F238E27FC236}">
                <a16:creationId xmlns:a16="http://schemas.microsoft.com/office/drawing/2014/main" id="{4364F74D-D1B7-957A-69E2-40ADCE3043EE}"/>
              </a:ext>
            </a:extLst>
          </p:cNvPr>
          <p:cNvSpPr>
            <a:spLocks xmlns:a="http://schemas.openxmlformats.org/drawingml/2006/main" noGrp="1"/>
          </p:cNvSpPr>
          <p:nvPr/>
        </p:nvSpPr>
        <p:spPr>
          <a:xfrm xmlns:a="http://schemas.openxmlformats.org/drawingml/2006/main">
            <a:off x="776689" y="3867907"/>
            <a:ext cx="365760" cy="36576"/>
          </a:xfrm>
          <a:prstGeom xmlns:a="http://schemas.openxmlformats.org/drawingml/2006/main" prst="rect">
            <a:avLst/>
          </a:prstGeom>
          <a:solidFill xmlns:a="http://schemas.openxmlformats.org/drawingml/2006/main">
            <a:srgbClr val="F0CC71"/>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Tree>
  </p:cSld>
</p:sldLayout>
</file>

<file path=ppt/slideLayouts/slideLayout26.xml><?xml version="1.0" encoding="utf-8"?>
<p:sldLayout xmlns:p="http://schemas.openxmlformats.org/presentationml/2006/main" preserve="1" userDrawn="1">
  <p:cSld name="Divider_10">
    <p:bg>
      <p:bgPr>
        <a:blipFill xmlns:a="http://schemas.openxmlformats.org/drawingml/2006/main" rotWithShape="1">
          <a:blip xmlns:r="http://schemas.openxmlformats.org/officeDocument/2006/relationships" r:embed="R83cf7ec8604148d4">
            <a:lum/>
          </a:blip>
          <a:srcRect l="0" t="0" r="0" b="0"/>
          <a:stretch>
            <a:fillRect l="0" t="0" r="0" b="0"/>
          </a:stretch>
        </a:blipFill>
      </p:bgPr>
    </p:bg>
    <p:spTree>
      <p:nvGrpSpPr>
        <p:cNvPr id="1" name=""/>
        <p:cNvGrpSpPr/>
        <p:nvPr/>
      </p:nvGrpSpPr>
      <p:grpSpPr>
        <a:xfrm xmlns:a="http://schemas.openxmlformats.org/drawingml/2006/main"/>
      </p:grpSpPr>
      <p:sp>
        <p:nvSpPr>
          <p:cNvPr id="9" name="Title 5">
            <a:extLst xmlns:a="http://schemas.openxmlformats.org/drawingml/2006/main">
              <a:ext uri="{FF2B5EF4-FFF2-40B4-BE49-F238E27FC236}">
                <a16:creationId xmlns:a16="http://schemas.microsoft.com/office/drawing/2014/main" id="{7856B97A-8557-4DB6-9175-7EBD0C8937DD}"/>
              </a:ext>
            </a:extLst>
          </p:cNvPr>
          <p:cNvSpPr>
            <a:spLocks xmlns:a="http://schemas.openxmlformats.org/drawingml/2006/main" noGrp="1"/>
          </p:cNvSpPr>
          <p:nvPr>
            <p:ph type="title" idx="0" hasCustomPrompt="1"/>
          </p:nvPr>
        </p:nvSpPr>
        <p:spPr>
          <a:xfrm xmlns:a="http://schemas.openxmlformats.org/drawingml/2006/main">
            <a:off x="768871" y="2337132"/>
            <a:ext cx="6400800" cy="1280160"/>
          </a:xfrm>
          <a:prstGeom xmlns:a="http://schemas.openxmlformats.org/drawingml/2006/main" prst="rect">
            <a:avLst/>
          </a:prstGeom>
          <a:noFill xmlns:a="http://schemas.openxmlformats.org/drawingml/2006/main"/>
        </p:spPr>
        <p:txBody>
          <a:bodyPr xmlns:a="http://schemas.openxmlformats.org/drawingml/2006/main" vert="horz" wrap="square" lIns="0" tIns="0" rIns="0" bIns="0" anchor="b">
            <a:noAutofit/>
          </a:bodyPr>
          <a:lstStyle xmlns:a="http://schemas.openxmlformats.org/drawingml/2006/main">
            <a:lvl1pPr>
              <a:lnSpc>
                <a:spcPct val="100000"/>
              </a:lnSpc>
              <a:buNone/>
              <a:defRPr sz="4000" b="1" i="0">
                <a:latin typeface="Oracle Sans Tab"/>
                <a:ea typeface="Oracle Sans Tab"/>
                <a:cs typeface="Oracle Sans Tab"/>
              </a:defRPr>
            </a:lvl1pPr>
          </a:lstStyle>
          <a:p xmlns:a="http://schemas.openxmlformats.org/drawingml/2006/main">
            <a:pPr lvl="0">
              <a:lnSpc>
                <a:spcPct val="100000"/>
              </a:lnSpc>
              <a:buNone/>
            </a:pPr>
            <a:r>
              <a:t>Dev Section</a:t>
            </a:r>
            <a:br/>
            <a:r>
              <a:t>Oracle Sans Tab Bold</a:t>
            </a:r>
          </a:p>
        </p:txBody>
      </p:sp>
      <p:sp>
        <p:nvSpPr>
          <p:cNvPr id="10" name="Subhead">
            <a:extLst xmlns:a="http://schemas.openxmlformats.org/drawingml/2006/main">
              <a:ext uri="{FF2B5EF4-FFF2-40B4-BE49-F238E27FC236}">
                <a16:creationId xmlns:a16="http://schemas.microsoft.com/office/drawing/2014/main" id="{E9558DCD-9619-43EF-806C-010C13A11164}"/>
              </a:ext>
            </a:extLst>
          </p:cNvPr>
          <p:cNvSpPr>
            <a:spLocks xmlns:a="http://schemas.openxmlformats.org/drawingml/2006/main" noGrp="1"/>
          </p:cNvSpPr>
          <p:nvPr>
            <p:ph type="body" idx="33" hasCustomPrompt="1"/>
          </p:nvPr>
        </p:nvSpPr>
        <p:spPr>
          <a:xfrm xmlns:a="http://schemas.openxmlformats.org/drawingml/2006/main">
            <a:off x="776689" y="4135193"/>
            <a:ext cx="6400800" cy="681251"/>
          </a:xfrm>
          <a:prstGeom xmlns:a="http://schemas.openxmlformats.org/drawingml/2006/main" prst="rect">
            <a:avLst/>
          </a:prstGeom>
          <a:noFill xmlns:a="http://schemas.openxmlformats.org/drawingml/2006/main"/>
        </p:spPr>
        <p:txBody>
          <a:bodyPr xmlns:a="http://schemas.openxmlformats.org/drawingml/2006/main">
            <a:noAutofit/>
          </a:bodyPr>
          <a:lstStyle xmlns:a="http://schemas.openxmlformats.org/drawingml/2006/main">
            <a:lvl1pPr marL="0" marR="0" indent="0" algn="l" defTabSz="914400">
              <a:lnSpc>
                <a:spcPct val="100000"/>
              </a:lnSpc>
              <a:spcBef>
                <a:spcPts val="600"/>
              </a:spcBef>
              <a:spcAft>
                <a:spcPts val="0"/>
              </a:spcAft>
              <a:buClrTx/>
              <a:buSzTx/>
              <a:buFont typeface="Arial"/>
              <a:buNone/>
              <a:defRPr sz="2000" b="0">
                <a:solidFill>
                  <a:schemeClr val="tx1"/>
                </a:solidFill>
              </a:defRPr>
            </a:lvl1pPr>
          </a:lstStyle>
          <a:p xmlns:a="http://schemas.openxmlformats.org/drawingml/2006/main">
            <a:pPr marL="0" marR="0" lvl="0" indent="0" algn="l" defTabSz="914400">
              <a:lnSpc>
                <a:spcPct val="90000"/>
              </a:lnSpc>
              <a:spcBef>
                <a:spcPts val="1000"/>
              </a:spcBef>
              <a:spcAft>
                <a:spcPts val="0"/>
              </a:spcAft>
              <a:buClrTx/>
              <a:buSzTx/>
              <a:buFont typeface="Arial"/>
              <a:buNone/>
            </a:pPr>
            <a:r>
              <a:t>Subhead goes here.</a:t>
            </a:r>
          </a:p>
        </p:txBody>
      </p:sp>
      <p:sp>
        <p:nvSpPr>
          <p:cNvPr id="8" name="Slide Number Placeholder 7">
            <a:extLst xmlns:a="http://schemas.openxmlformats.org/drawingml/2006/main">
              <a:ext uri="{FF2B5EF4-FFF2-40B4-BE49-F238E27FC236}">
                <a16:creationId xmlns:a16="http://schemas.microsoft.com/office/drawing/2014/main" id="{848B57A4-1EA3-47FA-AD37-31BB82676BA8}"/>
              </a:ext>
            </a:extLst>
          </p:cNvPr>
          <p:cNvSpPr>
            <a:spLocks xmlns:a="http://schemas.openxmlformats.org/drawingml/2006/main" noGrp="1"/>
          </p:cNvSpPr>
          <p:nvPr>
            <p:ph type="sldNum" idx="12"/>
          </p:nvPr>
        </p:nvSpPr>
        <p:spPr>
          <a:xfrm xmlns:a="http://schemas.openxmlformats.org/drawingml/2006/main">
            <a:off x="762000" y="6903678"/>
            <a:ext cx="365760" cy="365760"/>
          </a:xfrm>
        </p:spPr>
        <p:txBody>
          <a:bodyPr xmlns:a="http://schemas.openxmlformats.org/drawingml/2006/main"/>
          <a:lstStyle xmlns:a="http://schemas.openxmlformats.org/drawingml/2006/main">
            <a:lvl1pPr>
              <a:buNone/>
              <a:defRPr>
                <a:noFill/>
              </a:defRPr>
            </a:lvl1pPr>
          </a:lstStyle>
          <a:p xmlns:a="http://schemas.openxmlformats.org/drawingml/2006/main">
            <a:fld id="{345D60D9-5372-5F40-9443-0F9AE5BDC3C8}" type="slidenum">
              <a:t>‹#›</a:t>
            </a:fld>
            <a:endParaRPr/>
          </a:p>
        </p:txBody>
      </p:sp>
      <p:sp>
        <p:nvSpPr>
          <p:cNvPr id="5" name="Footer Placeholder 4">
            <a:extLst xmlns:a="http://schemas.openxmlformats.org/drawingml/2006/main">
              <a:ext uri="{FF2B5EF4-FFF2-40B4-BE49-F238E27FC236}">
                <a16:creationId xmlns:a16="http://schemas.microsoft.com/office/drawing/2014/main" id="{E8638588-07BC-4F98-97FA-975AE1443B66}"/>
              </a:ext>
            </a:extLst>
          </p:cNvPr>
          <p:cNvSpPr>
            <a:spLocks xmlns:a="http://schemas.openxmlformats.org/drawingml/2006/main" noGrp="1"/>
          </p:cNvSpPr>
          <p:nvPr>
            <p:ph type="ftr" idx="11"/>
          </p:nvPr>
        </p:nvSpPr>
        <p:spPr>
          <a:xfrm xmlns:a="http://schemas.openxmlformats.org/drawingml/2006/main">
            <a:off x="1127759" y="6903996"/>
            <a:ext cx="5745379" cy="365125"/>
          </a:xfrm>
        </p:spPr>
        <p:txBody>
          <a:bodyPr xmlns:a="http://schemas.openxmlformats.org/drawingml/2006/main"/>
          <a:lstStyle xmlns:a="http://schemas.openxmlformats.org/drawingml/2006/main">
            <a:lvl1pPr>
              <a:buNone/>
              <a:defRPr>
                <a:noFill/>
              </a:defRPr>
            </a:lvl1pPr>
          </a:lstStyle>
          <a:p xmlns:a="http://schemas.openxmlformats.org/drawingml/2006/main">
            <a:r>
              <a:t>Copyright © 2025, Oracle and/or its affiliates |  Confidential: Internal/Restricted/Highly Restricted</a:t>
            </a:r>
            <a:endParaRPr/>
          </a:p>
        </p:txBody>
      </p:sp>
      <p:sp>
        <p:nvSpPr>
          <p:cNvPr id="3" name="Date Placeholder 2">
            <a:extLst xmlns:a="http://schemas.openxmlformats.org/drawingml/2006/main">
              <a:ext uri="{FF2B5EF4-FFF2-40B4-BE49-F238E27FC236}">
                <a16:creationId xmlns:a16="http://schemas.microsoft.com/office/drawing/2014/main" id="{DBAE7266-CBC0-47D9-85A0-91E011093819}"/>
              </a:ext>
            </a:extLst>
          </p:cNvPr>
          <p:cNvSpPr>
            <a:spLocks xmlns:a="http://schemas.openxmlformats.org/drawingml/2006/main" noGrp="1"/>
          </p:cNvSpPr>
          <p:nvPr>
            <p:ph type="dt" idx="10"/>
          </p:nvPr>
        </p:nvSpPr>
        <p:spPr>
          <a:xfrm xmlns:a="http://schemas.openxmlformats.org/drawingml/2006/main">
            <a:off x="6873138" y="6905622"/>
            <a:ext cx="2743200" cy="363500"/>
          </a:xfrm>
        </p:spPr>
        <p:txBody>
          <a:bodyPr xmlns:a="http://schemas.openxmlformats.org/drawingml/2006/main"/>
          <a:lstStyle xmlns:a="http://schemas.openxmlformats.org/drawingml/2006/main">
            <a:lvl1pPr>
              <a:buNone/>
              <a:defRPr>
                <a:noFill/>
              </a:defRPr>
            </a:lvl1pPr>
          </a:lstStyle>
          <a:p xmlns:a="http://schemas.openxmlformats.org/drawingml/2006/main">
            <a:r>
              <a:t>[Date]</a:t>
            </a:r>
            <a:endParaRPr/>
          </a:p>
        </p:txBody>
      </p:sp>
      <p:sp>
        <p:nvSpPr>
          <p:cNvPr id="2" name="Accent mark">
            <a:extLst xmlns:a="http://schemas.openxmlformats.org/drawingml/2006/main">
              <a:ext uri="{FF2B5EF4-FFF2-40B4-BE49-F238E27FC236}">
                <a16:creationId xmlns:a16="http://schemas.microsoft.com/office/drawing/2014/main" id="{C6A04EFB-5851-0CBD-D5AD-B20EA6137C7E}"/>
              </a:ext>
            </a:extLst>
          </p:cNvPr>
          <p:cNvSpPr>
            <a:spLocks xmlns:a="http://schemas.openxmlformats.org/drawingml/2006/main" noGrp="1"/>
          </p:cNvSpPr>
          <p:nvPr/>
        </p:nvSpPr>
        <p:spPr>
          <a:xfrm xmlns:a="http://schemas.openxmlformats.org/drawingml/2006/main">
            <a:off x="776689" y="3867907"/>
            <a:ext cx="365760" cy="36576"/>
          </a:xfrm>
          <a:prstGeom xmlns:a="http://schemas.openxmlformats.org/drawingml/2006/main" prst="rect">
            <a:avLst/>
          </a:prstGeom>
          <a:solidFill xmlns:a="http://schemas.openxmlformats.org/drawingml/2006/main">
            <a:srgbClr val="F0CC71"/>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Tree>
  </p:cSld>
</p:sldLayout>
</file>

<file path=ppt/slideLayouts/slideLayout27.xml><?xml version="1.0" encoding="utf-8"?>
<p:sldLayout xmlns:p="http://schemas.openxmlformats.org/presentationml/2006/main" preserve="1" userDrawn="1">
  <p:cSld name="Dark - Impact Statement">
    <p:bg>
      <p:bgRef idx="1001">
        <a:schemeClr xmlns:a="http://schemas.openxmlformats.org/drawingml/2006/main" val="bg2"/>
      </p:bgRef>
    </p:bg>
    <p:spTree>
      <p:nvGrpSpPr>
        <p:cNvPr id="1" name=""/>
        <p:cNvGrpSpPr/>
        <p:nvPr/>
      </p:nvGrpSpPr>
      <p:grpSpPr>
        <a:xfrm xmlns:a="http://schemas.openxmlformats.org/drawingml/2006/main"/>
      </p:grpSpPr>
      <p:pic>
        <p:nvPicPr>
          <p:cNvPr id="3" name="Picture 2">
            <a:extLst xmlns:a="http://schemas.openxmlformats.org/drawingml/2006/main">
              <a:ext uri="{FF2B5EF4-FFF2-40B4-BE49-F238E27FC236}">
                <a16:creationId xmlns:a16="http://schemas.microsoft.com/office/drawing/2014/main" id="{9EC57117-0EA9-4C55-BE64-15C342B0CDCC}"/>
              </a:ext>
            </a:extLst>
          </p:cNvPr>
          <p:cNvPicPr>
            <a:picLocks xmlns:a="http://schemas.openxmlformats.org/drawingml/2006/main" noChangeAspect="1"/>
          </p:cNvPicPr>
          <p:nvPr/>
        </p:nvPicPr>
        <p:blipFill>
          <a:blip xmlns:r="http://schemas.openxmlformats.org/officeDocument/2006/relationships" xmlns:a="http://schemas.openxmlformats.org/drawingml/2006/main" r:embed="Re0a389d9f66a45d2"/>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13" name="Title 12">
            <a:extLst xmlns:a="http://schemas.openxmlformats.org/drawingml/2006/main">
              <a:ext uri="{FF2B5EF4-FFF2-40B4-BE49-F238E27FC236}">
                <a16:creationId xmlns:a16="http://schemas.microsoft.com/office/drawing/2014/main" id="{B4B5BB6C-77A2-4299-98DB-F23A8BBC354D}"/>
              </a:ext>
            </a:extLst>
          </p:cNvPr>
          <p:cNvSpPr>
            <a:spLocks xmlns:a="http://schemas.openxmlformats.org/drawingml/2006/main" noGrp="1"/>
          </p:cNvSpPr>
          <p:nvPr>
            <p:ph type="title" idx="0" hasCustomPrompt="1"/>
          </p:nvPr>
        </p:nvSpPr>
        <p:spPr>
          <a:xfrm xmlns:a="http://schemas.openxmlformats.org/drawingml/2006/main">
            <a:off x="768875" y="3017520"/>
            <a:ext cx="10671048" cy="822960"/>
          </a:xfrm>
        </p:spPr>
        <p:txBody>
          <a:bodyPr xmlns:a="http://schemas.openxmlformats.org/drawingml/2006/main" anchor="ctr"/>
          <a:lstStyle xmlns:a="http://schemas.openxmlformats.org/drawingml/2006/main">
            <a:lvl1pPr>
              <a:lnSpc>
                <a:spcPct val="100000"/>
              </a:lnSpc>
              <a:buNone/>
              <a:defRPr sz="3600" b="1" i="0">
                <a:latin typeface="Oracle Sans Tab"/>
                <a:ea typeface="Oracle Sans Tab"/>
                <a:cs typeface="Oracle Sans Tab"/>
              </a:defRPr>
            </a:lvl1pPr>
          </a:lstStyle>
          <a:p xmlns:a="http://schemas.openxmlformats.org/drawingml/2006/main">
            <a:r>
              <a:t>Title</a:t>
            </a:r>
          </a:p>
        </p:txBody>
      </p:sp>
      <p:sp>
        <p:nvSpPr>
          <p:cNvPr id="2" name="Slide Number Placeholder 5">
            <a:extLst xmlns:a="http://schemas.openxmlformats.org/drawingml/2006/main">
              <a:ext uri="{FF2B5EF4-FFF2-40B4-BE49-F238E27FC236}">
                <a16:creationId xmlns:a16="http://schemas.microsoft.com/office/drawing/2014/main" id="{9F0B1098-7D41-10CB-C5CD-2254F1A42B95}"/>
              </a:ext>
            </a:extLst>
          </p:cNvPr>
          <p:cNvSpPr>
            <a:spLocks xmlns:a="http://schemas.openxmlformats.org/drawingml/2006/main" noGrp="1"/>
          </p:cNvSpPr>
          <p:nvPr>
            <p:ph type="sldNum" idx="40"/>
          </p:nvPr>
        </p:nvSpPr>
        <p:spPr>
          <a:xfrm xmlns:a="http://schemas.openxmlformats.org/drawingml/2006/main">
            <a:off x="762000" y="6423660"/>
            <a:ext cx="365760" cy="365760"/>
          </a:xfrm>
        </p:spPr>
        <p:txBody>
          <a:bodyPr xmlns:a="http://schemas.openxmlformats.org/drawingml/2006/main"/>
          <a:lstStyle xmlns:a="http://schemas.openxmlformats.org/drawingml/2006/main">
            <a:lvl1pPr>
              <a:buNone/>
              <a:defRPr>
                <a:solidFill>
                  <a:srgbClr val="AEA8A2"/>
                </a:solidFill>
              </a:defRPr>
            </a:lvl1pPr>
          </a:lstStyle>
          <a:p xmlns:a="http://schemas.openxmlformats.org/drawingml/2006/main">
            <a:fld id="{345D60D9-5372-5F40-9443-0F9AE5BDC3C8}" type="slidenum">
              <a:t>‹#›</a:t>
            </a:fld>
            <a:endParaRPr/>
          </a:p>
        </p:txBody>
      </p:sp>
      <p:sp>
        <p:nvSpPr>
          <p:cNvPr id="4" name="Footer Placeholder 4">
            <a:extLst xmlns:a="http://schemas.openxmlformats.org/drawingml/2006/main">
              <a:ext uri="{FF2B5EF4-FFF2-40B4-BE49-F238E27FC236}">
                <a16:creationId xmlns:a16="http://schemas.microsoft.com/office/drawing/2014/main" id="{058C9C89-6343-52FD-C281-6396A1ADC580}"/>
              </a:ext>
            </a:extLst>
          </p:cNvPr>
          <p:cNvSpPr>
            <a:spLocks xmlns:a="http://schemas.openxmlformats.org/drawingml/2006/main" noGrp="1"/>
          </p:cNvSpPr>
          <p:nvPr>
            <p:ph type="ftr" idx="39"/>
          </p:nvPr>
        </p:nvSpPr>
        <p:spPr>
          <a:xfrm xmlns:a="http://schemas.openxmlformats.org/drawingml/2006/main">
            <a:off x="1127759" y="6423978"/>
            <a:ext cx="5745379" cy="365125"/>
          </a:xfrm>
        </p:spPr>
        <p:txBody>
          <a:bodyPr xmlns:a="http://schemas.openxmlformats.org/drawingml/2006/main"/>
          <a:lstStyle xmlns:a="http://schemas.openxmlformats.org/drawingml/2006/main">
            <a:lvl1pPr>
              <a:buNone/>
              <a:defRPr>
                <a:solidFill>
                  <a:srgbClr val="AEA8A2"/>
                </a:solidFill>
              </a:defRPr>
            </a:lvl1pPr>
          </a:lstStyle>
          <a:p xmlns:a="http://schemas.openxmlformats.org/drawingml/2006/main">
            <a:r>
              <a:t>Copyright © 2025, Oracle and/or its affiliates |  Confidential: Internal/Restricted/Highly Restricted</a:t>
            </a:r>
            <a:endParaRPr/>
          </a:p>
        </p:txBody>
      </p:sp>
      <p:sp>
        <p:nvSpPr>
          <p:cNvPr id="6" name="Date Placeholder 3">
            <a:extLst xmlns:a="http://schemas.openxmlformats.org/drawingml/2006/main">
              <a:ext uri="{FF2B5EF4-FFF2-40B4-BE49-F238E27FC236}">
                <a16:creationId xmlns:a16="http://schemas.microsoft.com/office/drawing/2014/main" id="{F9876E5E-4D7F-5B32-636A-7AAD60A2DF72}"/>
              </a:ext>
            </a:extLst>
          </p:cNvPr>
          <p:cNvSpPr>
            <a:spLocks xmlns:a="http://schemas.openxmlformats.org/drawingml/2006/main" noGrp="1"/>
          </p:cNvSpPr>
          <p:nvPr>
            <p:ph type="dt" idx="38"/>
          </p:nvPr>
        </p:nvSpPr>
        <p:spPr>
          <a:xfrm xmlns:a="http://schemas.openxmlformats.org/drawingml/2006/main">
            <a:off x="6873138" y="6425604"/>
            <a:ext cx="2743200" cy="363500"/>
          </a:xfrm>
        </p:spPr>
        <p:txBody>
          <a:bodyPr xmlns:a="http://schemas.openxmlformats.org/drawingml/2006/main"/>
          <a:lstStyle xmlns:a="http://schemas.openxmlformats.org/drawingml/2006/main">
            <a:lvl1pPr>
              <a:buNone/>
              <a:defRPr>
                <a:solidFill>
                  <a:srgbClr val="AEA8A2"/>
                </a:solidFill>
              </a:defRPr>
            </a:lvl1pPr>
          </a:lstStyle>
          <a:p xmlns:a="http://schemas.openxmlformats.org/drawingml/2006/main">
            <a:r>
              <a:t>[Date]</a:t>
            </a:r>
            <a:endParaRPr/>
          </a:p>
        </p:txBody>
      </p:sp>
      <p:pic>
        <p:nvPicPr>
          <p:cNvPr id="7" name="OTag">
            <a:extLst xmlns:a="http://schemas.openxmlformats.org/drawingml/2006/main">
              <a:ext uri="{FF2B5EF4-FFF2-40B4-BE49-F238E27FC236}">
                <a16:creationId xmlns:a16="http://schemas.microsoft.com/office/drawing/2014/main" id="{701038A6-A0D1-4766-98B1-1BD46E5371EE}"/>
              </a:ext>
            </a:extLst>
          </p:cNvPr>
          <p:cNvPicPr>
            <a:picLocks xmlns:a="http://schemas.openxmlformats.org/drawingml/2006/main" noChangeAspect="1"/>
          </p:cNvPicPr>
          <p:nvPr/>
        </p:nvPicPr>
        <p:blipFill>
          <a:blip xmlns:r="http://schemas.openxmlformats.org/officeDocument/2006/relationships" xmlns:a="http://schemas.openxmlformats.org/drawingml/2006/main" r:embed="R75a3250964da49e1"/>
          <a:stretch xmlns:a="http://schemas.openxmlformats.org/drawingml/2006/main">
            <a:fillRect l="0" t="0" r="0" b="0"/>
          </a:stretch>
        </p:blipFill>
        <p:spPr>
          <a:xfrm xmlns:a="http://schemas.openxmlformats.org/drawingml/2006/main">
            <a:off x="11405616" y="6464808"/>
            <a:ext cx="393192" cy="393192"/>
          </a:xfrm>
          <a:prstGeom xmlns:a="http://schemas.openxmlformats.org/drawingml/2006/main" prst="rect">
            <a:avLst/>
          </a:prstGeom>
        </p:spPr>
      </p:pic>
    </p:spTree>
  </p:cSld>
</p:sldLayout>
</file>

<file path=ppt/slideLayouts/slideLayout28.xml><?xml version="1.0" encoding="utf-8"?>
<p:sldLayout xmlns:p="http://schemas.openxmlformats.org/presentationml/2006/main" preserve="1" userDrawn="1">
  <p:cSld name="Light - Impact Statement">
    <p:bg>
      <p:bgRef idx="1001">
        <a:schemeClr xmlns:a="http://schemas.openxmlformats.org/drawingml/2006/main" val="bg2"/>
      </p:bgRef>
    </p:bg>
    <p:spTree>
      <p:nvGrpSpPr>
        <p:cNvPr id="1" name=""/>
        <p:cNvGrpSpPr/>
        <p:nvPr/>
      </p:nvGrpSpPr>
      <p:grpSpPr>
        <a:xfrm xmlns:a="http://schemas.openxmlformats.org/drawingml/2006/main"/>
      </p:grpSpPr>
      <p:pic>
        <p:nvPicPr>
          <p:cNvPr id="5" name="Picture 4">
            <a:extLst xmlns:a="http://schemas.openxmlformats.org/drawingml/2006/main">
              <a:ext uri="{FF2B5EF4-FFF2-40B4-BE49-F238E27FC236}">
                <a16:creationId xmlns:a16="http://schemas.microsoft.com/office/drawing/2014/main" id="{50839F92-E31F-4278-AE3F-049C31E5FA18}"/>
              </a:ext>
            </a:extLst>
          </p:cNvPr>
          <p:cNvPicPr>
            <a:picLocks xmlns:a="http://schemas.openxmlformats.org/drawingml/2006/main" noChangeAspect="1"/>
          </p:cNvPicPr>
          <p:nvPr/>
        </p:nvPicPr>
        <p:blipFill>
          <a:blip xmlns:r="http://schemas.openxmlformats.org/officeDocument/2006/relationships" xmlns:a="http://schemas.openxmlformats.org/drawingml/2006/main" r:embed="Ra6527c7f79c74041"/>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13" name="Title 12">
            <a:extLst xmlns:a="http://schemas.openxmlformats.org/drawingml/2006/main">
              <a:ext uri="{FF2B5EF4-FFF2-40B4-BE49-F238E27FC236}">
                <a16:creationId xmlns:a16="http://schemas.microsoft.com/office/drawing/2014/main" id="{B4B5BB6C-77A2-4299-98DB-F23A8BBC354D}"/>
              </a:ext>
            </a:extLst>
          </p:cNvPr>
          <p:cNvSpPr>
            <a:spLocks xmlns:a="http://schemas.openxmlformats.org/drawingml/2006/main" noGrp="1"/>
          </p:cNvSpPr>
          <p:nvPr>
            <p:ph type="title" idx="0" hasCustomPrompt="1"/>
          </p:nvPr>
        </p:nvSpPr>
        <p:spPr>
          <a:xfrm xmlns:a="http://schemas.openxmlformats.org/drawingml/2006/main">
            <a:off x="768875" y="3017520"/>
            <a:ext cx="10671048" cy="822960"/>
          </a:xfrm>
        </p:spPr>
        <p:txBody>
          <a:bodyPr xmlns:a="http://schemas.openxmlformats.org/drawingml/2006/main" anchor="ctr"/>
          <a:lstStyle xmlns:a="http://schemas.openxmlformats.org/drawingml/2006/main">
            <a:lvl1pPr>
              <a:lnSpc>
                <a:spcPct val="100000"/>
              </a:lnSpc>
              <a:buNone/>
              <a:defRPr sz="3600" b="1" i="0">
                <a:latin typeface="Oracle Sans Tab"/>
                <a:ea typeface="Oracle Sans Tab"/>
                <a:cs typeface="Oracle Sans Tab"/>
              </a:defRPr>
            </a:lvl1pPr>
          </a:lstStyle>
          <a:p xmlns:a="http://schemas.openxmlformats.org/drawingml/2006/main">
            <a:r>
              <a:t>Title</a:t>
            </a:r>
          </a:p>
        </p:txBody>
      </p:sp>
      <p:sp>
        <p:nvSpPr>
          <p:cNvPr id="2" name="Slide Number Placeholder 5">
            <a:extLst xmlns:a="http://schemas.openxmlformats.org/drawingml/2006/main">
              <a:ext uri="{FF2B5EF4-FFF2-40B4-BE49-F238E27FC236}">
                <a16:creationId xmlns:a16="http://schemas.microsoft.com/office/drawing/2014/main" id="{9F0B1098-7D41-10CB-C5CD-2254F1A42B95}"/>
              </a:ext>
            </a:extLst>
          </p:cNvPr>
          <p:cNvSpPr>
            <a:spLocks xmlns:a="http://schemas.openxmlformats.org/drawingml/2006/main" noGrp="1"/>
          </p:cNvSpPr>
          <p:nvPr>
            <p:ph type="sldNum" idx="40"/>
          </p:nvPr>
        </p:nvSpPr>
        <p:spPr>
          <a:xfrm xmlns:a="http://schemas.openxmlformats.org/drawingml/2006/main">
            <a:off x="762000" y="6423660"/>
            <a:ext cx="365760" cy="365760"/>
          </a:xfrm>
        </p:spPr>
        <p:txBody>
          <a:bodyPr xmlns:a="http://schemas.openxmlformats.org/drawingml/2006/main"/>
          <a:lstStyle xmlns:a="http://schemas.openxmlformats.org/drawingml/2006/main">
            <a:lvl1pPr>
              <a:buNone/>
              <a:defRPr>
                <a:solidFill>
                  <a:srgbClr val="514C47"/>
                </a:solidFill>
              </a:defRPr>
            </a:lvl1pPr>
          </a:lstStyle>
          <a:p xmlns:a="http://schemas.openxmlformats.org/drawingml/2006/main">
            <a:fld id="{345D60D9-5372-5F40-9443-0F9AE5BDC3C8}" type="slidenum">
              <a:t>‹#›</a:t>
            </a:fld>
            <a:endParaRPr/>
          </a:p>
        </p:txBody>
      </p:sp>
      <p:sp>
        <p:nvSpPr>
          <p:cNvPr id="4" name="Footer Placeholder 4">
            <a:extLst xmlns:a="http://schemas.openxmlformats.org/drawingml/2006/main">
              <a:ext uri="{FF2B5EF4-FFF2-40B4-BE49-F238E27FC236}">
                <a16:creationId xmlns:a16="http://schemas.microsoft.com/office/drawing/2014/main" id="{058C9C89-6343-52FD-C281-6396A1ADC580}"/>
              </a:ext>
            </a:extLst>
          </p:cNvPr>
          <p:cNvSpPr>
            <a:spLocks xmlns:a="http://schemas.openxmlformats.org/drawingml/2006/main" noGrp="1"/>
          </p:cNvSpPr>
          <p:nvPr>
            <p:ph type="ftr" idx="39"/>
          </p:nvPr>
        </p:nvSpPr>
        <p:spPr>
          <a:xfrm xmlns:a="http://schemas.openxmlformats.org/drawingml/2006/main">
            <a:off x="1127759" y="6423978"/>
            <a:ext cx="5745379" cy="365125"/>
          </a:xfrm>
        </p:spPr>
        <p:txBody>
          <a:bodyPr xmlns:a="http://schemas.openxmlformats.org/drawingml/2006/main"/>
          <a:lstStyle xmlns:a="http://schemas.openxmlformats.org/drawingml/2006/main">
            <a:lvl1pPr>
              <a:buNone/>
              <a:defRPr>
                <a:solidFill>
                  <a:srgbClr val="514C47"/>
                </a:solidFill>
              </a:defRPr>
            </a:lvl1pPr>
          </a:lstStyle>
          <a:p xmlns:a="http://schemas.openxmlformats.org/drawingml/2006/main">
            <a:r>
              <a:t>Copyright © 2025, Oracle and/or its affiliates |  Confidential: Internal/Restricted/Highly Restricted</a:t>
            </a:r>
            <a:endParaRPr/>
          </a:p>
        </p:txBody>
      </p:sp>
      <p:sp>
        <p:nvSpPr>
          <p:cNvPr id="6" name="Date Placeholder 3">
            <a:extLst xmlns:a="http://schemas.openxmlformats.org/drawingml/2006/main">
              <a:ext uri="{FF2B5EF4-FFF2-40B4-BE49-F238E27FC236}">
                <a16:creationId xmlns:a16="http://schemas.microsoft.com/office/drawing/2014/main" id="{F9876E5E-4D7F-5B32-636A-7AAD60A2DF72}"/>
              </a:ext>
            </a:extLst>
          </p:cNvPr>
          <p:cNvSpPr>
            <a:spLocks xmlns:a="http://schemas.openxmlformats.org/drawingml/2006/main" noGrp="1"/>
          </p:cNvSpPr>
          <p:nvPr>
            <p:ph type="dt" idx="38"/>
          </p:nvPr>
        </p:nvSpPr>
        <p:spPr>
          <a:xfrm xmlns:a="http://schemas.openxmlformats.org/drawingml/2006/main">
            <a:off x="6873138" y="6425604"/>
            <a:ext cx="2743200" cy="363500"/>
          </a:xfrm>
        </p:spPr>
        <p:txBody>
          <a:bodyPr xmlns:a="http://schemas.openxmlformats.org/drawingml/2006/main"/>
          <a:lstStyle xmlns:a="http://schemas.openxmlformats.org/drawingml/2006/main">
            <a:lvl1pPr>
              <a:buNone/>
              <a:defRPr>
                <a:solidFill>
                  <a:srgbClr val="514C47"/>
                </a:solidFill>
              </a:defRPr>
            </a:lvl1pPr>
          </a:lstStyle>
          <a:p xmlns:a="http://schemas.openxmlformats.org/drawingml/2006/main">
            <a:r>
              <a:t>[Date]</a:t>
            </a:r>
            <a:endParaRPr/>
          </a:p>
        </p:txBody>
      </p:sp>
      <p:pic>
        <p:nvPicPr>
          <p:cNvPr id="7" name="OTag">
            <a:extLst xmlns:a="http://schemas.openxmlformats.org/drawingml/2006/main">
              <a:ext uri="{FF2B5EF4-FFF2-40B4-BE49-F238E27FC236}">
                <a16:creationId xmlns:a16="http://schemas.microsoft.com/office/drawing/2014/main" id="{E13A8DD1-EEF1-445A-A6D4-A549F9480EE3}"/>
              </a:ext>
            </a:extLst>
          </p:cNvPr>
          <p:cNvPicPr>
            <a:picLocks xmlns:a="http://schemas.openxmlformats.org/drawingml/2006/main" noChangeAspect="1"/>
          </p:cNvPicPr>
          <p:nvPr/>
        </p:nvPicPr>
        <p:blipFill>
          <a:blip xmlns:r="http://schemas.openxmlformats.org/officeDocument/2006/relationships" xmlns:a="http://schemas.openxmlformats.org/drawingml/2006/main" r:embed="R1d4f0ad9992c419b"/>
          <a:stretch xmlns:a="http://schemas.openxmlformats.org/drawingml/2006/main">
            <a:fillRect l="0" t="0" r="0" b="0"/>
          </a:stretch>
        </p:blipFill>
        <p:spPr>
          <a:xfrm xmlns:a="http://schemas.openxmlformats.org/drawingml/2006/main">
            <a:off x="11405616" y="6464808"/>
            <a:ext cx="393192" cy="393192"/>
          </a:xfrm>
          <a:prstGeom xmlns:a="http://schemas.openxmlformats.org/drawingml/2006/main" prst="rect">
            <a:avLst/>
          </a:prstGeom>
        </p:spPr>
      </p:pic>
    </p:spTree>
  </p:cSld>
</p:sldLayout>
</file>

<file path=ppt/slideLayouts/slideLayout29.xml><?xml version="1.0" encoding="utf-8"?>
<p:sldLayout xmlns:p="http://schemas.openxmlformats.org/presentationml/2006/main" preserve="1" userDrawn="1">
  <p:cSld name="Dark - Quote with Data Texture Background">
    <p:bg>
      <p:bgPr>
        <a:solidFill xmlns:a="http://schemas.openxmlformats.org/drawingml/2006/main">
          <a:schemeClr val="bg2"/>
        </a:solidFill>
      </p:bgPr>
    </p:bg>
    <p:spTree>
      <p:nvGrpSpPr>
        <p:cNvPr id="1" name=""/>
        <p:cNvGrpSpPr/>
        <p:nvPr/>
      </p:nvGrpSpPr>
      <p:grpSpPr>
        <a:xfrm xmlns:a="http://schemas.openxmlformats.org/drawingml/2006/main"/>
      </p:grpSpPr>
      <p:sp>
        <p:nvSpPr>
          <p:cNvPr id="14" name="Title">
            <a:extLst xmlns:a="http://schemas.openxmlformats.org/drawingml/2006/main">
              <a:ext uri="{FF2B5EF4-FFF2-40B4-BE49-F238E27FC236}">
                <a16:creationId xmlns:a16="http://schemas.microsoft.com/office/drawing/2014/main" id="{2B525FB2-1105-4B12-B35F-60F4BFB07A2F}"/>
              </a:ext>
            </a:extLst>
          </p:cNvPr>
          <p:cNvSpPr>
            <a:spLocks xmlns:a="http://schemas.openxmlformats.org/drawingml/2006/main" noGrp="1"/>
          </p:cNvSpPr>
          <p:nvPr>
            <p:ph type="title" idx="0" hasCustomPrompt="1"/>
          </p:nvPr>
        </p:nvSpPr>
        <p:spPr>
          <a:xfrm xmlns:a="http://schemas.openxmlformats.org/drawingml/2006/main">
            <a:off x="585926" y="1828800"/>
            <a:ext cx="8232149" cy="2026447"/>
          </a:xfrm>
          <a:prstGeom xmlns:a="http://schemas.openxmlformats.org/drawingml/2006/main" prst="rect">
            <a:avLst/>
          </a:prstGeom>
          <a:noFill xmlns:a="http://schemas.openxmlformats.org/drawingml/2006/main"/>
        </p:spPr>
        <p:txBody>
          <a:bodyPr xmlns:a="http://schemas.openxmlformats.org/drawingml/2006/main" vert="horz" wrap="square" lIns="0" tIns="0" rIns="0" bIns="0" anchor="b">
            <a:noAutofit/>
          </a:bodyPr>
          <a:lstStyle xmlns:a="http://schemas.openxmlformats.org/drawingml/2006/main">
            <a:lvl1pPr marL="184150" indent="-184150">
              <a:lnSpc>
                <a:spcPct val="100000"/>
              </a:lnSpc>
              <a:buNone/>
              <a:defRPr sz="3200" b="0" i="0">
                <a:solidFill>
                  <a:schemeClr val="tx1"/>
                </a:solidFill>
                <a:latin typeface="+mj-lt"/>
                <a:ea typeface="+mj-lt"/>
                <a:cs typeface="+mj-lt"/>
              </a:defRPr>
            </a:lvl1pPr>
          </a:lstStyle>
          <a:p xmlns:a="http://schemas.openxmlformats.org/drawingml/2006/main">
            <a:pPr lvl="0">
              <a:buNone/>
            </a:pPr>
            <a:r>
              <a:t>“Click to type customer or</a:t>
            </a:r>
            <a:br/>
            <a:r>
              <a:t>partner quote surrounded</a:t>
            </a:r>
            <a:br/>
            <a:r>
              <a:t>by quotation marks.”</a:t>
            </a:r>
          </a:p>
        </p:txBody>
      </p:sp>
      <p:sp>
        <p:nvSpPr>
          <p:cNvPr id="13" name="Text Field">
            <a:extLst xmlns:a="http://schemas.openxmlformats.org/drawingml/2006/main">
              <a:ext uri="{FF2B5EF4-FFF2-40B4-BE49-F238E27FC236}">
                <a16:creationId xmlns:a16="http://schemas.microsoft.com/office/drawing/2014/main" id="{B09058E5-A74E-C340-89D0-4D15C2F3B8D0}"/>
              </a:ext>
            </a:extLst>
          </p:cNvPr>
          <p:cNvSpPr>
            <a:spLocks xmlns:a="http://schemas.openxmlformats.org/drawingml/2006/main" noGrp="1"/>
          </p:cNvSpPr>
          <p:nvPr>
            <p:ph type="body" idx="37" hasCustomPrompt="1"/>
          </p:nvPr>
        </p:nvSpPr>
        <p:spPr>
          <a:xfrm xmlns:a="http://schemas.openxmlformats.org/drawingml/2006/main">
            <a:off x="761999" y="4540249"/>
            <a:ext cx="5333999" cy="266291"/>
          </a:xfrm>
          <a:prstGeom xmlns:a="http://schemas.openxmlformats.org/drawingml/2006/main" prst="rect">
            <a:avLst/>
          </a:prstGeom>
        </p:spPr>
        <p:txBody>
          <a:bodyPr xmlns:a="http://schemas.openxmlformats.org/drawingml/2006/main">
            <a:noAutofit/>
          </a:bodyPr>
          <a:lstStyle xmlns:a="http://schemas.openxmlformats.org/drawingml/2006/main">
            <a:lvl1pPr>
              <a:lnSpc>
                <a:spcPct val="100000"/>
              </a:lnSpc>
              <a:buNone/>
              <a:defRPr b="1">
                <a:solidFill>
                  <a:schemeClr val="tx1"/>
                </a:solidFill>
              </a:defRPr>
            </a:lvl1pPr>
          </a:lstStyle>
          <a:p xmlns:a="http://schemas.openxmlformats.org/drawingml/2006/main">
            <a:pPr lvl="0">
              <a:buNone/>
            </a:pPr>
            <a:r>
              <a:t>Name of person quoted</a:t>
            </a:r>
          </a:p>
        </p:txBody>
      </p:sp>
      <p:sp>
        <p:nvSpPr>
          <p:cNvPr id="12" name="Text Field 2">
            <a:extLst xmlns:a="http://schemas.openxmlformats.org/drawingml/2006/main">
              <a:ext uri="{FF2B5EF4-FFF2-40B4-BE49-F238E27FC236}">
                <a16:creationId xmlns:a16="http://schemas.microsoft.com/office/drawing/2014/main" id="{36C31D35-A48A-6B46-A3DB-FDB99CCA72F4}"/>
              </a:ext>
            </a:extLst>
          </p:cNvPr>
          <p:cNvSpPr>
            <a:spLocks xmlns:a="http://schemas.openxmlformats.org/drawingml/2006/main" noGrp="1"/>
          </p:cNvSpPr>
          <p:nvPr>
            <p:ph type="body" idx="36" hasCustomPrompt="1"/>
          </p:nvPr>
        </p:nvSpPr>
        <p:spPr>
          <a:xfrm xmlns:a="http://schemas.openxmlformats.org/drawingml/2006/main">
            <a:off x="761999" y="4877842"/>
            <a:ext cx="5333999" cy="895181"/>
          </a:xfrm>
          <a:prstGeom xmlns:a="http://schemas.openxmlformats.org/drawingml/2006/main" prst="rect">
            <a:avLst/>
          </a:prstGeom>
        </p:spPr>
        <p:txBody>
          <a:bodyPr xmlns:a="http://schemas.openxmlformats.org/drawingml/2006/main">
            <a:noAutofit/>
          </a:bodyPr>
          <a:lstStyle xmlns:a="http://schemas.openxmlformats.org/drawingml/2006/main">
            <a:lvl1pPr>
              <a:lnSpc>
                <a:spcPct val="100000"/>
              </a:lnSpc>
              <a:buNone/>
              <a:defRPr>
                <a:solidFill>
                  <a:schemeClr val="tx1"/>
                </a:solidFill>
              </a:defRPr>
            </a:lvl1pPr>
          </a:lstStyle>
          <a:p xmlns:a="http://schemas.openxmlformats.org/drawingml/2006/main">
            <a:pPr lvl="0">
              <a:buNone/>
            </a:pPr>
            <a:r>
              <a:t>Additional information if needed</a:t>
            </a:r>
          </a:p>
        </p:txBody>
      </p:sp>
      <p:sp>
        <p:nvSpPr>
          <p:cNvPr id="3" name="Content Placeholder 2">
            <a:extLst xmlns:a="http://schemas.openxmlformats.org/drawingml/2006/main">
              <a:ext uri="{FF2B5EF4-FFF2-40B4-BE49-F238E27FC236}">
                <a16:creationId xmlns:a16="http://schemas.microsoft.com/office/drawing/2014/main" id="{37E74DE0-55D3-42EA-9474-DC8A5193EF88}"/>
              </a:ext>
            </a:extLst>
          </p:cNvPr>
          <p:cNvSpPr>
            <a:spLocks xmlns:a="http://schemas.openxmlformats.org/drawingml/2006/main" noGrp="1"/>
          </p:cNvSpPr>
          <p:nvPr>
            <p:ph idx="45" hasCustomPrompt="1"/>
          </p:nvPr>
        </p:nvSpPr>
        <p:spPr>
          <a:xfrm xmlns:a="http://schemas.openxmlformats.org/drawingml/2006/main">
            <a:off x="701099" y="1143798"/>
            <a:ext cx="2447584" cy="673743"/>
          </a:xfrm>
        </p:spPr>
        <p:txBody>
          <a:bodyPr xmlns:a="http://schemas.openxmlformats.org/drawingml/2006/main"/>
          <a:lstStyle xmlns:a="http://schemas.openxmlformats.org/drawingml/2006/main">
            <a:lvl1pPr>
              <a:buNone/>
              <a:defRPr>
                <a:solidFill>
                  <a:schemeClr val="tx1"/>
                </a:solidFill>
              </a:defRPr>
            </a:lvl1pPr>
            <a:lvl5pPr marL="731520" indent="0">
              <a:buNone/>
              <a:defRPr/>
            </a:lvl5pPr>
          </a:lstStyle>
          <a:p xmlns:a="http://schemas.openxmlformats.org/drawingml/2006/main">
            <a:pPr lvl="0">
              <a:buNone/>
            </a:pPr>
            <a:r>
              <a:t>Click to add logo</a:t>
            </a:r>
          </a:p>
        </p:txBody>
      </p:sp>
      <p:sp>
        <p:nvSpPr>
          <p:cNvPr id="2" name="Slide Number Placeholder 7">
            <a:extLst xmlns:a="http://schemas.openxmlformats.org/drawingml/2006/main">
              <a:ext uri="{FF2B5EF4-FFF2-40B4-BE49-F238E27FC236}">
                <a16:creationId xmlns:a16="http://schemas.microsoft.com/office/drawing/2014/main" id="{3EE0829F-0C0A-8B14-23B2-7530A6A0E366}"/>
              </a:ext>
            </a:extLst>
          </p:cNvPr>
          <p:cNvSpPr>
            <a:spLocks xmlns:a="http://schemas.openxmlformats.org/drawingml/2006/main" noGrp="1"/>
          </p:cNvSpPr>
          <p:nvPr>
            <p:ph type="sldNum" idx="17"/>
          </p:nvPr>
        </p:nvSpPr>
        <p:spPr>
          <a:xfrm xmlns:a="http://schemas.openxmlformats.org/drawingml/2006/main">
            <a:off x="762000" y="6423660"/>
            <a:ext cx="365760" cy="365760"/>
          </a:xfrm>
        </p:spPr>
        <p:txBody>
          <a:bodyPr xmlns:a="http://schemas.openxmlformats.org/drawingml/2006/main"/>
          <a:lstStyle xmlns:a="http://schemas.openxmlformats.org/drawingml/2006/main">
            <a:lvl1pPr>
              <a:buNone/>
              <a:defRPr>
                <a:solidFill>
                  <a:srgbClr val="AEA8A2"/>
                </a:solidFill>
              </a:defRPr>
            </a:lvl1pPr>
          </a:lstStyle>
          <a:p xmlns:a="http://schemas.openxmlformats.org/drawingml/2006/main">
            <a:fld id="{345D60D9-5372-5F40-9443-0F9AE5BDC3C8}" type="slidenum">
              <a:t>‹#›</a:t>
            </a:fld>
            <a:endParaRPr/>
          </a:p>
        </p:txBody>
      </p:sp>
      <p:sp>
        <p:nvSpPr>
          <p:cNvPr id="4" name="Footer Placeholder 6">
            <a:extLst xmlns:a="http://schemas.openxmlformats.org/drawingml/2006/main">
              <a:ext uri="{FF2B5EF4-FFF2-40B4-BE49-F238E27FC236}">
                <a16:creationId xmlns:a16="http://schemas.microsoft.com/office/drawing/2014/main" id="{C06B0B6E-E8C5-4063-ACF6-B009B2CBC7AB}"/>
              </a:ext>
            </a:extLst>
          </p:cNvPr>
          <p:cNvSpPr>
            <a:spLocks xmlns:a="http://schemas.openxmlformats.org/drawingml/2006/main" noGrp="1"/>
          </p:cNvSpPr>
          <p:nvPr>
            <p:ph type="ftr" idx="16"/>
          </p:nvPr>
        </p:nvSpPr>
        <p:spPr>
          <a:xfrm xmlns:a="http://schemas.openxmlformats.org/drawingml/2006/main">
            <a:off x="1127759" y="6423978"/>
            <a:ext cx="5745379" cy="365125"/>
          </a:xfrm>
        </p:spPr>
        <p:txBody>
          <a:bodyPr xmlns:a="http://schemas.openxmlformats.org/drawingml/2006/main"/>
          <a:lstStyle xmlns:a="http://schemas.openxmlformats.org/drawingml/2006/main">
            <a:lvl1pPr>
              <a:buNone/>
              <a:defRPr>
                <a:solidFill>
                  <a:srgbClr val="AEA8A2"/>
                </a:solidFill>
              </a:defRPr>
            </a:lvl1pPr>
          </a:lstStyle>
          <a:p xmlns:a="http://schemas.openxmlformats.org/drawingml/2006/main">
            <a:r>
              <a:t>Copyright © 2025, Oracle and/or its affiliates |  Confidential: Internal/Restricted/Highly Restricted</a:t>
            </a:r>
            <a:endParaRPr/>
          </a:p>
        </p:txBody>
      </p:sp>
      <p:sp>
        <p:nvSpPr>
          <p:cNvPr id="7" name="Date Placeholder 4">
            <a:extLst xmlns:a="http://schemas.openxmlformats.org/drawingml/2006/main">
              <a:ext uri="{FF2B5EF4-FFF2-40B4-BE49-F238E27FC236}">
                <a16:creationId xmlns:a16="http://schemas.microsoft.com/office/drawing/2014/main" id="{FDD33E2D-BC02-BFC7-0F5C-D56B792CBEA2}"/>
              </a:ext>
            </a:extLst>
          </p:cNvPr>
          <p:cNvSpPr>
            <a:spLocks xmlns:a="http://schemas.openxmlformats.org/drawingml/2006/main" noGrp="1"/>
          </p:cNvSpPr>
          <p:nvPr>
            <p:ph type="dt" idx="15"/>
          </p:nvPr>
        </p:nvSpPr>
        <p:spPr>
          <a:xfrm xmlns:a="http://schemas.openxmlformats.org/drawingml/2006/main">
            <a:off x="6873138" y="6425604"/>
            <a:ext cx="2743200" cy="363500"/>
          </a:xfrm>
        </p:spPr>
        <p:txBody>
          <a:bodyPr xmlns:a="http://schemas.openxmlformats.org/drawingml/2006/main"/>
          <a:lstStyle xmlns:a="http://schemas.openxmlformats.org/drawingml/2006/main">
            <a:lvl1pPr>
              <a:buNone/>
              <a:defRPr>
                <a:solidFill>
                  <a:srgbClr val="AEA8A2"/>
                </a:solidFill>
              </a:defRPr>
            </a:lvl1pPr>
          </a:lstStyle>
          <a:p xmlns:a="http://schemas.openxmlformats.org/drawingml/2006/main">
            <a:r>
              <a:t>[Date]</a:t>
            </a:r>
            <a:endParaRPr/>
          </a:p>
        </p:txBody>
      </p:sp>
      <p:sp>
        <p:nvSpPr>
          <p:cNvPr id="5" name="Accent mark">
            <a:extLst xmlns:a="http://schemas.openxmlformats.org/drawingml/2006/main">
              <a:ext uri="{FF2B5EF4-FFF2-40B4-BE49-F238E27FC236}">
                <a16:creationId xmlns:a16="http://schemas.microsoft.com/office/drawing/2014/main" id="{E30FF1A2-459E-3E06-ED1E-7EEEFE917498}"/>
              </a:ext>
            </a:extLst>
          </p:cNvPr>
          <p:cNvSpPr>
            <a:spLocks xmlns:a="http://schemas.openxmlformats.org/drawingml/2006/main" noGrp="1"/>
          </p:cNvSpPr>
          <p:nvPr/>
        </p:nvSpPr>
        <p:spPr>
          <a:xfrm xmlns:a="http://schemas.openxmlformats.org/drawingml/2006/main">
            <a:off x="762000" y="4142224"/>
            <a:ext cx="365760" cy="36576"/>
          </a:xfrm>
          <a:prstGeom xmlns:a="http://schemas.openxmlformats.org/drawingml/2006/main" prst="rect">
            <a:avLst/>
          </a:prstGeom>
          <a:solidFill xmlns:a="http://schemas.openxmlformats.org/drawingml/2006/main">
            <a:srgbClr val="F0CC71"/>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pic>
        <p:nvPicPr>
          <p:cNvPr id="6" name="Graphic 5">
            <a:extLst xmlns:a="http://schemas.openxmlformats.org/drawingml/2006/main">
              <a:ext uri="{FF2B5EF4-FFF2-40B4-BE49-F238E27FC236}">
                <a16:creationId xmlns:a16="http://schemas.microsoft.com/office/drawing/2014/main" id="{80015378-287C-464C-8A12-8BFFC6C366BD}"/>
              </a:ext>
            </a:extLst>
          </p:cNvPr>
          <p:cNvPicPr>
            <a:picLocks xmlns:a="http://schemas.openxmlformats.org/drawingml/2006/main" noChangeAspect="1"/>
          </p:cNvPicPr>
          <p:nvPr/>
        </p:nvPicPr>
        <p:blipFill>
          <a:blip xmlns:r="http://schemas.openxmlformats.org/officeDocument/2006/relationships" xmlns:a="http://schemas.openxmlformats.org/drawingml/2006/main" r:embed="R10c23531a97e4c0c">
            <a:extLst>
              <a:ext uri="{96DAC541-7B7A-43D3-8B79-37D633B846F1}">
                <asvg:svgBlip xmlns:asvg="http://schemas.microsoft.com/office/drawing/2016/SVG/main" r:embed="Rbcff84bdde314187"/>
              </a:ext>
            </a:extLst>
          </a:blip>
          <a:srcRect xmlns:a="http://schemas.openxmlformats.org/drawingml/2006/main" l="5687" t="0" r="0" b="27270"/>
          <a:stretch xmlns:a="http://schemas.openxmlformats.org/drawingml/2006/main"/>
        </p:blipFill>
        <p:spPr>
          <a:xfrm xmlns:a="http://schemas.openxmlformats.org/drawingml/2006/main">
            <a:off x="4188201" y="1"/>
            <a:ext cx="8003799" cy="4114800"/>
          </a:xfrm>
          <a:prstGeom xmlns:a="http://schemas.openxmlformats.org/drawingml/2006/main" prst="rect">
            <a:avLst/>
          </a:prstGeom>
        </p:spPr>
      </p:pic>
    </p:spTree>
  </p:cSld>
</p:sldLayout>
</file>

<file path=ppt/slideLayouts/slideLayout30.xml><?xml version="1.0" encoding="utf-8"?>
<p:sldLayout xmlns:p="http://schemas.openxmlformats.org/presentationml/2006/main" preserve="1" userDrawn="1">
  <p:cSld name="Light - Quote with Data Texture Background">
    <p:bg>
      <p:bgRef idx="1001">
        <a:schemeClr xmlns:a="http://schemas.openxmlformats.org/drawingml/2006/main" val="bg2"/>
      </p:bgRef>
    </p:bg>
    <p:spTree>
      <p:nvGrpSpPr>
        <p:cNvPr id="1" name=""/>
        <p:cNvGrpSpPr/>
        <p:nvPr/>
      </p:nvGrpSpPr>
      <p:grpSpPr>
        <a:xfrm xmlns:a="http://schemas.openxmlformats.org/drawingml/2006/main"/>
      </p:grpSpPr>
      <p:sp>
        <p:nvSpPr>
          <p:cNvPr id="14" name="Title">
            <a:extLst xmlns:a="http://schemas.openxmlformats.org/drawingml/2006/main">
              <a:ext uri="{FF2B5EF4-FFF2-40B4-BE49-F238E27FC236}">
                <a16:creationId xmlns:a16="http://schemas.microsoft.com/office/drawing/2014/main" id="{2B525FB2-1105-4B12-B35F-60F4BFB07A2F}"/>
              </a:ext>
            </a:extLst>
          </p:cNvPr>
          <p:cNvSpPr>
            <a:spLocks xmlns:a="http://schemas.openxmlformats.org/drawingml/2006/main" noGrp="1"/>
          </p:cNvSpPr>
          <p:nvPr>
            <p:ph type="title" idx="0" hasCustomPrompt="1"/>
          </p:nvPr>
        </p:nvSpPr>
        <p:spPr>
          <a:xfrm xmlns:a="http://schemas.openxmlformats.org/drawingml/2006/main">
            <a:off x="585926" y="1828800"/>
            <a:ext cx="8232149" cy="2026447"/>
          </a:xfrm>
          <a:prstGeom xmlns:a="http://schemas.openxmlformats.org/drawingml/2006/main" prst="rect">
            <a:avLst/>
          </a:prstGeom>
          <a:noFill xmlns:a="http://schemas.openxmlformats.org/drawingml/2006/main"/>
        </p:spPr>
        <p:txBody>
          <a:bodyPr xmlns:a="http://schemas.openxmlformats.org/drawingml/2006/main" vert="horz" wrap="square" lIns="0" tIns="0" rIns="0" bIns="0" anchor="b">
            <a:noAutofit/>
          </a:bodyPr>
          <a:lstStyle xmlns:a="http://schemas.openxmlformats.org/drawingml/2006/main">
            <a:lvl1pPr marL="184150" indent="-184150">
              <a:lnSpc>
                <a:spcPct val="100000"/>
              </a:lnSpc>
              <a:buNone/>
              <a:defRPr sz="3200" b="0" i="0">
                <a:latin typeface="+mj-lt"/>
                <a:ea typeface="+mj-lt"/>
                <a:cs typeface="+mj-lt"/>
              </a:defRPr>
            </a:lvl1pPr>
          </a:lstStyle>
          <a:p xmlns:a="http://schemas.openxmlformats.org/drawingml/2006/main">
            <a:pPr lvl="0">
              <a:buNone/>
            </a:pPr>
            <a:r>
              <a:t>“Click to type customer or</a:t>
            </a:r>
            <a:br/>
            <a:r>
              <a:t>partner quote surrounded</a:t>
            </a:r>
            <a:br/>
            <a:r>
              <a:t>by quotation marks.”</a:t>
            </a:r>
          </a:p>
        </p:txBody>
      </p:sp>
      <p:sp>
        <p:nvSpPr>
          <p:cNvPr id="13" name="Text Field">
            <a:extLst xmlns:a="http://schemas.openxmlformats.org/drawingml/2006/main">
              <a:ext uri="{FF2B5EF4-FFF2-40B4-BE49-F238E27FC236}">
                <a16:creationId xmlns:a16="http://schemas.microsoft.com/office/drawing/2014/main" id="{B09058E5-A74E-C340-89D0-4D15C2F3B8D0}"/>
              </a:ext>
            </a:extLst>
          </p:cNvPr>
          <p:cNvSpPr>
            <a:spLocks xmlns:a="http://schemas.openxmlformats.org/drawingml/2006/main" noGrp="1"/>
          </p:cNvSpPr>
          <p:nvPr>
            <p:ph type="body" idx="37" hasCustomPrompt="1"/>
          </p:nvPr>
        </p:nvSpPr>
        <p:spPr>
          <a:xfrm xmlns:a="http://schemas.openxmlformats.org/drawingml/2006/main">
            <a:off x="761999" y="4540249"/>
            <a:ext cx="5333999" cy="266291"/>
          </a:xfrm>
          <a:prstGeom xmlns:a="http://schemas.openxmlformats.org/drawingml/2006/main" prst="rect">
            <a:avLst/>
          </a:prstGeom>
        </p:spPr>
        <p:txBody>
          <a:bodyPr xmlns:a="http://schemas.openxmlformats.org/drawingml/2006/main">
            <a:noAutofit/>
          </a:bodyPr>
          <a:lstStyle xmlns:a="http://schemas.openxmlformats.org/drawingml/2006/main">
            <a:lvl1pPr>
              <a:lnSpc>
                <a:spcPct val="100000"/>
              </a:lnSpc>
              <a:buNone/>
              <a:defRPr b="1"/>
            </a:lvl1pPr>
          </a:lstStyle>
          <a:p xmlns:a="http://schemas.openxmlformats.org/drawingml/2006/main">
            <a:pPr lvl="0">
              <a:buNone/>
            </a:pPr>
            <a:r>
              <a:t>Name of person quoted</a:t>
            </a:r>
          </a:p>
        </p:txBody>
      </p:sp>
      <p:sp>
        <p:nvSpPr>
          <p:cNvPr id="12" name="Text Field 2">
            <a:extLst xmlns:a="http://schemas.openxmlformats.org/drawingml/2006/main">
              <a:ext uri="{FF2B5EF4-FFF2-40B4-BE49-F238E27FC236}">
                <a16:creationId xmlns:a16="http://schemas.microsoft.com/office/drawing/2014/main" id="{36C31D35-A48A-6B46-A3DB-FDB99CCA72F4}"/>
              </a:ext>
            </a:extLst>
          </p:cNvPr>
          <p:cNvSpPr>
            <a:spLocks xmlns:a="http://schemas.openxmlformats.org/drawingml/2006/main" noGrp="1"/>
          </p:cNvSpPr>
          <p:nvPr>
            <p:ph type="body" idx="36" hasCustomPrompt="1"/>
          </p:nvPr>
        </p:nvSpPr>
        <p:spPr>
          <a:xfrm xmlns:a="http://schemas.openxmlformats.org/drawingml/2006/main">
            <a:off x="761999" y="4877842"/>
            <a:ext cx="5333999" cy="895181"/>
          </a:xfrm>
          <a:prstGeom xmlns:a="http://schemas.openxmlformats.org/drawingml/2006/main" prst="rect">
            <a:avLst/>
          </a:prstGeom>
        </p:spPr>
        <p:txBody>
          <a:bodyPr xmlns:a="http://schemas.openxmlformats.org/drawingml/2006/main">
            <a:noAutofit/>
          </a:bodyPr>
          <a:lstStyle xmlns:a="http://schemas.openxmlformats.org/drawingml/2006/main">
            <a:lvl1pPr>
              <a:lnSpc>
                <a:spcPct val="100000"/>
              </a:lnSpc>
              <a:buNone/>
              <a:defRPr/>
            </a:lvl1pPr>
          </a:lstStyle>
          <a:p xmlns:a="http://schemas.openxmlformats.org/drawingml/2006/main">
            <a:pPr lvl="0">
              <a:buNone/>
            </a:pPr>
            <a:r>
              <a:t>Additional information if needed</a:t>
            </a:r>
          </a:p>
        </p:txBody>
      </p:sp>
      <p:sp>
        <p:nvSpPr>
          <p:cNvPr id="9" name="Slide Number Placeholder 8">
            <a:extLst xmlns:a="http://schemas.openxmlformats.org/drawingml/2006/main">
              <a:ext uri="{FF2B5EF4-FFF2-40B4-BE49-F238E27FC236}">
                <a16:creationId xmlns:a16="http://schemas.microsoft.com/office/drawing/2014/main" id="{0F5130C2-E640-4887-BCA9-090F40084C88}"/>
              </a:ext>
            </a:extLst>
          </p:cNvPr>
          <p:cNvSpPr>
            <a:spLocks xmlns:a="http://schemas.openxmlformats.org/drawingml/2006/main" noGrp="1"/>
          </p:cNvSpPr>
          <p:nvPr>
            <p:ph type="sldNum" idx="44"/>
          </p:nvPr>
        </p:nvSpPr>
        <p:spPr/>
        <p:txBody>
          <a:bodyPr xmlns:a="http://schemas.openxmlformats.org/drawingml/2006/main"/>
          <a:lstStyle xmlns:a="http://schemas.openxmlformats.org/drawingml/2006/main">
            <a:lvl1pPr>
              <a:buNone/>
              <a:defRPr>
                <a:solidFill>
                  <a:srgbClr val="514C47"/>
                </a:solidFill>
              </a:defRPr>
            </a:lvl1pPr>
          </a:lstStyle>
          <a:p xmlns:a="http://schemas.openxmlformats.org/drawingml/2006/main">
            <a:fld id="{345D60D9-5372-5F40-9443-0F9AE5BDC3C8}" type="slidenum">
              <a:t>‹#›</a:t>
            </a:fld>
            <a:endParaRPr/>
          </a:p>
        </p:txBody>
      </p:sp>
      <p:sp>
        <p:nvSpPr>
          <p:cNvPr id="8" name="Footer Placeholder 7">
            <a:extLst xmlns:a="http://schemas.openxmlformats.org/drawingml/2006/main">
              <a:ext uri="{FF2B5EF4-FFF2-40B4-BE49-F238E27FC236}">
                <a16:creationId xmlns:a16="http://schemas.microsoft.com/office/drawing/2014/main" id="{144FDBCE-E35C-4859-AD9D-93665BD69FD5}"/>
              </a:ext>
            </a:extLst>
          </p:cNvPr>
          <p:cNvSpPr>
            <a:spLocks xmlns:a="http://schemas.openxmlformats.org/drawingml/2006/main" noGrp="1"/>
          </p:cNvSpPr>
          <p:nvPr>
            <p:ph type="ftr" idx="43"/>
          </p:nvPr>
        </p:nvSpPr>
        <p:spPr/>
        <p:txBody>
          <a:bodyPr xmlns:a="http://schemas.openxmlformats.org/drawingml/2006/main"/>
          <a:lstStyle xmlns:a="http://schemas.openxmlformats.org/drawingml/2006/main">
            <a:lvl1pPr>
              <a:buNone/>
              <a:defRPr>
                <a:solidFill>
                  <a:srgbClr val="514C47"/>
                </a:solidFill>
              </a:defRPr>
            </a:lvl1pPr>
          </a:lstStyle>
          <a:p xmlns:a="http://schemas.openxmlformats.org/drawingml/2006/main">
            <a:r>
              <a:t>Copyright © 2025, Oracle and/or its affiliates |  Confidential: Internal/Restricted/Highly Restricted</a:t>
            </a:r>
            <a:endParaRPr/>
          </a:p>
        </p:txBody>
      </p:sp>
      <p:sp>
        <p:nvSpPr>
          <p:cNvPr id="6" name="Date Placeholder 5">
            <a:extLst xmlns:a="http://schemas.openxmlformats.org/drawingml/2006/main">
              <a:ext uri="{FF2B5EF4-FFF2-40B4-BE49-F238E27FC236}">
                <a16:creationId xmlns:a16="http://schemas.microsoft.com/office/drawing/2014/main" id="{F17ECA2C-4CF8-48ED-893A-2958F9909B90}"/>
              </a:ext>
            </a:extLst>
          </p:cNvPr>
          <p:cNvSpPr>
            <a:spLocks xmlns:a="http://schemas.openxmlformats.org/drawingml/2006/main" noGrp="1"/>
          </p:cNvSpPr>
          <p:nvPr>
            <p:ph type="dt" idx="42"/>
          </p:nvPr>
        </p:nvSpPr>
        <p:spPr/>
        <p:txBody>
          <a:bodyPr xmlns:a="http://schemas.openxmlformats.org/drawingml/2006/main"/>
          <a:lstStyle xmlns:a="http://schemas.openxmlformats.org/drawingml/2006/main">
            <a:lvl1pPr>
              <a:buNone/>
              <a:defRPr>
                <a:solidFill>
                  <a:srgbClr val="514C47"/>
                </a:solidFill>
              </a:defRPr>
            </a:lvl1pPr>
          </a:lstStyle>
          <a:p xmlns:a="http://schemas.openxmlformats.org/drawingml/2006/main">
            <a:r>
              <a:t>[Date]</a:t>
            </a:r>
            <a:endParaRPr/>
          </a:p>
        </p:txBody>
      </p:sp>
      <p:sp>
        <p:nvSpPr>
          <p:cNvPr id="2" name="Content Placeholder 2">
            <a:extLst xmlns:a="http://schemas.openxmlformats.org/drawingml/2006/main">
              <a:ext uri="{FF2B5EF4-FFF2-40B4-BE49-F238E27FC236}">
                <a16:creationId xmlns:a16="http://schemas.microsoft.com/office/drawing/2014/main" id="{768D3CF0-D6A4-3493-A61E-C80959981BE3}"/>
              </a:ext>
            </a:extLst>
          </p:cNvPr>
          <p:cNvSpPr>
            <a:spLocks xmlns:a="http://schemas.openxmlformats.org/drawingml/2006/main" noGrp="1"/>
          </p:cNvSpPr>
          <p:nvPr>
            <p:ph idx="45" hasCustomPrompt="1"/>
          </p:nvPr>
        </p:nvSpPr>
        <p:spPr>
          <a:xfrm xmlns:a="http://schemas.openxmlformats.org/drawingml/2006/main">
            <a:off x="701099" y="1143798"/>
            <a:ext cx="2447584" cy="673743"/>
          </a:xfrm>
        </p:spPr>
        <p:txBody>
          <a:bodyPr xmlns:a="http://schemas.openxmlformats.org/drawingml/2006/main"/>
          <a:lstStyle xmlns:a="http://schemas.openxmlformats.org/drawingml/2006/main">
            <a:lvl1pPr>
              <a:buNone/>
              <a:defRPr>
                <a:solidFill>
                  <a:schemeClr val="tx1"/>
                </a:solidFill>
              </a:defRPr>
            </a:lvl1pPr>
            <a:lvl5pPr marL="731520" indent="0">
              <a:buNone/>
              <a:defRPr/>
            </a:lvl5pPr>
          </a:lstStyle>
          <a:p xmlns:a="http://schemas.openxmlformats.org/drawingml/2006/main">
            <a:pPr lvl="0">
              <a:buNone/>
            </a:pPr>
            <a:r>
              <a:t>Click to add logo</a:t>
            </a:r>
          </a:p>
        </p:txBody>
      </p:sp>
      <p:sp>
        <p:nvSpPr>
          <p:cNvPr id="3" name="Accent mark">
            <a:extLst xmlns:a="http://schemas.openxmlformats.org/drawingml/2006/main">
              <a:ext uri="{FF2B5EF4-FFF2-40B4-BE49-F238E27FC236}">
                <a16:creationId xmlns:a16="http://schemas.microsoft.com/office/drawing/2014/main" id="{9CBADFAD-5852-9F31-3F6B-B4A294448DE2}"/>
              </a:ext>
            </a:extLst>
          </p:cNvPr>
          <p:cNvSpPr>
            <a:spLocks xmlns:a="http://schemas.openxmlformats.org/drawingml/2006/main" noGrp="1"/>
          </p:cNvSpPr>
          <p:nvPr/>
        </p:nvSpPr>
        <p:spPr>
          <a:xfrm xmlns:a="http://schemas.openxmlformats.org/drawingml/2006/main">
            <a:off x="762000" y="4142224"/>
            <a:ext cx="365760" cy="36576"/>
          </a:xfrm>
          <a:prstGeom xmlns:a="http://schemas.openxmlformats.org/drawingml/2006/main" prst="rect">
            <a:avLst/>
          </a:prstGeom>
          <a:solidFill xmlns:a="http://schemas.openxmlformats.org/drawingml/2006/main">
            <a:srgbClr val="C74634"/>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pic>
        <p:nvPicPr>
          <p:cNvPr id="7" name="Graphic 6">
            <a:extLst xmlns:a="http://schemas.openxmlformats.org/drawingml/2006/main">
              <a:ext uri="{FF2B5EF4-FFF2-40B4-BE49-F238E27FC236}">
                <a16:creationId xmlns:a16="http://schemas.microsoft.com/office/drawing/2014/main" id="{83B7C5C5-D229-4DDE-958B-A190D5BBFF01}"/>
              </a:ext>
            </a:extLst>
          </p:cNvPr>
          <p:cNvPicPr>
            <a:picLocks xmlns:a="http://schemas.openxmlformats.org/drawingml/2006/main" noChangeAspect="1"/>
          </p:cNvPicPr>
          <p:nvPr/>
        </p:nvPicPr>
        <p:blipFill>
          <a:blip xmlns:r="http://schemas.openxmlformats.org/officeDocument/2006/relationships" xmlns:a="http://schemas.openxmlformats.org/drawingml/2006/main" r:embed="Rf6dbc5295918413d">
            <a:extLst>
              <a:ext uri="{96DAC541-7B7A-43D3-8B79-37D633B846F1}">
                <asvg:svgBlip xmlns:asvg="http://schemas.microsoft.com/office/drawing/2016/SVG/main" r:embed="Rcc53c1e219d74965"/>
              </a:ext>
            </a:extLst>
          </a:blip>
          <a:srcRect xmlns:a="http://schemas.openxmlformats.org/drawingml/2006/main" l="5687" t="0" r="0" b="27270"/>
          <a:stretch xmlns:a="http://schemas.openxmlformats.org/drawingml/2006/main"/>
        </p:blipFill>
        <p:spPr>
          <a:xfrm xmlns:a="http://schemas.openxmlformats.org/drawingml/2006/main">
            <a:off x="4188201" y="0"/>
            <a:ext cx="8003799" cy="4114800"/>
          </a:xfrm>
          <a:prstGeom xmlns:a="http://schemas.openxmlformats.org/drawingml/2006/main" prst="rect">
            <a:avLst/>
          </a:prstGeom>
        </p:spPr>
      </p:pic>
    </p:spTree>
  </p:cSld>
</p:sldLayout>
</file>

<file path=ppt/slideLayouts/slideLayout31.xml><?xml version="1.0" encoding="utf-8"?>
<p:sldLayout xmlns:p="http://schemas.openxmlformats.org/presentationml/2006/main" preserve="1" userDrawn="1">
  <p:cSld name="Dark - Quote, Picture, and logo">
    <p:bg>
      <p:bgPr>
        <a:solidFill xmlns:a="http://schemas.openxmlformats.org/drawingml/2006/main">
          <a:schemeClr val="bg2"/>
        </a:solidFill>
      </p:bgPr>
    </p:bg>
    <p:spTree>
      <p:nvGrpSpPr>
        <p:cNvPr id="1" name=""/>
        <p:cNvGrpSpPr/>
        <p:nvPr/>
      </p:nvGrpSpPr>
      <p:grpSpPr>
        <a:xfrm xmlns:a="http://schemas.openxmlformats.org/drawingml/2006/main"/>
      </p:grpSpPr>
      <p:sp>
        <p:nvSpPr>
          <p:cNvPr id="3" name="Quote">
            <a:extLst xmlns:a="http://schemas.openxmlformats.org/drawingml/2006/main">
              <a:ext uri="{FF2B5EF4-FFF2-40B4-BE49-F238E27FC236}">
                <a16:creationId xmlns:a16="http://schemas.microsoft.com/office/drawing/2014/main" id="{A13E52A3-3B72-407D-BD94-ADB27B9FCE9C}"/>
              </a:ext>
            </a:extLst>
          </p:cNvPr>
          <p:cNvSpPr>
            <a:spLocks xmlns:a="http://schemas.openxmlformats.org/drawingml/2006/main" noGrp="1"/>
          </p:cNvSpPr>
          <p:nvPr>
            <p:ph type="title" idx="0" hasCustomPrompt="1"/>
          </p:nvPr>
        </p:nvSpPr>
        <p:spPr>
          <a:xfrm xmlns:a="http://schemas.openxmlformats.org/drawingml/2006/main">
            <a:off x="5677787" y="2896192"/>
            <a:ext cx="6020298" cy="1384995"/>
          </a:xfrm>
          <a:prstGeom xmlns:a="http://schemas.openxmlformats.org/drawingml/2006/main" prst="rect">
            <a:avLst/>
          </a:prstGeom>
          <a:noFill xmlns:a="http://schemas.openxmlformats.org/drawingml/2006/main"/>
        </p:spPr>
        <p:txBody>
          <a:bodyPr xmlns:a="http://schemas.openxmlformats.org/drawingml/2006/main" vert="horz" wrap="square" lIns="0" tIns="0" rIns="0" bIns="0" anchor="b">
            <a:spAutoFit/>
          </a:bodyPr>
          <a:lstStyle xmlns:a="http://schemas.openxmlformats.org/drawingml/2006/main">
            <a:lvl1pPr marL="179388" indent="-179388">
              <a:lnSpc>
                <a:spcPct val="100000"/>
              </a:lnSpc>
              <a:buNone/>
              <a:defRPr sz="3000" b="0" i="0">
                <a:latin typeface="+mj-lt"/>
                <a:ea typeface="+mj-lt"/>
                <a:cs typeface="+mj-lt"/>
              </a:defRPr>
            </a:lvl1pPr>
          </a:lstStyle>
          <a:p xmlns:a="http://schemas.openxmlformats.org/drawingml/2006/main">
            <a:pPr lvl="0">
              <a:buNone/>
            </a:pPr>
            <a:r>
              <a:t>“Click to type customer or</a:t>
            </a:r>
            <a:br/>
            <a:r>
              <a:t>partner quote surrounded</a:t>
            </a:r>
            <a:br/>
            <a:r>
              <a:t>by quotation marks.”</a:t>
            </a:r>
          </a:p>
        </p:txBody>
      </p:sp>
      <p:sp>
        <p:nvSpPr>
          <p:cNvPr id="13" name="Text Field">
            <a:extLst xmlns:a="http://schemas.openxmlformats.org/drawingml/2006/main">
              <a:ext uri="{FF2B5EF4-FFF2-40B4-BE49-F238E27FC236}">
                <a16:creationId xmlns:a16="http://schemas.microsoft.com/office/drawing/2014/main" id="{04A571F4-71E4-264A-BBD5-0475995E681B}"/>
              </a:ext>
            </a:extLst>
          </p:cNvPr>
          <p:cNvSpPr>
            <a:spLocks xmlns:a="http://schemas.openxmlformats.org/drawingml/2006/main" noGrp="1"/>
          </p:cNvSpPr>
          <p:nvPr>
            <p:ph type="body" idx="37" hasCustomPrompt="1"/>
          </p:nvPr>
        </p:nvSpPr>
        <p:spPr>
          <a:xfrm xmlns:a="http://schemas.openxmlformats.org/drawingml/2006/main">
            <a:off x="5832887" y="4911127"/>
            <a:ext cx="5853145" cy="266291"/>
          </a:xfrm>
          <a:prstGeom xmlns:a="http://schemas.openxmlformats.org/drawingml/2006/main" prst="rect">
            <a:avLst/>
          </a:prstGeom>
        </p:spPr>
        <p:txBody>
          <a:bodyPr xmlns:a="http://schemas.openxmlformats.org/drawingml/2006/main">
            <a:noAutofit/>
          </a:bodyPr>
          <a:lstStyle xmlns:a="http://schemas.openxmlformats.org/drawingml/2006/main">
            <a:lvl1pPr>
              <a:lnSpc>
                <a:spcPct val="100000"/>
              </a:lnSpc>
              <a:buNone/>
              <a:defRPr b="1"/>
            </a:lvl1pPr>
          </a:lstStyle>
          <a:p xmlns:a="http://schemas.openxmlformats.org/drawingml/2006/main">
            <a:pPr lvl="0">
              <a:buNone/>
            </a:pPr>
            <a:r>
              <a:t>Name of person quoted</a:t>
            </a:r>
          </a:p>
        </p:txBody>
      </p:sp>
      <p:sp>
        <p:nvSpPr>
          <p:cNvPr id="11" name="Text Field 2">
            <a:extLst xmlns:a="http://schemas.openxmlformats.org/drawingml/2006/main">
              <a:ext uri="{FF2B5EF4-FFF2-40B4-BE49-F238E27FC236}">
                <a16:creationId xmlns:a16="http://schemas.microsoft.com/office/drawing/2014/main" id="{CBFB97F9-F988-C34C-8B6D-BB4A4D881736}"/>
              </a:ext>
            </a:extLst>
          </p:cNvPr>
          <p:cNvSpPr>
            <a:spLocks xmlns:a="http://schemas.openxmlformats.org/drawingml/2006/main" noGrp="1"/>
          </p:cNvSpPr>
          <p:nvPr>
            <p:ph type="body" idx="36" hasCustomPrompt="1"/>
          </p:nvPr>
        </p:nvSpPr>
        <p:spPr>
          <a:xfrm xmlns:a="http://schemas.openxmlformats.org/drawingml/2006/main">
            <a:off x="5832887" y="5248720"/>
            <a:ext cx="5853145" cy="786385"/>
          </a:xfrm>
          <a:prstGeom xmlns:a="http://schemas.openxmlformats.org/drawingml/2006/main" prst="rect">
            <a:avLst/>
          </a:prstGeom>
        </p:spPr>
        <p:txBody>
          <a:bodyPr xmlns:a="http://schemas.openxmlformats.org/drawingml/2006/main">
            <a:noAutofit/>
          </a:bodyPr>
          <a:lstStyle xmlns:a="http://schemas.openxmlformats.org/drawingml/2006/main">
            <a:lvl1pPr>
              <a:lnSpc>
                <a:spcPct val="100000"/>
              </a:lnSpc>
              <a:buNone/>
              <a:defRPr/>
            </a:lvl1pPr>
          </a:lstStyle>
          <a:p xmlns:a="http://schemas.openxmlformats.org/drawingml/2006/main">
            <a:pPr lvl="0">
              <a:buNone/>
            </a:pPr>
            <a:r>
              <a:t>Additional information if needed</a:t>
            </a:r>
          </a:p>
        </p:txBody>
      </p:sp>
      <p:sp>
        <p:nvSpPr>
          <p:cNvPr id="9" name="Picture Placeholder 5">
            <a:extLst xmlns:a="http://schemas.openxmlformats.org/drawingml/2006/main">
              <a:ext uri="{FF2B5EF4-FFF2-40B4-BE49-F238E27FC236}">
                <a16:creationId xmlns:a16="http://schemas.microsoft.com/office/drawing/2014/main" id="{DFB04560-5A82-4303-F4F4-247222B350E0}"/>
              </a:ext>
            </a:extLst>
          </p:cNvPr>
          <p:cNvSpPr>
            <a:spLocks xmlns:a="http://schemas.openxmlformats.org/drawingml/2006/main" noGrp="1"/>
          </p:cNvSpPr>
          <p:nvPr>
            <p:ph type="pic" idx="47"/>
          </p:nvPr>
        </p:nvSpPr>
        <p:spPr>
          <a:xfrm xmlns:a="http://schemas.openxmlformats.org/drawingml/2006/main">
            <a:off x="0" y="0"/>
            <a:ext cx="4937092" cy="6292035"/>
          </a:xfrm>
          <a:custGeom xmlns:a="http://schemas.openxmlformats.org/drawingml/2006/main">
            <a:gdLst>
              <a:gd name="connsiteX0" fmla="*/ 0 w 5087890"/>
              <a:gd name="connsiteY0" fmla="*/ 0 h 6372666"/>
              <a:gd name="connsiteX1" fmla="*/ 3962495 w 5087890"/>
              <a:gd name="connsiteY1" fmla="*/ 0 h 6372666"/>
              <a:gd name="connsiteX2" fmla="*/ 3996914 w 5087890"/>
              <a:gd name="connsiteY2" fmla="*/ 31198 h 6372666"/>
              <a:gd name="connsiteX3" fmla="*/ 5087890 w 5087890"/>
              <a:gd name="connsiteY3" fmla="*/ 2657920 h 6372666"/>
              <a:gd name="connsiteX4" fmla="*/ 1363066 w 5087890"/>
              <a:gd name="connsiteY4" fmla="*/ 6372666 h 6372666"/>
              <a:gd name="connsiteX5" fmla="*/ 82347 w 5087890"/>
              <a:gd name="connsiteY5" fmla="*/ 6147256 h 6372666"/>
              <a:gd name="connsiteX6" fmla="*/ 0 w 5087890"/>
              <a:gd name="connsiteY6" fmla="*/ 6114876 h 6372666"/>
              <a:gd name="connsiteX0" fmla="*/ 0 w 5249971"/>
              <a:gd name="connsiteY0" fmla="*/ 0 h 6372666"/>
              <a:gd name="connsiteX1" fmla="*/ 3962495 w 5249971"/>
              <a:gd name="connsiteY1" fmla="*/ 0 h 6372666"/>
              <a:gd name="connsiteX2" fmla="*/ 4226946 w 5249971"/>
              <a:gd name="connsiteY2" fmla="*/ 231614 h 6372666"/>
              <a:gd name="connsiteX3" fmla="*/ 5087890 w 5249971"/>
              <a:gd name="connsiteY3" fmla="*/ 2657920 h 6372666"/>
              <a:gd name="connsiteX4" fmla="*/ 1363066 w 5249971"/>
              <a:gd name="connsiteY4" fmla="*/ 6372666 h 6372666"/>
              <a:gd name="connsiteX5" fmla="*/ 82347 w 5249971"/>
              <a:gd name="connsiteY5" fmla="*/ 6147256 h 6372666"/>
              <a:gd name="connsiteX6" fmla="*/ 0 w 5249971"/>
              <a:gd name="connsiteY6" fmla="*/ 6114876 h 6372666"/>
              <a:gd name="connsiteX7" fmla="*/ 0 w 5249971"/>
              <a:gd name="connsiteY7" fmla="*/ 0 h 6372666"/>
              <a:gd name="connsiteX0" fmla="*/ 0 w 5247320"/>
              <a:gd name="connsiteY0" fmla="*/ 0 h 6372666"/>
              <a:gd name="connsiteX1" fmla="*/ 3962495 w 5247320"/>
              <a:gd name="connsiteY1" fmla="*/ 0 h 6372666"/>
              <a:gd name="connsiteX2" fmla="*/ 4226946 w 5247320"/>
              <a:gd name="connsiteY2" fmla="*/ 231614 h 6372666"/>
              <a:gd name="connsiteX3" fmla="*/ 5087890 w 5247320"/>
              <a:gd name="connsiteY3" fmla="*/ 2657920 h 6372666"/>
              <a:gd name="connsiteX4" fmla="*/ 1363066 w 5247320"/>
              <a:gd name="connsiteY4" fmla="*/ 6372666 h 6372666"/>
              <a:gd name="connsiteX5" fmla="*/ 82347 w 5247320"/>
              <a:gd name="connsiteY5" fmla="*/ 6147256 h 6372666"/>
              <a:gd name="connsiteX6" fmla="*/ 0 w 5247320"/>
              <a:gd name="connsiteY6" fmla="*/ 6114876 h 6372666"/>
              <a:gd name="connsiteX7" fmla="*/ 0 w 5247320"/>
              <a:gd name="connsiteY7" fmla="*/ 0 h 6372666"/>
              <a:gd name="connsiteX0" fmla="*/ 0 w 5247320"/>
              <a:gd name="connsiteY0" fmla="*/ 0 h 6372666"/>
              <a:gd name="connsiteX1" fmla="*/ 4516662 w 5247320"/>
              <a:gd name="connsiteY1" fmla="*/ 10548 h 6372666"/>
              <a:gd name="connsiteX2" fmla="*/ 4226946 w 5247320"/>
              <a:gd name="connsiteY2" fmla="*/ 231614 h 6372666"/>
              <a:gd name="connsiteX3" fmla="*/ 5087890 w 5247320"/>
              <a:gd name="connsiteY3" fmla="*/ 2657920 h 6372666"/>
              <a:gd name="connsiteX4" fmla="*/ 1363066 w 5247320"/>
              <a:gd name="connsiteY4" fmla="*/ 6372666 h 6372666"/>
              <a:gd name="connsiteX5" fmla="*/ 82347 w 5247320"/>
              <a:gd name="connsiteY5" fmla="*/ 6147256 h 6372666"/>
              <a:gd name="connsiteX6" fmla="*/ 0 w 5247320"/>
              <a:gd name="connsiteY6" fmla="*/ 6114876 h 6372666"/>
              <a:gd name="connsiteX7" fmla="*/ 0 w 5247320"/>
              <a:gd name="connsiteY7" fmla="*/ 0 h 6372666"/>
              <a:gd name="connsiteX0" fmla="*/ 0 w 5365577"/>
              <a:gd name="connsiteY0" fmla="*/ 0 h 6372666"/>
              <a:gd name="connsiteX1" fmla="*/ 4516662 w 5365577"/>
              <a:gd name="connsiteY1" fmla="*/ 10548 h 6372666"/>
              <a:gd name="connsiteX2" fmla="*/ 4655641 w 5365577"/>
              <a:gd name="connsiteY2" fmla="*/ 526964 h 6372666"/>
              <a:gd name="connsiteX3" fmla="*/ 5087890 w 5365577"/>
              <a:gd name="connsiteY3" fmla="*/ 2657920 h 6372666"/>
              <a:gd name="connsiteX4" fmla="*/ 1363066 w 5365577"/>
              <a:gd name="connsiteY4" fmla="*/ 6372666 h 6372666"/>
              <a:gd name="connsiteX5" fmla="*/ 82347 w 5365577"/>
              <a:gd name="connsiteY5" fmla="*/ 6147256 h 6372666"/>
              <a:gd name="connsiteX6" fmla="*/ 0 w 5365577"/>
              <a:gd name="connsiteY6" fmla="*/ 6114876 h 6372666"/>
              <a:gd name="connsiteX7" fmla="*/ 0 w 5365577"/>
              <a:gd name="connsiteY7" fmla="*/ 0 h 6372666"/>
              <a:gd name="connsiteX0" fmla="*/ 0 w 5288223"/>
              <a:gd name="connsiteY0" fmla="*/ 0 h 6372666"/>
              <a:gd name="connsiteX1" fmla="*/ 4516662 w 5288223"/>
              <a:gd name="connsiteY1" fmla="*/ 10548 h 6372666"/>
              <a:gd name="connsiteX2" fmla="*/ 4655641 w 5288223"/>
              <a:gd name="connsiteY2" fmla="*/ 526964 h 6372666"/>
              <a:gd name="connsiteX3" fmla="*/ 5087890 w 5288223"/>
              <a:gd name="connsiteY3" fmla="*/ 2657920 h 6372666"/>
              <a:gd name="connsiteX4" fmla="*/ 1363066 w 5288223"/>
              <a:gd name="connsiteY4" fmla="*/ 6372666 h 6372666"/>
              <a:gd name="connsiteX5" fmla="*/ 82347 w 5288223"/>
              <a:gd name="connsiteY5" fmla="*/ 6147256 h 6372666"/>
              <a:gd name="connsiteX6" fmla="*/ 0 w 5288223"/>
              <a:gd name="connsiteY6" fmla="*/ 6114876 h 6372666"/>
              <a:gd name="connsiteX7" fmla="*/ 0 w 5288223"/>
              <a:gd name="connsiteY7" fmla="*/ 0 h 6372666"/>
              <a:gd name="connsiteX0" fmla="*/ 0 w 5288223"/>
              <a:gd name="connsiteY0" fmla="*/ 0 h 6372666"/>
              <a:gd name="connsiteX1" fmla="*/ 4725781 w 5288223"/>
              <a:gd name="connsiteY1" fmla="*/ 21096 h 6372666"/>
              <a:gd name="connsiteX2" fmla="*/ 4655641 w 5288223"/>
              <a:gd name="connsiteY2" fmla="*/ 526964 h 6372666"/>
              <a:gd name="connsiteX3" fmla="*/ 5087890 w 5288223"/>
              <a:gd name="connsiteY3" fmla="*/ 2657920 h 6372666"/>
              <a:gd name="connsiteX4" fmla="*/ 1363066 w 5288223"/>
              <a:gd name="connsiteY4" fmla="*/ 6372666 h 6372666"/>
              <a:gd name="connsiteX5" fmla="*/ 82347 w 5288223"/>
              <a:gd name="connsiteY5" fmla="*/ 6147256 h 6372666"/>
              <a:gd name="connsiteX6" fmla="*/ 0 w 5288223"/>
              <a:gd name="connsiteY6" fmla="*/ 6114876 h 6372666"/>
              <a:gd name="connsiteX7" fmla="*/ 0 w 5288223"/>
              <a:gd name="connsiteY7" fmla="*/ 0 h 6372666"/>
              <a:gd name="connsiteX0" fmla="*/ 0 w 5382393"/>
              <a:gd name="connsiteY0" fmla="*/ 0 h 6372666"/>
              <a:gd name="connsiteX1" fmla="*/ 4725781 w 5382393"/>
              <a:gd name="connsiteY1" fmla="*/ 21096 h 6372666"/>
              <a:gd name="connsiteX2" fmla="*/ 4969320 w 5382393"/>
              <a:gd name="connsiteY2" fmla="*/ 1170404 h 6372666"/>
              <a:gd name="connsiteX3" fmla="*/ 5087890 w 5382393"/>
              <a:gd name="connsiteY3" fmla="*/ 2657920 h 6372666"/>
              <a:gd name="connsiteX4" fmla="*/ 1363066 w 5382393"/>
              <a:gd name="connsiteY4" fmla="*/ 6372666 h 6372666"/>
              <a:gd name="connsiteX5" fmla="*/ 82347 w 5382393"/>
              <a:gd name="connsiteY5" fmla="*/ 6147256 h 6372666"/>
              <a:gd name="connsiteX6" fmla="*/ 0 w 5382393"/>
              <a:gd name="connsiteY6" fmla="*/ 6114876 h 6372666"/>
              <a:gd name="connsiteX7" fmla="*/ 0 w 5382393"/>
              <a:gd name="connsiteY7" fmla="*/ 0 h 6372666"/>
              <a:gd name="connsiteX0" fmla="*/ 0 w 5095613"/>
              <a:gd name="connsiteY0" fmla="*/ 0 h 6372666"/>
              <a:gd name="connsiteX1" fmla="*/ 4725781 w 5095613"/>
              <a:gd name="connsiteY1" fmla="*/ 21096 h 6372666"/>
              <a:gd name="connsiteX2" fmla="*/ 4969320 w 5095613"/>
              <a:gd name="connsiteY2" fmla="*/ 1170404 h 6372666"/>
              <a:gd name="connsiteX3" fmla="*/ 4502357 w 5095613"/>
              <a:gd name="connsiteY3" fmla="*/ 4598790 h 6372666"/>
              <a:gd name="connsiteX4" fmla="*/ 1363066 w 5095613"/>
              <a:gd name="connsiteY4" fmla="*/ 6372666 h 6372666"/>
              <a:gd name="connsiteX5" fmla="*/ 82347 w 5095613"/>
              <a:gd name="connsiteY5" fmla="*/ 6147256 h 6372666"/>
              <a:gd name="connsiteX6" fmla="*/ 0 w 5095613"/>
              <a:gd name="connsiteY6" fmla="*/ 6114876 h 6372666"/>
              <a:gd name="connsiteX7" fmla="*/ 0 w 5095613"/>
              <a:gd name="connsiteY7" fmla="*/ 0 h 6372666"/>
              <a:gd name="connsiteX0" fmla="*/ 0 w 5016403"/>
              <a:gd name="connsiteY0" fmla="*/ 0 h 6372666"/>
              <a:gd name="connsiteX1" fmla="*/ 4725781 w 5016403"/>
              <a:gd name="connsiteY1" fmla="*/ 21096 h 6372666"/>
              <a:gd name="connsiteX2" fmla="*/ 4864760 w 5016403"/>
              <a:gd name="connsiteY2" fmla="*/ 474223 h 6372666"/>
              <a:gd name="connsiteX3" fmla="*/ 4502357 w 5016403"/>
              <a:gd name="connsiteY3" fmla="*/ 4598790 h 6372666"/>
              <a:gd name="connsiteX4" fmla="*/ 1363066 w 5016403"/>
              <a:gd name="connsiteY4" fmla="*/ 6372666 h 6372666"/>
              <a:gd name="connsiteX5" fmla="*/ 82347 w 5016403"/>
              <a:gd name="connsiteY5" fmla="*/ 6147256 h 6372666"/>
              <a:gd name="connsiteX6" fmla="*/ 0 w 5016403"/>
              <a:gd name="connsiteY6" fmla="*/ 6114876 h 6372666"/>
              <a:gd name="connsiteX7" fmla="*/ 0 w 5016403"/>
              <a:gd name="connsiteY7" fmla="*/ 0 h 6372666"/>
              <a:gd name="connsiteX0" fmla="*/ 0 w 5122449"/>
              <a:gd name="connsiteY0" fmla="*/ 0 h 6372666"/>
              <a:gd name="connsiteX1" fmla="*/ 4725781 w 5122449"/>
              <a:gd name="connsiteY1" fmla="*/ 21096 h 6372666"/>
              <a:gd name="connsiteX2" fmla="*/ 4864760 w 5122449"/>
              <a:gd name="connsiteY2" fmla="*/ 474223 h 6372666"/>
              <a:gd name="connsiteX3" fmla="*/ 4502357 w 5122449"/>
              <a:gd name="connsiteY3" fmla="*/ 4598790 h 6372666"/>
              <a:gd name="connsiteX4" fmla="*/ 1363066 w 5122449"/>
              <a:gd name="connsiteY4" fmla="*/ 6372666 h 6372666"/>
              <a:gd name="connsiteX5" fmla="*/ 82347 w 5122449"/>
              <a:gd name="connsiteY5" fmla="*/ 6147256 h 6372666"/>
              <a:gd name="connsiteX6" fmla="*/ 0 w 5122449"/>
              <a:gd name="connsiteY6" fmla="*/ 6114876 h 6372666"/>
              <a:gd name="connsiteX7" fmla="*/ 0 w 5122449"/>
              <a:gd name="connsiteY7" fmla="*/ 0 h 6372666"/>
              <a:gd name="connsiteX0" fmla="*/ 0 w 5110499"/>
              <a:gd name="connsiteY0" fmla="*/ 0 h 6372666"/>
              <a:gd name="connsiteX1" fmla="*/ 4725781 w 5110499"/>
              <a:gd name="connsiteY1" fmla="*/ 21096 h 6372666"/>
              <a:gd name="connsiteX2" fmla="*/ 4864760 w 5110499"/>
              <a:gd name="connsiteY2" fmla="*/ 474223 h 6372666"/>
              <a:gd name="connsiteX3" fmla="*/ 4460534 w 5110499"/>
              <a:gd name="connsiteY3" fmla="*/ 4704273 h 6372666"/>
              <a:gd name="connsiteX4" fmla="*/ 1363066 w 5110499"/>
              <a:gd name="connsiteY4" fmla="*/ 6372666 h 6372666"/>
              <a:gd name="connsiteX5" fmla="*/ 82347 w 5110499"/>
              <a:gd name="connsiteY5" fmla="*/ 6147256 h 6372666"/>
              <a:gd name="connsiteX6" fmla="*/ 0 w 5110499"/>
              <a:gd name="connsiteY6" fmla="*/ 6114876 h 6372666"/>
              <a:gd name="connsiteX7" fmla="*/ 0 w 5110499"/>
              <a:gd name="connsiteY7" fmla="*/ 0 h 6372666"/>
              <a:gd name="connsiteX0" fmla="*/ 0 w 5110499"/>
              <a:gd name="connsiteY0" fmla="*/ 0 h 6372666"/>
              <a:gd name="connsiteX1" fmla="*/ 4725781 w 5110499"/>
              <a:gd name="connsiteY1" fmla="*/ 21096 h 6372666"/>
              <a:gd name="connsiteX2" fmla="*/ 4864760 w 5110499"/>
              <a:gd name="connsiteY2" fmla="*/ 474223 h 6372666"/>
              <a:gd name="connsiteX3" fmla="*/ 4460534 w 5110499"/>
              <a:gd name="connsiteY3" fmla="*/ 4704273 h 6372666"/>
              <a:gd name="connsiteX4" fmla="*/ 1363066 w 5110499"/>
              <a:gd name="connsiteY4" fmla="*/ 6372666 h 6372666"/>
              <a:gd name="connsiteX5" fmla="*/ 82347 w 5110499"/>
              <a:gd name="connsiteY5" fmla="*/ 6147256 h 6372666"/>
              <a:gd name="connsiteX6" fmla="*/ 0 w 5110499"/>
              <a:gd name="connsiteY6" fmla="*/ 6114876 h 6372666"/>
              <a:gd name="connsiteX7" fmla="*/ 0 w 5110499"/>
              <a:gd name="connsiteY7" fmla="*/ 0 h 6372666"/>
              <a:gd name="connsiteX0" fmla="*/ 0 w 5118394"/>
              <a:gd name="connsiteY0" fmla="*/ 0 h 6509793"/>
              <a:gd name="connsiteX1" fmla="*/ 4725781 w 5118394"/>
              <a:gd name="connsiteY1" fmla="*/ 21096 h 6509793"/>
              <a:gd name="connsiteX2" fmla="*/ 4864760 w 5118394"/>
              <a:gd name="connsiteY2" fmla="*/ 474223 h 6509793"/>
              <a:gd name="connsiteX3" fmla="*/ 4460534 w 5118394"/>
              <a:gd name="connsiteY3" fmla="*/ 4704273 h 6509793"/>
              <a:gd name="connsiteX4" fmla="*/ 1164403 w 5118394"/>
              <a:gd name="connsiteY4" fmla="*/ 6509793 h 6509793"/>
              <a:gd name="connsiteX5" fmla="*/ 82347 w 5118394"/>
              <a:gd name="connsiteY5" fmla="*/ 6147256 h 6509793"/>
              <a:gd name="connsiteX6" fmla="*/ 0 w 5118394"/>
              <a:gd name="connsiteY6" fmla="*/ 6114876 h 6509793"/>
              <a:gd name="connsiteX7" fmla="*/ 0 w 5118394"/>
              <a:gd name="connsiteY7" fmla="*/ 0 h 6509793"/>
              <a:gd name="connsiteX0" fmla="*/ 0 w 5162448"/>
              <a:gd name="connsiteY0" fmla="*/ 0 h 6509793"/>
              <a:gd name="connsiteX1" fmla="*/ 4725781 w 5162448"/>
              <a:gd name="connsiteY1" fmla="*/ 21096 h 6509793"/>
              <a:gd name="connsiteX2" fmla="*/ 4864760 w 5162448"/>
              <a:gd name="connsiteY2" fmla="*/ 474223 h 6509793"/>
              <a:gd name="connsiteX3" fmla="*/ 4596462 w 5162448"/>
              <a:gd name="connsiteY3" fmla="*/ 4535502 h 6509793"/>
              <a:gd name="connsiteX4" fmla="*/ 1164403 w 5162448"/>
              <a:gd name="connsiteY4" fmla="*/ 6509793 h 6509793"/>
              <a:gd name="connsiteX5" fmla="*/ 82347 w 5162448"/>
              <a:gd name="connsiteY5" fmla="*/ 6147256 h 6509793"/>
              <a:gd name="connsiteX6" fmla="*/ 0 w 5162448"/>
              <a:gd name="connsiteY6" fmla="*/ 6114876 h 6509793"/>
              <a:gd name="connsiteX7" fmla="*/ 0 w 5162448"/>
              <a:gd name="connsiteY7" fmla="*/ 0 h 6509793"/>
              <a:gd name="connsiteX0" fmla="*/ 0 w 5162448"/>
              <a:gd name="connsiteY0" fmla="*/ 0 h 6509793"/>
              <a:gd name="connsiteX1" fmla="*/ 4725781 w 5162448"/>
              <a:gd name="connsiteY1" fmla="*/ 21096 h 6509793"/>
              <a:gd name="connsiteX2" fmla="*/ 4864760 w 5162448"/>
              <a:gd name="connsiteY2" fmla="*/ 474223 h 6509793"/>
              <a:gd name="connsiteX3" fmla="*/ 4596462 w 5162448"/>
              <a:gd name="connsiteY3" fmla="*/ 4535502 h 6509793"/>
              <a:gd name="connsiteX4" fmla="*/ 1164403 w 5162448"/>
              <a:gd name="connsiteY4" fmla="*/ 6509793 h 6509793"/>
              <a:gd name="connsiteX5" fmla="*/ 385570 w 5162448"/>
              <a:gd name="connsiteY5" fmla="*/ 6305480 h 6509793"/>
              <a:gd name="connsiteX6" fmla="*/ 0 w 5162448"/>
              <a:gd name="connsiteY6" fmla="*/ 6114876 h 6509793"/>
              <a:gd name="connsiteX7" fmla="*/ 0 w 5162448"/>
              <a:gd name="connsiteY7" fmla="*/ 0 h 6509793"/>
              <a:gd name="connsiteX0" fmla="*/ 0 w 5162448"/>
              <a:gd name="connsiteY0" fmla="*/ 0 h 6509793"/>
              <a:gd name="connsiteX1" fmla="*/ 4725781 w 5162448"/>
              <a:gd name="connsiteY1" fmla="*/ 21096 h 6509793"/>
              <a:gd name="connsiteX2" fmla="*/ 4864760 w 5162448"/>
              <a:gd name="connsiteY2" fmla="*/ 474223 h 6509793"/>
              <a:gd name="connsiteX3" fmla="*/ 4596462 w 5162448"/>
              <a:gd name="connsiteY3" fmla="*/ 4535502 h 6509793"/>
              <a:gd name="connsiteX4" fmla="*/ 1164403 w 5162448"/>
              <a:gd name="connsiteY4" fmla="*/ 6509793 h 6509793"/>
              <a:gd name="connsiteX5" fmla="*/ 385570 w 5162448"/>
              <a:gd name="connsiteY5" fmla="*/ 6305480 h 6509793"/>
              <a:gd name="connsiteX6" fmla="*/ 0 w 5162448"/>
              <a:gd name="connsiteY6" fmla="*/ 6114876 h 6509793"/>
              <a:gd name="connsiteX7" fmla="*/ 0 w 5162448"/>
              <a:gd name="connsiteY7" fmla="*/ 0 h 6509793"/>
              <a:gd name="connsiteX0" fmla="*/ 0 w 5127267"/>
              <a:gd name="connsiteY0" fmla="*/ 0 h 6509793"/>
              <a:gd name="connsiteX1" fmla="*/ 4725781 w 5127267"/>
              <a:gd name="connsiteY1" fmla="*/ 21096 h 6509793"/>
              <a:gd name="connsiteX2" fmla="*/ 4812481 w 5127267"/>
              <a:gd name="connsiteY2" fmla="*/ 526964 h 6509793"/>
              <a:gd name="connsiteX3" fmla="*/ 4596462 w 5127267"/>
              <a:gd name="connsiteY3" fmla="*/ 4535502 h 6509793"/>
              <a:gd name="connsiteX4" fmla="*/ 1164403 w 5127267"/>
              <a:gd name="connsiteY4" fmla="*/ 6509793 h 6509793"/>
              <a:gd name="connsiteX5" fmla="*/ 385570 w 5127267"/>
              <a:gd name="connsiteY5" fmla="*/ 6305480 h 6509793"/>
              <a:gd name="connsiteX6" fmla="*/ 0 w 5127267"/>
              <a:gd name="connsiteY6" fmla="*/ 6114876 h 6509793"/>
              <a:gd name="connsiteX7" fmla="*/ 0 w 5127267"/>
              <a:gd name="connsiteY7" fmla="*/ 0 h 6509793"/>
              <a:gd name="connsiteX0" fmla="*/ 0 w 5041484"/>
              <a:gd name="connsiteY0" fmla="*/ 0 h 6509793"/>
              <a:gd name="connsiteX1" fmla="*/ 4725781 w 5041484"/>
              <a:gd name="connsiteY1" fmla="*/ 21096 h 6509793"/>
              <a:gd name="connsiteX2" fmla="*/ 4812481 w 5041484"/>
              <a:gd name="connsiteY2" fmla="*/ 526964 h 6509793"/>
              <a:gd name="connsiteX3" fmla="*/ 4596462 w 5041484"/>
              <a:gd name="connsiteY3" fmla="*/ 4535502 h 6509793"/>
              <a:gd name="connsiteX4" fmla="*/ 1164403 w 5041484"/>
              <a:gd name="connsiteY4" fmla="*/ 6509793 h 6509793"/>
              <a:gd name="connsiteX5" fmla="*/ 385570 w 5041484"/>
              <a:gd name="connsiteY5" fmla="*/ 6305480 h 6509793"/>
              <a:gd name="connsiteX6" fmla="*/ 0 w 5041484"/>
              <a:gd name="connsiteY6" fmla="*/ 6114876 h 6509793"/>
              <a:gd name="connsiteX7" fmla="*/ 0 w 5041484"/>
              <a:gd name="connsiteY7" fmla="*/ 0 h 6509793"/>
              <a:gd name="connsiteX0" fmla="*/ 0 w 5140479"/>
              <a:gd name="connsiteY0" fmla="*/ 0 h 6509793"/>
              <a:gd name="connsiteX1" fmla="*/ 4725781 w 5140479"/>
              <a:gd name="connsiteY1" fmla="*/ 21096 h 6509793"/>
              <a:gd name="connsiteX2" fmla="*/ 4812481 w 5140479"/>
              <a:gd name="connsiteY2" fmla="*/ 526964 h 6509793"/>
              <a:gd name="connsiteX3" fmla="*/ 4596462 w 5140479"/>
              <a:gd name="connsiteY3" fmla="*/ 4535502 h 6509793"/>
              <a:gd name="connsiteX4" fmla="*/ 1164403 w 5140479"/>
              <a:gd name="connsiteY4" fmla="*/ 6509793 h 6509793"/>
              <a:gd name="connsiteX5" fmla="*/ 385570 w 5140479"/>
              <a:gd name="connsiteY5" fmla="*/ 6305480 h 6509793"/>
              <a:gd name="connsiteX6" fmla="*/ 0 w 5140479"/>
              <a:gd name="connsiteY6" fmla="*/ 6114876 h 6509793"/>
              <a:gd name="connsiteX7" fmla="*/ 0 w 5140479"/>
              <a:gd name="connsiteY7" fmla="*/ 0 h 6509793"/>
              <a:gd name="connsiteX0" fmla="*/ 0 w 5190465"/>
              <a:gd name="connsiteY0" fmla="*/ 0 h 6509793"/>
              <a:gd name="connsiteX1" fmla="*/ 4725781 w 5190465"/>
              <a:gd name="connsiteY1" fmla="*/ 21096 h 6509793"/>
              <a:gd name="connsiteX2" fmla="*/ 4885673 w 5190465"/>
              <a:gd name="connsiteY2" fmla="*/ 358192 h 6509793"/>
              <a:gd name="connsiteX3" fmla="*/ 4596462 w 5190465"/>
              <a:gd name="connsiteY3" fmla="*/ 4535502 h 6509793"/>
              <a:gd name="connsiteX4" fmla="*/ 1164403 w 5190465"/>
              <a:gd name="connsiteY4" fmla="*/ 6509793 h 6509793"/>
              <a:gd name="connsiteX5" fmla="*/ 385570 w 5190465"/>
              <a:gd name="connsiteY5" fmla="*/ 6305480 h 6509793"/>
              <a:gd name="connsiteX6" fmla="*/ 0 w 5190465"/>
              <a:gd name="connsiteY6" fmla="*/ 6114876 h 6509793"/>
              <a:gd name="connsiteX7" fmla="*/ 0 w 5190465"/>
              <a:gd name="connsiteY7" fmla="*/ 0 h 6509793"/>
              <a:gd name="connsiteX0" fmla="*/ 0 w 5158865"/>
              <a:gd name="connsiteY0" fmla="*/ 0 h 6509793"/>
              <a:gd name="connsiteX1" fmla="*/ 4725781 w 5158865"/>
              <a:gd name="connsiteY1" fmla="*/ 21096 h 6509793"/>
              <a:gd name="connsiteX2" fmla="*/ 4885673 w 5158865"/>
              <a:gd name="connsiteY2" fmla="*/ 358192 h 6509793"/>
              <a:gd name="connsiteX3" fmla="*/ 4596462 w 5158865"/>
              <a:gd name="connsiteY3" fmla="*/ 4535502 h 6509793"/>
              <a:gd name="connsiteX4" fmla="*/ 1164403 w 5158865"/>
              <a:gd name="connsiteY4" fmla="*/ 6509793 h 6509793"/>
              <a:gd name="connsiteX5" fmla="*/ 385570 w 5158865"/>
              <a:gd name="connsiteY5" fmla="*/ 6305480 h 6509793"/>
              <a:gd name="connsiteX6" fmla="*/ 0 w 5158865"/>
              <a:gd name="connsiteY6" fmla="*/ 6114876 h 6509793"/>
              <a:gd name="connsiteX7" fmla="*/ 0 w 5158865"/>
              <a:gd name="connsiteY7" fmla="*/ 0 h 6509793"/>
              <a:gd name="connsiteX0" fmla="*/ 0 w 5272866"/>
              <a:gd name="connsiteY0" fmla="*/ 0 h 6509793"/>
              <a:gd name="connsiteX1" fmla="*/ 4725781 w 5272866"/>
              <a:gd name="connsiteY1" fmla="*/ 21096 h 6509793"/>
              <a:gd name="connsiteX2" fmla="*/ 5042512 w 5272866"/>
              <a:gd name="connsiteY2" fmla="*/ 1476302 h 6509793"/>
              <a:gd name="connsiteX3" fmla="*/ 4596462 w 5272866"/>
              <a:gd name="connsiteY3" fmla="*/ 4535502 h 6509793"/>
              <a:gd name="connsiteX4" fmla="*/ 1164403 w 5272866"/>
              <a:gd name="connsiteY4" fmla="*/ 6509793 h 6509793"/>
              <a:gd name="connsiteX5" fmla="*/ 385570 w 5272866"/>
              <a:gd name="connsiteY5" fmla="*/ 6305480 h 6509793"/>
              <a:gd name="connsiteX6" fmla="*/ 0 w 5272866"/>
              <a:gd name="connsiteY6" fmla="*/ 6114876 h 6509793"/>
              <a:gd name="connsiteX7" fmla="*/ 0 w 5272866"/>
              <a:gd name="connsiteY7" fmla="*/ 0 h 6509793"/>
              <a:gd name="connsiteX0" fmla="*/ 0 w 5183390"/>
              <a:gd name="connsiteY0" fmla="*/ 0 h 6509793"/>
              <a:gd name="connsiteX1" fmla="*/ 4725781 w 5183390"/>
              <a:gd name="connsiteY1" fmla="*/ 21096 h 6509793"/>
              <a:gd name="connsiteX2" fmla="*/ 5042512 w 5183390"/>
              <a:gd name="connsiteY2" fmla="*/ 1476302 h 6509793"/>
              <a:gd name="connsiteX3" fmla="*/ 4115488 w 5183390"/>
              <a:gd name="connsiteY3" fmla="*/ 5210588 h 6509793"/>
              <a:gd name="connsiteX4" fmla="*/ 1164403 w 5183390"/>
              <a:gd name="connsiteY4" fmla="*/ 6509793 h 6509793"/>
              <a:gd name="connsiteX5" fmla="*/ 385570 w 5183390"/>
              <a:gd name="connsiteY5" fmla="*/ 6305480 h 6509793"/>
              <a:gd name="connsiteX6" fmla="*/ 0 w 5183390"/>
              <a:gd name="connsiteY6" fmla="*/ 6114876 h 6509793"/>
              <a:gd name="connsiteX7" fmla="*/ 0 w 5183390"/>
              <a:gd name="connsiteY7" fmla="*/ 0 h 6509793"/>
              <a:gd name="connsiteX0" fmla="*/ 0 w 5172636"/>
              <a:gd name="connsiteY0" fmla="*/ 0 h 6509793"/>
              <a:gd name="connsiteX1" fmla="*/ 4725781 w 5172636"/>
              <a:gd name="connsiteY1" fmla="*/ 21096 h 6509793"/>
              <a:gd name="connsiteX2" fmla="*/ 5042512 w 5172636"/>
              <a:gd name="connsiteY2" fmla="*/ 1476302 h 6509793"/>
              <a:gd name="connsiteX3" fmla="*/ 4115488 w 5172636"/>
              <a:gd name="connsiteY3" fmla="*/ 5210588 h 6509793"/>
              <a:gd name="connsiteX4" fmla="*/ 1164403 w 5172636"/>
              <a:gd name="connsiteY4" fmla="*/ 6509793 h 6509793"/>
              <a:gd name="connsiteX5" fmla="*/ 385570 w 5172636"/>
              <a:gd name="connsiteY5" fmla="*/ 6305480 h 6509793"/>
              <a:gd name="connsiteX6" fmla="*/ 0 w 5172636"/>
              <a:gd name="connsiteY6" fmla="*/ 6114876 h 6509793"/>
              <a:gd name="connsiteX7" fmla="*/ 0 w 5172636"/>
              <a:gd name="connsiteY7" fmla="*/ 0 h 6509793"/>
              <a:gd name="connsiteX0" fmla="*/ 0 w 5097074"/>
              <a:gd name="connsiteY0" fmla="*/ 0 h 6509793"/>
              <a:gd name="connsiteX1" fmla="*/ 4725781 w 5097074"/>
              <a:gd name="connsiteY1" fmla="*/ 21096 h 6509793"/>
              <a:gd name="connsiteX2" fmla="*/ 5042512 w 5097074"/>
              <a:gd name="connsiteY2" fmla="*/ 1476302 h 6509793"/>
              <a:gd name="connsiteX3" fmla="*/ 4115488 w 5097074"/>
              <a:gd name="connsiteY3" fmla="*/ 5210588 h 6509793"/>
              <a:gd name="connsiteX4" fmla="*/ 1164403 w 5097074"/>
              <a:gd name="connsiteY4" fmla="*/ 6509793 h 6509793"/>
              <a:gd name="connsiteX5" fmla="*/ 385570 w 5097074"/>
              <a:gd name="connsiteY5" fmla="*/ 6305480 h 6509793"/>
              <a:gd name="connsiteX6" fmla="*/ 0 w 5097074"/>
              <a:gd name="connsiteY6" fmla="*/ 6114876 h 6509793"/>
              <a:gd name="connsiteX7" fmla="*/ 0 w 5097074"/>
              <a:gd name="connsiteY7" fmla="*/ 0 h 6509793"/>
              <a:gd name="connsiteX0" fmla="*/ 0 w 5106559"/>
              <a:gd name="connsiteY0" fmla="*/ 0 h 6509793"/>
              <a:gd name="connsiteX1" fmla="*/ 4725781 w 5106559"/>
              <a:gd name="connsiteY1" fmla="*/ 21096 h 6509793"/>
              <a:gd name="connsiteX2" fmla="*/ 5042512 w 5106559"/>
              <a:gd name="connsiteY2" fmla="*/ 1476302 h 6509793"/>
              <a:gd name="connsiteX3" fmla="*/ 4115488 w 5106559"/>
              <a:gd name="connsiteY3" fmla="*/ 5210588 h 6509793"/>
              <a:gd name="connsiteX4" fmla="*/ 1164403 w 5106559"/>
              <a:gd name="connsiteY4" fmla="*/ 6509793 h 6509793"/>
              <a:gd name="connsiteX5" fmla="*/ 385570 w 5106559"/>
              <a:gd name="connsiteY5" fmla="*/ 6305480 h 6509793"/>
              <a:gd name="connsiteX6" fmla="*/ 0 w 5106559"/>
              <a:gd name="connsiteY6" fmla="*/ 6114876 h 6509793"/>
              <a:gd name="connsiteX7" fmla="*/ 0 w 5106559"/>
              <a:gd name="connsiteY7" fmla="*/ 0 h 6509793"/>
              <a:gd name="connsiteX0" fmla="*/ 0 w 5108361"/>
              <a:gd name="connsiteY0" fmla="*/ 0 h 6509793"/>
              <a:gd name="connsiteX1" fmla="*/ 4725781 w 5108361"/>
              <a:gd name="connsiteY1" fmla="*/ 21096 h 6509793"/>
              <a:gd name="connsiteX2" fmla="*/ 5042512 w 5108361"/>
              <a:gd name="connsiteY2" fmla="*/ 1476302 h 6509793"/>
              <a:gd name="connsiteX3" fmla="*/ 4136401 w 5108361"/>
              <a:gd name="connsiteY3" fmla="*/ 5337167 h 6509793"/>
              <a:gd name="connsiteX4" fmla="*/ 1164403 w 5108361"/>
              <a:gd name="connsiteY4" fmla="*/ 6509793 h 6509793"/>
              <a:gd name="connsiteX5" fmla="*/ 385570 w 5108361"/>
              <a:gd name="connsiteY5" fmla="*/ 6305480 h 6509793"/>
              <a:gd name="connsiteX6" fmla="*/ 0 w 5108361"/>
              <a:gd name="connsiteY6" fmla="*/ 6114876 h 6509793"/>
              <a:gd name="connsiteX7" fmla="*/ 0 w 5108361"/>
              <a:gd name="connsiteY7" fmla="*/ 0 h 6509793"/>
              <a:gd name="connsiteX0" fmla="*/ 0 w 5108361"/>
              <a:gd name="connsiteY0" fmla="*/ 0 h 6523289"/>
              <a:gd name="connsiteX1" fmla="*/ 4725781 w 5108361"/>
              <a:gd name="connsiteY1" fmla="*/ 21096 h 6523289"/>
              <a:gd name="connsiteX2" fmla="*/ 5042512 w 5108361"/>
              <a:gd name="connsiteY2" fmla="*/ 1476302 h 6523289"/>
              <a:gd name="connsiteX3" fmla="*/ 4136401 w 5108361"/>
              <a:gd name="connsiteY3" fmla="*/ 5337167 h 6523289"/>
              <a:gd name="connsiteX4" fmla="*/ 1164403 w 5108361"/>
              <a:gd name="connsiteY4" fmla="*/ 6509793 h 6523289"/>
              <a:gd name="connsiteX5" fmla="*/ 385570 w 5108361"/>
              <a:gd name="connsiteY5" fmla="*/ 6305480 h 6523289"/>
              <a:gd name="connsiteX6" fmla="*/ 0 w 5108361"/>
              <a:gd name="connsiteY6" fmla="*/ 6114876 h 6523289"/>
              <a:gd name="connsiteX7" fmla="*/ 0 w 5108361"/>
              <a:gd name="connsiteY7" fmla="*/ 0 h 6523289"/>
              <a:gd name="connsiteX0" fmla="*/ 0 w 5085677"/>
              <a:gd name="connsiteY0" fmla="*/ 0 h 6522930"/>
              <a:gd name="connsiteX1" fmla="*/ 4725781 w 5085677"/>
              <a:gd name="connsiteY1" fmla="*/ 21096 h 6522930"/>
              <a:gd name="connsiteX2" fmla="*/ 5042512 w 5085677"/>
              <a:gd name="connsiteY2" fmla="*/ 1476302 h 6522930"/>
              <a:gd name="connsiteX3" fmla="*/ 4136401 w 5085677"/>
              <a:gd name="connsiteY3" fmla="*/ 5337167 h 6522930"/>
              <a:gd name="connsiteX4" fmla="*/ 1164403 w 5085677"/>
              <a:gd name="connsiteY4" fmla="*/ 6509793 h 6522930"/>
              <a:gd name="connsiteX5" fmla="*/ 385570 w 5085677"/>
              <a:gd name="connsiteY5" fmla="*/ 6305480 h 6522930"/>
              <a:gd name="connsiteX6" fmla="*/ 0 w 5085677"/>
              <a:gd name="connsiteY6" fmla="*/ 6114876 h 6522930"/>
              <a:gd name="connsiteX7" fmla="*/ 0 w 5085677"/>
              <a:gd name="connsiteY7" fmla="*/ 0 h 6522930"/>
              <a:gd name="connsiteX0" fmla="*/ 0 w 5018753"/>
              <a:gd name="connsiteY0" fmla="*/ 0 h 6531040"/>
              <a:gd name="connsiteX1" fmla="*/ 4725781 w 5018753"/>
              <a:gd name="connsiteY1" fmla="*/ 21096 h 6531040"/>
              <a:gd name="connsiteX2" fmla="*/ 4948408 w 5018753"/>
              <a:gd name="connsiteY2" fmla="*/ 906699 h 6531040"/>
              <a:gd name="connsiteX3" fmla="*/ 4136401 w 5018753"/>
              <a:gd name="connsiteY3" fmla="*/ 5337167 h 6531040"/>
              <a:gd name="connsiteX4" fmla="*/ 1164403 w 5018753"/>
              <a:gd name="connsiteY4" fmla="*/ 6509793 h 6531040"/>
              <a:gd name="connsiteX5" fmla="*/ 385570 w 5018753"/>
              <a:gd name="connsiteY5" fmla="*/ 6305480 h 6531040"/>
              <a:gd name="connsiteX6" fmla="*/ 0 w 5018753"/>
              <a:gd name="connsiteY6" fmla="*/ 6114876 h 6531040"/>
              <a:gd name="connsiteX7" fmla="*/ 0 w 5018753"/>
              <a:gd name="connsiteY7" fmla="*/ 0 h 6531040"/>
              <a:gd name="connsiteX0" fmla="*/ 0 w 5080914"/>
              <a:gd name="connsiteY0" fmla="*/ 0 h 6531040"/>
              <a:gd name="connsiteX1" fmla="*/ 4725781 w 5080914"/>
              <a:gd name="connsiteY1" fmla="*/ 21096 h 6531040"/>
              <a:gd name="connsiteX2" fmla="*/ 4948408 w 5080914"/>
              <a:gd name="connsiteY2" fmla="*/ 906699 h 6531040"/>
              <a:gd name="connsiteX3" fmla="*/ 4136401 w 5080914"/>
              <a:gd name="connsiteY3" fmla="*/ 5337167 h 6531040"/>
              <a:gd name="connsiteX4" fmla="*/ 1164403 w 5080914"/>
              <a:gd name="connsiteY4" fmla="*/ 6509793 h 6531040"/>
              <a:gd name="connsiteX5" fmla="*/ 385570 w 5080914"/>
              <a:gd name="connsiteY5" fmla="*/ 6305480 h 6531040"/>
              <a:gd name="connsiteX6" fmla="*/ 0 w 5080914"/>
              <a:gd name="connsiteY6" fmla="*/ 6114876 h 6531040"/>
              <a:gd name="connsiteX7" fmla="*/ 0 w 5080914"/>
              <a:gd name="connsiteY7" fmla="*/ 0 h 6531040"/>
              <a:gd name="connsiteX0" fmla="*/ 0 w 5080914"/>
              <a:gd name="connsiteY0" fmla="*/ 0 h 6531040"/>
              <a:gd name="connsiteX1" fmla="*/ 4699929 w 5080914"/>
              <a:gd name="connsiteY1" fmla="*/ 5447 h 6531040"/>
              <a:gd name="connsiteX2" fmla="*/ 4948408 w 5080914"/>
              <a:gd name="connsiteY2" fmla="*/ 906699 h 6531040"/>
              <a:gd name="connsiteX3" fmla="*/ 4136401 w 5080914"/>
              <a:gd name="connsiteY3" fmla="*/ 5337167 h 6531040"/>
              <a:gd name="connsiteX4" fmla="*/ 1164403 w 5080914"/>
              <a:gd name="connsiteY4" fmla="*/ 6509793 h 6531040"/>
              <a:gd name="connsiteX5" fmla="*/ 385570 w 5080914"/>
              <a:gd name="connsiteY5" fmla="*/ 6305480 h 6531040"/>
              <a:gd name="connsiteX6" fmla="*/ 0 w 5080914"/>
              <a:gd name="connsiteY6" fmla="*/ 6114876 h 6531040"/>
              <a:gd name="connsiteX7" fmla="*/ 0 w 5080914"/>
              <a:gd name="connsiteY7" fmla="*/ 0 h 6531040"/>
              <a:gd name="connsiteX0" fmla="*/ 0 w 5080914"/>
              <a:gd name="connsiteY0" fmla="*/ 1407 h 6532447"/>
              <a:gd name="connsiteX1" fmla="*/ 4696533 w 5080914"/>
              <a:gd name="connsiteY1" fmla="*/ 0 h 6532447"/>
              <a:gd name="connsiteX2" fmla="*/ 4948408 w 5080914"/>
              <a:gd name="connsiteY2" fmla="*/ 908106 h 6532447"/>
              <a:gd name="connsiteX3" fmla="*/ 4136401 w 5080914"/>
              <a:gd name="connsiteY3" fmla="*/ 5338574 h 6532447"/>
              <a:gd name="connsiteX4" fmla="*/ 1164403 w 5080914"/>
              <a:gd name="connsiteY4" fmla="*/ 6511200 h 6532447"/>
              <a:gd name="connsiteX5" fmla="*/ 385570 w 5080914"/>
              <a:gd name="connsiteY5" fmla="*/ 6306887 h 6532447"/>
              <a:gd name="connsiteX6" fmla="*/ 0 w 5080914"/>
              <a:gd name="connsiteY6" fmla="*/ 6116283 h 6532447"/>
              <a:gd name="connsiteX7" fmla="*/ 0 w 5080914"/>
              <a:gd name="connsiteY7" fmla="*/ 1407 h 6532447"/>
            </a:gdLst>
            <a:rect l="l" t="t" r="r" b="b"/>
            <a:pathLst>
              <a:path w="5080914" h="6532447">
                <a:moveTo>
                  <a:pt x="0" y="1407"/>
                </a:moveTo>
                <a:lnTo>
                  <a:pt x="4696533" y="0"/>
                </a:lnTo>
                <a:cubicBezTo>
                  <a:pt x="4708006" y="10399"/>
                  <a:pt x="4936935" y="897707"/>
                  <a:pt x="4948408" y="908106"/>
                </a:cubicBezTo>
                <a:cubicBezTo>
                  <a:pt x="5350615" y="2656261"/>
                  <a:pt x="4767068" y="4404725"/>
                  <a:pt x="4136401" y="5338574"/>
                </a:cubicBezTo>
                <a:cubicBezTo>
                  <a:pt x="3505734" y="6272423"/>
                  <a:pt x="2343265" y="6627230"/>
                  <a:pt x="1164403" y="6511200"/>
                </a:cubicBezTo>
                <a:cubicBezTo>
                  <a:pt x="714399" y="6511200"/>
                  <a:pt x="418960" y="6305039"/>
                  <a:pt x="385570" y="6306887"/>
                </a:cubicBezTo>
                <a:lnTo>
                  <a:pt x="0" y="6116283"/>
                </a:lnTo>
                <a:lnTo>
                  <a:pt x="0" y="1407"/>
                </a:lnTo>
                <a:close/>
              </a:path>
            </a:pathLst>
          </a:custGeom>
          <a:noFill xmlns:a="http://schemas.openxmlformats.org/drawingml/2006/main"/>
        </p:spPr>
        <p:txBody>
          <a:bodyPr xmlns:a="http://schemas.openxmlformats.org/drawingml/2006/main" wrap="square">
            <a:noAutofit/>
          </a:bodyPr>
          <a:lstStyle xmlns:a="http://schemas.openxmlformats.org/drawingml/2006/main"/>
          <a:p xmlns:a="http://schemas.openxmlformats.org/drawingml/2006/main">
            <a:r>
              <a:t>Click icon to add picture</a:t>
            </a:r>
            <a:endParaRPr/>
          </a:p>
        </p:txBody>
      </p:sp>
      <p:sp>
        <p:nvSpPr>
          <p:cNvPr id="8" name="Slide Number Placeholder 7">
            <a:extLst xmlns:a="http://schemas.openxmlformats.org/drawingml/2006/main">
              <a:ext uri="{FF2B5EF4-FFF2-40B4-BE49-F238E27FC236}">
                <a16:creationId xmlns:a16="http://schemas.microsoft.com/office/drawing/2014/main" id="{FA2E22D8-777D-4A4E-8190-9C7E9654A636}"/>
              </a:ext>
            </a:extLst>
          </p:cNvPr>
          <p:cNvSpPr>
            <a:spLocks xmlns:a="http://schemas.openxmlformats.org/drawingml/2006/main" noGrp="1"/>
          </p:cNvSpPr>
          <p:nvPr>
            <p:ph type="sldNum" idx="45"/>
          </p:nvPr>
        </p:nvSpPr>
        <p:spPr/>
        <p:txBody>
          <a:bodyPr xmlns:a="http://schemas.openxmlformats.org/drawingml/2006/main"/>
          <a:lstStyle xmlns:a="http://schemas.openxmlformats.org/drawingml/2006/main">
            <a:lvl1pPr>
              <a:buNone/>
              <a:defRPr>
                <a:solidFill>
                  <a:srgbClr val="AEA8A2"/>
                </a:solidFill>
              </a:defRPr>
            </a:lvl1pPr>
          </a:lstStyle>
          <a:p xmlns:a="http://schemas.openxmlformats.org/drawingml/2006/main">
            <a:fld id="{345D60D9-5372-5F40-9443-0F9AE5BDC3C8}" type="slidenum">
              <a:t>‹#›</a:t>
            </a:fld>
            <a:endParaRPr/>
          </a:p>
        </p:txBody>
      </p:sp>
      <p:sp>
        <p:nvSpPr>
          <p:cNvPr id="5" name="Footer Placeholder 4">
            <a:extLst xmlns:a="http://schemas.openxmlformats.org/drawingml/2006/main">
              <a:ext uri="{FF2B5EF4-FFF2-40B4-BE49-F238E27FC236}">
                <a16:creationId xmlns:a16="http://schemas.microsoft.com/office/drawing/2014/main" id="{0F175504-AA80-48D0-ABE0-C3B4B0480FBA}"/>
              </a:ext>
            </a:extLst>
          </p:cNvPr>
          <p:cNvSpPr>
            <a:spLocks xmlns:a="http://schemas.openxmlformats.org/drawingml/2006/main" noGrp="1"/>
          </p:cNvSpPr>
          <p:nvPr>
            <p:ph type="ftr" idx="44"/>
          </p:nvPr>
        </p:nvSpPr>
        <p:spPr/>
        <p:txBody>
          <a:bodyPr xmlns:a="http://schemas.openxmlformats.org/drawingml/2006/main"/>
          <a:lstStyle xmlns:a="http://schemas.openxmlformats.org/drawingml/2006/main">
            <a:lvl1pPr>
              <a:buNone/>
              <a:defRPr>
                <a:solidFill>
                  <a:srgbClr val="AEA8A2"/>
                </a:solidFill>
              </a:defRPr>
            </a:lvl1pPr>
          </a:lstStyle>
          <a:p xmlns:a="http://schemas.openxmlformats.org/drawingml/2006/main">
            <a:r>
              <a:t>Copyright © 2025, Oracle and/or its affiliates |  Confidential: Internal/Restricted/Highly Restricted</a:t>
            </a:r>
            <a:endParaRPr/>
          </a:p>
        </p:txBody>
      </p:sp>
      <p:sp>
        <p:nvSpPr>
          <p:cNvPr id="4" name="Date Placeholder 3">
            <a:extLst xmlns:a="http://schemas.openxmlformats.org/drawingml/2006/main">
              <a:ext uri="{FF2B5EF4-FFF2-40B4-BE49-F238E27FC236}">
                <a16:creationId xmlns:a16="http://schemas.microsoft.com/office/drawing/2014/main" id="{F3C7CAF2-5875-4790-8762-15A8CDD16E08}"/>
              </a:ext>
            </a:extLst>
          </p:cNvPr>
          <p:cNvSpPr>
            <a:spLocks xmlns:a="http://schemas.openxmlformats.org/drawingml/2006/main" noGrp="1"/>
          </p:cNvSpPr>
          <p:nvPr>
            <p:ph type="dt" idx="43"/>
          </p:nvPr>
        </p:nvSpPr>
        <p:spPr/>
        <p:txBody>
          <a:bodyPr xmlns:a="http://schemas.openxmlformats.org/drawingml/2006/main"/>
          <a:lstStyle xmlns:a="http://schemas.openxmlformats.org/drawingml/2006/main">
            <a:lvl1pPr>
              <a:buNone/>
              <a:defRPr>
                <a:solidFill>
                  <a:srgbClr val="AEA8A2"/>
                </a:solidFill>
              </a:defRPr>
            </a:lvl1pPr>
          </a:lstStyle>
          <a:p xmlns:a="http://schemas.openxmlformats.org/drawingml/2006/main">
            <a:r>
              <a:t>[Date]</a:t>
            </a:r>
            <a:endParaRPr/>
          </a:p>
        </p:txBody>
      </p:sp>
      <p:sp>
        <p:nvSpPr>
          <p:cNvPr id="2" name="Content Placeholder 2">
            <a:extLst xmlns:a="http://schemas.openxmlformats.org/drawingml/2006/main">
              <a:ext uri="{FF2B5EF4-FFF2-40B4-BE49-F238E27FC236}">
                <a16:creationId xmlns:a16="http://schemas.microsoft.com/office/drawing/2014/main" id="{97B60F2A-F2ED-70AD-4768-5B8EF9B56420}"/>
              </a:ext>
            </a:extLst>
          </p:cNvPr>
          <p:cNvSpPr>
            <a:spLocks xmlns:a="http://schemas.openxmlformats.org/drawingml/2006/main" noGrp="1"/>
          </p:cNvSpPr>
          <p:nvPr>
            <p:ph idx="48" hasCustomPrompt="1"/>
          </p:nvPr>
        </p:nvSpPr>
        <p:spPr>
          <a:xfrm xmlns:a="http://schemas.openxmlformats.org/drawingml/2006/main">
            <a:off x="5828788" y="1560624"/>
            <a:ext cx="2447584" cy="673743"/>
          </a:xfrm>
        </p:spPr>
        <p:txBody>
          <a:bodyPr xmlns:a="http://schemas.openxmlformats.org/drawingml/2006/main"/>
          <a:lstStyle xmlns:a="http://schemas.openxmlformats.org/drawingml/2006/main">
            <a:lvl5pPr marL="731520" indent="0">
              <a:buNone/>
              <a:defRPr/>
            </a:lvl5pPr>
          </a:lstStyle>
          <a:p xmlns:a="http://schemas.openxmlformats.org/drawingml/2006/main">
            <a:pPr lvl="0">
              <a:buNone/>
            </a:pPr>
            <a:r>
              <a:t>Click to add logo</a:t>
            </a:r>
          </a:p>
        </p:txBody>
      </p:sp>
      <p:sp>
        <p:nvSpPr>
          <p:cNvPr id="7" name="Accent mark">
            <a:extLst xmlns:a="http://schemas.openxmlformats.org/drawingml/2006/main">
              <a:ext uri="{FF2B5EF4-FFF2-40B4-BE49-F238E27FC236}">
                <a16:creationId xmlns:a16="http://schemas.microsoft.com/office/drawing/2014/main" id="{2F96B613-1543-0150-F389-FFE2D5FA5019}"/>
              </a:ext>
            </a:extLst>
          </p:cNvPr>
          <p:cNvSpPr>
            <a:spLocks xmlns:a="http://schemas.openxmlformats.org/drawingml/2006/main" noGrp="1"/>
          </p:cNvSpPr>
          <p:nvPr/>
        </p:nvSpPr>
        <p:spPr>
          <a:xfrm xmlns:a="http://schemas.openxmlformats.org/drawingml/2006/main">
            <a:off x="5828788" y="4599419"/>
            <a:ext cx="365760" cy="36576"/>
          </a:xfrm>
          <a:prstGeom xmlns:a="http://schemas.openxmlformats.org/drawingml/2006/main" prst="rect">
            <a:avLst/>
          </a:prstGeom>
          <a:solidFill xmlns:a="http://schemas.openxmlformats.org/drawingml/2006/main">
            <a:srgbClr val="F0CC71"/>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pic>
        <p:nvPicPr>
          <p:cNvPr id="6" name="Graphic 5">
            <a:extLst xmlns:a="http://schemas.openxmlformats.org/drawingml/2006/main">
              <a:ext uri="{FF2B5EF4-FFF2-40B4-BE49-F238E27FC236}">
                <a16:creationId xmlns:a16="http://schemas.microsoft.com/office/drawing/2014/main" id="{D5762247-CD2A-4FCE-ACAD-EDF5E84C6331}"/>
              </a:ext>
            </a:extLst>
          </p:cNvPr>
          <p:cNvPicPr>
            <a:picLocks xmlns:a="http://schemas.openxmlformats.org/drawingml/2006/main" noChangeAspect="1"/>
          </p:cNvPicPr>
          <p:nvPr/>
        </p:nvPicPr>
        <p:blipFill>
          <a:blip xmlns:r="http://schemas.openxmlformats.org/officeDocument/2006/relationships" xmlns:a="http://schemas.openxmlformats.org/drawingml/2006/main" r:embed="Rbaa318fe25034d0f">
            <a:extLst>
              <a:ext uri="{96DAC541-7B7A-43D3-8B79-37D633B846F1}">
                <asvg:svgBlip xmlns:asvg="http://schemas.microsoft.com/office/drawing/2016/SVG/main" r:embed="Rcab90137b3cf4d96"/>
              </a:ext>
            </a:extLst>
          </a:blip>
          <a:srcRect xmlns:a="http://schemas.openxmlformats.org/drawingml/2006/main" l="5687" t="0" r="0" b="27270"/>
          <a:stretch xmlns:a="http://schemas.openxmlformats.org/drawingml/2006/main"/>
        </p:blipFill>
        <p:spPr>
          <a:xfrm xmlns:a="http://schemas.openxmlformats.org/drawingml/2006/main">
            <a:off x="5877887" y="1"/>
            <a:ext cx="6314112" cy="3246122"/>
          </a:xfrm>
          <a:prstGeom xmlns:a="http://schemas.openxmlformats.org/drawingml/2006/main" prst="rect">
            <a:avLst/>
          </a:prstGeom>
        </p:spPr>
      </p:pic>
    </p:spTree>
  </p:cSld>
</p:sldLayout>
</file>

<file path=ppt/slideLayouts/slideLayout32.xml><?xml version="1.0" encoding="utf-8"?>
<p:sldLayout xmlns:p="http://schemas.openxmlformats.org/presentationml/2006/main" preserve="1" userDrawn="1">
  <p:cSld name="Light - Quote, Picture, and logo">
    <p:bg>
      <p:bgPr>
        <a:solidFill xmlns:a="http://schemas.openxmlformats.org/drawingml/2006/main">
          <a:schemeClr val="bg2"/>
        </a:solidFill>
      </p:bgPr>
    </p:bg>
    <p:spTree>
      <p:nvGrpSpPr>
        <p:cNvPr id="1" name=""/>
        <p:cNvGrpSpPr/>
        <p:nvPr/>
      </p:nvGrpSpPr>
      <p:grpSpPr>
        <a:xfrm xmlns:a="http://schemas.openxmlformats.org/drawingml/2006/main"/>
      </p:grpSpPr>
      <p:pic>
        <p:nvPicPr>
          <p:cNvPr id="6" name="Graphic 5">
            <a:extLst xmlns:a="http://schemas.openxmlformats.org/drawingml/2006/main">
              <a:ext uri="{FF2B5EF4-FFF2-40B4-BE49-F238E27FC236}">
                <a16:creationId xmlns:a16="http://schemas.microsoft.com/office/drawing/2014/main" id="{0A412111-B1BF-4A27-9208-3A9962C48A7A}"/>
              </a:ext>
            </a:extLst>
          </p:cNvPr>
          <p:cNvPicPr>
            <a:picLocks xmlns:a="http://schemas.openxmlformats.org/drawingml/2006/main" noChangeAspect="1"/>
          </p:cNvPicPr>
          <p:nvPr/>
        </p:nvPicPr>
        <p:blipFill>
          <a:blip xmlns:r="http://schemas.openxmlformats.org/officeDocument/2006/relationships" xmlns:a="http://schemas.openxmlformats.org/drawingml/2006/main" r:embed="R4989e6e447be442f">
            <a:extLst>
              <a:ext uri="{96DAC541-7B7A-43D3-8B79-37D633B846F1}">
                <asvg:svgBlip xmlns:asvg="http://schemas.microsoft.com/office/drawing/2016/SVG/main" r:embed="R708d42ae687a40b4"/>
              </a:ext>
            </a:extLst>
          </a:blip>
          <a:srcRect xmlns:a="http://schemas.openxmlformats.org/drawingml/2006/main" l="5687" t="0" r="0" b="27270"/>
          <a:stretch xmlns:a="http://schemas.openxmlformats.org/drawingml/2006/main"/>
        </p:blipFill>
        <p:spPr>
          <a:xfrm xmlns:a="http://schemas.openxmlformats.org/drawingml/2006/main">
            <a:off x="5877887" y="1"/>
            <a:ext cx="6314112" cy="3246122"/>
          </a:xfrm>
          <a:prstGeom xmlns:a="http://schemas.openxmlformats.org/drawingml/2006/main" prst="rect">
            <a:avLst/>
          </a:prstGeom>
        </p:spPr>
      </p:pic>
      <p:sp>
        <p:nvSpPr>
          <p:cNvPr id="12" name="Quote">
            <a:extLst xmlns:a="http://schemas.openxmlformats.org/drawingml/2006/main">
              <a:ext uri="{FF2B5EF4-FFF2-40B4-BE49-F238E27FC236}">
                <a16:creationId xmlns:a16="http://schemas.microsoft.com/office/drawing/2014/main" id="{B3A79ECA-28E8-A857-97F4-082EF2B1CAB8}"/>
              </a:ext>
            </a:extLst>
          </p:cNvPr>
          <p:cNvSpPr>
            <a:spLocks xmlns:a="http://schemas.openxmlformats.org/drawingml/2006/main" noGrp="1"/>
          </p:cNvSpPr>
          <p:nvPr>
            <p:ph type="title" idx="0" hasCustomPrompt="1"/>
          </p:nvPr>
        </p:nvSpPr>
        <p:spPr>
          <a:xfrm xmlns:a="http://schemas.openxmlformats.org/drawingml/2006/main">
            <a:off x="5677787" y="2896192"/>
            <a:ext cx="6020298" cy="1384995"/>
          </a:xfrm>
          <a:prstGeom xmlns:a="http://schemas.openxmlformats.org/drawingml/2006/main" prst="rect">
            <a:avLst/>
          </a:prstGeom>
          <a:noFill xmlns:a="http://schemas.openxmlformats.org/drawingml/2006/main"/>
        </p:spPr>
        <p:txBody>
          <a:bodyPr xmlns:a="http://schemas.openxmlformats.org/drawingml/2006/main" vert="horz" wrap="square" lIns="0" tIns="0" rIns="0" bIns="0" anchor="b">
            <a:spAutoFit/>
          </a:bodyPr>
          <a:lstStyle xmlns:a="http://schemas.openxmlformats.org/drawingml/2006/main">
            <a:lvl1pPr marL="179388" indent="-179388">
              <a:lnSpc>
                <a:spcPct val="100000"/>
              </a:lnSpc>
              <a:buNone/>
              <a:defRPr sz="3000" b="0" i="0">
                <a:latin typeface="+mj-lt"/>
                <a:ea typeface="+mj-lt"/>
                <a:cs typeface="+mj-lt"/>
              </a:defRPr>
            </a:lvl1pPr>
          </a:lstStyle>
          <a:p xmlns:a="http://schemas.openxmlformats.org/drawingml/2006/main">
            <a:pPr lvl="0">
              <a:buNone/>
            </a:pPr>
            <a:r>
              <a:t>“Click to type customer or</a:t>
            </a:r>
            <a:br/>
            <a:r>
              <a:t>partner quote surrounded</a:t>
            </a:r>
            <a:br/>
            <a:r>
              <a:t>by quotation marks.”</a:t>
            </a:r>
          </a:p>
        </p:txBody>
      </p:sp>
      <p:sp>
        <p:nvSpPr>
          <p:cNvPr id="13" name="Text Field">
            <a:extLst xmlns:a="http://schemas.openxmlformats.org/drawingml/2006/main">
              <a:ext uri="{FF2B5EF4-FFF2-40B4-BE49-F238E27FC236}">
                <a16:creationId xmlns:a16="http://schemas.microsoft.com/office/drawing/2014/main" id="{04A571F4-71E4-264A-BBD5-0475995E681B}"/>
              </a:ext>
            </a:extLst>
          </p:cNvPr>
          <p:cNvSpPr>
            <a:spLocks xmlns:a="http://schemas.openxmlformats.org/drawingml/2006/main" noGrp="1"/>
          </p:cNvSpPr>
          <p:nvPr>
            <p:ph type="body" idx="37" hasCustomPrompt="1"/>
          </p:nvPr>
        </p:nvSpPr>
        <p:spPr>
          <a:xfrm xmlns:a="http://schemas.openxmlformats.org/drawingml/2006/main">
            <a:off x="5828788" y="4911127"/>
            <a:ext cx="5864400" cy="266291"/>
          </a:xfrm>
          <a:prstGeom xmlns:a="http://schemas.openxmlformats.org/drawingml/2006/main" prst="rect">
            <a:avLst/>
          </a:prstGeom>
        </p:spPr>
        <p:txBody>
          <a:bodyPr xmlns:a="http://schemas.openxmlformats.org/drawingml/2006/main">
            <a:noAutofit/>
          </a:bodyPr>
          <a:lstStyle xmlns:a="http://schemas.openxmlformats.org/drawingml/2006/main">
            <a:lvl1pPr>
              <a:lnSpc>
                <a:spcPct val="100000"/>
              </a:lnSpc>
              <a:buNone/>
              <a:defRPr b="1"/>
            </a:lvl1pPr>
          </a:lstStyle>
          <a:p xmlns:a="http://schemas.openxmlformats.org/drawingml/2006/main">
            <a:pPr lvl="0">
              <a:buNone/>
            </a:pPr>
            <a:r>
              <a:t>Name of person quoted</a:t>
            </a:r>
          </a:p>
        </p:txBody>
      </p:sp>
      <p:sp>
        <p:nvSpPr>
          <p:cNvPr id="11" name="Text Field 2">
            <a:extLst xmlns:a="http://schemas.openxmlformats.org/drawingml/2006/main">
              <a:ext uri="{FF2B5EF4-FFF2-40B4-BE49-F238E27FC236}">
                <a16:creationId xmlns:a16="http://schemas.microsoft.com/office/drawing/2014/main" id="{CBFB97F9-F988-C34C-8B6D-BB4A4D881736}"/>
              </a:ext>
            </a:extLst>
          </p:cNvPr>
          <p:cNvSpPr>
            <a:spLocks xmlns:a="http://schemas.openxmlformats.org/drawingml/2006/main" noGrp="1"/>
          </p:cNvSpPr>
          <p:nvPr>
            <p:ph type="body" idx="36" hasCustomPrompt="1"/>
          </p:nvPr>
        </p:nvSpPr>
        <p:spPr>
          <a:xfrm xmlns:a="http://schemas.openxmlformats.org/drawingml/2006/main">
            <a:off x="5828788" y="5248720"/>
            <a:ext cx="5864400" cy="786385"/>
          </a:xfrm>
          <a:prstGeom xmlns:a="http://schemas.openxmlformats.org/drawingml/2006/main" prst="rect">
            <a:avLst/>
          </a:prstGeom>
        </p:spPr>
        <p:txBody>
          <a:bodyPr xmlns:a="http://schemas.openxmlformats.org/drawingml/2006/main">
            <a:noAutofit/>
          </a:bodyPr>
          <a:lstStyle xmlns:a="http://schemas.openxmlformats.org/drawingml/2006/main">
            <a:lvl1pPr>
              <a:lnSpc>
                <a:spcPct val="100000"/>
              </a:lnSpc>
              <a:buNone/>
              <a:defRPr/>
            </a:lvl1pPr>
          </a:lstStyle>
          <a:p xmlns:a="http://schemas.openxmlformats.org/drawingml/2006/main">
            <a:pPr lvl="0">
              <a:buNone/>
            </a:pPr>
            <a:r>
              <a:t>Additional information if needed</a:t>
            </a:r>
          </a:p>
        </p:txBody>
      </p:sp>
      <p:sp>
        <p:nvSpPr>
          <p:cNvPr id="2" name="Content Placeholder 2">
            <a:extLst xmlns:a="http://schemas.openxmlformats.org/drawingml/2006/main">
              <a:ext uri="{FF2B5EF4-FFF2-40B4-BE49-F238E27FC236}">
                <a16:creationId xmlns:a16="http://schemas.microsoft.com/office/drawing/2014/main" id="{B89773B8-8237-C7B1-9DF8-93B5D5BF7DEE}"/>
              </a:ext>
            </a:extLst>
          </p:cNvPr>
          <p:cNvSpPr>
            <a:spLocks xmlns:a="http://schemas.openxmlformats.org/drawingml/2006/main" noGrp="1"/>
          </p:cNvSpPr>
          <p:nvPr>
            <p:ph idx="48" hasCustomPrompt="1"/>
          </p:nvPr>
        </p:nvSpPr>
        <p:spPr>
          <a:xfrm xmlns:a="http://schemas.openxmlformats.org/drawingml/2006/main">
            <a:off x="5828788" y="1560624"/>
            <a:ext cx="2447584" cy="673743"/>
          </a:xfrm>
        </p:spPr>
        <p:txBody>
          <a:bodyPr xmlns:a="http://schemas.openxmlformats.org/drawingml/2006/main"/>
          <a:lstStyle xmlns:a="http://schemas.openxmlformats.org/drawingml/2006/main">
            <a:lvl5pPr marL="731520" indent="0">
              <a:buNone/>
              <a:defRPr/>
            </a:lvl5pPr>
          </a:lstStyle>
          <a:p xmlns:a="http://schemas.openxmlformats.org/drawingml/2006/main">
            <a:pPr lvl="0">
              <a:buNone/>
            </a:pPr>
            <a:r>
              <a:t>Click to add logo</a:t>
            </a:r>
          </a:p>
        </p:txBody>
      </p:sp>
      <p:sp>
        <p:nvSpPr>
          <p:cNvPr id="5" name="Picture Placeholder 5">
            <a:extLst xmlns:a="http://schemas.openxmlformats.org/drawingml/2006/main">
              <a:ext uri="{FF2B5EF4-FFF2-40B4-BE49-F238E27FC236}">
                <a16:creationId xmlns:a16="http://schemas.microsoft.com/office/drawing/2014/main" id="{1F10E851-3567-F699-4B5F-02ABBB3355AC}"/>
              </a:ext>
            </a:extLst>
          </p:cNvPr>
          <p:cNvSpPr>
            <a:spLocks xmlns:a="http://schemas.openxmlformats.org/drawingml/2006/main" noGrp="1"/>
          </p:cNvSpPr>
          <p:nvPr>
            <p:ph type="pic" idx="47"/>
          </p:nvPr>
        </p:nvSpPr>
        <p:spPr>
          <a:xfrm xmlns:a="http://schemas.openxmlformats.org/drawingml/2006/main">
            <a:off x="0" y="0"/>
            <a:ext cx="4937092" cy="6292035"/>
          </a:xfrm>
          <a:custGeom xmlns:a="http://schemas.openxmlformats.org/drawingml/2006/main">
            <a:gdLst>
              <a:gd name="connsiteX0" fmla="*/ 0 w 5087890"/>
              <a:gd name="connsiteY0" fmla="*/ 0 h 6372666"/>
              <a:gd name="connsiteX1" fmla="*/ 3962495 w 5087890"/>
              <a:gd name="connsiteY1" fmla="*/ 0 h 6372666"/>
              <a:gd name="connsiteX2" fmla="*/ 3996914 w 5087890"/>
              <a:gd name="connsiteY2" fmla="*/ 31198 h 6372666"/>
              <a:gd name="connsiteX3" fmla="*/ 5087890 w 5087890"/>
              <a:gd name="connsiteY3" fmla="*/ 2657920 h 6372666"/>
              <a:gd name="connsiteX4" fmla="*/ 1363066 w 5087890"/>
              <a:gd name="connsiteY4" fmla="*/ 6372666 h 6372666"/>
              <a:gd name="connsiteX5" fmla="*/ 82347 w 5087890"/>
              <a:gd name="connsiteY5" fmla="*/ 6147256 h 6372666"/>
              <a:gd name="connsiteX6" fmla="*/ 0 w 5087890"/>
              <a:gd name="connsiteY6" fmla="*/ 6114876 h 6372666"/>
              <a:gd name="connsiteX0" fmla="*/ 0 w 5249971"/>
              <a:gd name="connsiteY0" fmla="*/ 0 h 6372666"/>
              <a:gd name="connsiteX1" fmla="*/ 3962495 w 5249971"/>
              <a:gd name="connsiteY1" fmla="*/ 0 h 6372666"/>
              <a:gd name="connsiteX2" fmla="*/ 4226946 w 5249971"/>
              <a:gd name="connsiteY2" fmla="*/ 231614 h 6372666"/>
              <a:gd name="connsiteX3" fmla="*/ 5087890 w 5249971"/>
              <a:gd name="connsiteY3" fmla="*/ 2657920 h 6372666"/>
              <a:gd name="connsiteX4" fmla="*/ 1363066 w 5249971"/>
              <a:gd name="connsiteY4" fmla="*/ 6372666 h 6372666"/>
              <a:gd name="connsiteX5" fmla="*/ 82347 w 5249971"/>
              <a:gd name="connsiteY5" fmla="*/ 6147256 h 6372666"/>
              <a:gd name="connsiteX6" fmla="*/ 0 w 5249971"/>
              <a:gd name="connsiteY6" fmla="*/ 6114876 h 6372666"/>
              <a:gd name="connsiteX7" fmla="*/ 0 w 5249971"/>
              <a:gd name="connsiteY7" fmla="*/ 0 h 6372666"/>
              <a:gd name="connsiteX0" fmla="*/ 0 w 5247320"/>
              <a:gd name="connsiteY0" fmla="*/ 0 h 6372666"/>
              <a:gd name="connsiteX1" fmla="*/ 3962495 w 5247320"/>
              <a:gd name="connsiteY1" fmla="*/ 0 h 6372666"/>
              <a:gd name="connsiteX2" fmla="*/ 4226946 w 5247320"/>
              <a:gd name="connsiteY2" fmla="*/ 231614 h 6372666"/>
              <a:gd name="connsiteX3" fmla="*/ 5087890 w 5247320"/>
              <a:gd name="connsiteY3" fmla="*/ 2657920 h 6372666"/>
              <a:gd name="connsiteX4" fmla="*/ 1363066 w 5247320"/>
              <a:gd name="connsiteY4" fmla="*/ 6372666 h 6372666"/>
              <a:gd name="connsiteX5" fmla="*/ 82347 w 5247320"/>
              <a:gd name="connsiteY5" fmla="*/ 6147256 h 6372666"/>
              <a:gd name="connsiteX6" fmla="*/ 0 w 5247320"/>
              <a:gd name="connsiteY6" fmla="*/ 6114876 h 6372666"/>
              <a:gd name="connsiteX7" fmla="*/ 0 w 5247320"/>
              <a:gd name="connsiteY7" fmla="*/ 0 h 6372666"/>
              <a:gd name="connsiteX0" fmla="*/ 0 w 5247320"/>
              <a:gd name="connsiteY0" fmla="*/ 0 h 6372666"/>
              <a:gd name="connsiteX1" fmla="*/ 4516662 w 5247320"/>
              <a:gd name="connsiteY1" fmla="*/ 10548 h 6372666"/>
              <a:gd name="connsiteX2" fmla="*/ 4226946 w 5247320"/>
              <a:gd name="connsiteY2" fmla="*/ 231614 h 6372666"/>
              <a:gd name="connsiteX3" fmla="*/ 5087890 w 5247320"/>
              <a:gd name="connsiteY3" fmla="*/ 2657920 h 6372666"/>
              <a:gd name="connsiteX4" fmla="*/ 1363066 w 5247320"/>
              <a:gd name="connsiteY4" fmla="*/ 6372666 h 6372666"/>
              <a:gd name="connsiteX5" fmla="*/ 82347 w 5247320"/>
              <a:gd name="connsiteY5" fmla="*/ 6147256 h 6372666"/>
              <a:gd name="connsiteX6" fmla="*/ 0 w 5247320"/>
              <a:gd name="connsiteY6" fmla="*/ 6114876 h 6372666"/>
              <a:gd name="connsiteX7" fmla="*/ 0 w 5247320"/>
              <a:gd name="connsiteY7" fmla="*/ 0 h 6372666"/>
              <a:gd name="connsiteX0" fmla="*/ 0 w 5365577"/>
              <a:gd name="connsiteY0" fmla="*/ 0 h 6372666"/>
              <a:gd name="connsiteX1" fmla="*/ 4516662 w 5365577"/>
              <a:gd name="connsiteY1" fmla="*/ 10548 h 6372666"/>
              <a:gd name="connsiteX2" fmla="*/ 4655641 w 5365577"/>
              <a:gd name="connsiteY2" fmla="*/ 526964 h 6372666"/>
              <a:gd name="connsiteX3" fmla="*/ 5087890 w 5365577"/>
              <a:gd name="connsiteY3" fmla="*/ 2657920 h 6372666"/>
              <a:gd name="connsiteX4" fmla="*/ 1363066 w 5365577"/>
              <a:gd name="connsiteY4" fmla="*/ 6372666 h 6372666"/>
              <a:gd name="connsiteX5" fmla="*/ 82347 w 5365577"/>
              <a:gd name="connsiteY5" fmla="*/ 6147256 h 6372666"/>
              <a:gd name="connsiteX6" fmla="*/ 0 w 5365577"/>
              <a:gd name="connsiteY6" fmla="*/ 6114876 h 6372666"/>
              <a:gd name="connsiteX7" fmla="*/ 0 w 5365577"/>
              <a:gd name="connsiteY7" fmla="*/ 0 h 6372666"/>
              <a:gd name="connsiteX0" fmla="*/ 0 w 5288223"/>
              <a:gd name="connsiteY0" fmla="*/ 0 h 6372666"/>
              <a:gd name="connsiteX1" fmla="*/ 4516662 w 5288223"/>
              <a:gd name="connsiteY1" fmla="*/ 10548 h 6372666"/>
              <a:gd name="connsiteX2" fmla="*/ 4655641 w 5288223"/>
              <a:gd name="connsiteY2" fmla="*/ 526964 h 6372666"/>
              <a:gd name="connsiteX3" fmla="*/ 5087890 w 5288223"/>
              <a:gd name="connsiteY3" fmla="*/ 2657920 h 6372666"/>
              <a:gd name="connsiteX4" fmla="*/ 1363066 w 5288223"/>
              <a:gd name="connsiteY4" fmla="*/ 6372666 h 6372666"/>
              <a:gd name="connsiteX5" fmla="*/ 82347 w 5288223"/>
              <a:gd name="connsiteY5" fmla="*/ 6147256 h 6372666"/>
              <a:gd name="connsiteX6" fmla="*/ 0 w 5288223"/>
              <a:gd name="connsiteY6" fmla="*/ 6114876 h 6372666"/>
              <a:gd name="connsiteX7" fmla="*/ 0 w 5288223"/>
              <a:gd name="connsiteY7" fmla="*/ 0 h 6372666"/>
              <a:gd name="connsiteX0" fmla="*/ 0 w 5288223"/>
              <a:gd name="connsiteY0" fmla="*/ 0 h 6372666"/>
              <a:gd name="connsiteX1" fmla="*/ 4725781 w 5288223"/>
              <a:gd name="connsiteY1" fmla="*/ 21096 h 6372666"/>
              <a:gd name="connsiteX2" fmla="*/ 4655641 w 5288223"/>
              <a:gd name="connsiteY2" fmla="*/ 526964 h 6372666"/>
              <a:gd name="connsiteX3" fmla="*/ 5087890 w 5288223"/>
              <a:gd name="connsiteY3" fmla="*/ 2657920 h 6372666"/>
              <a:gd name="connsiteX4" fmla="*/ 1363066 w 5288223"/>
              <a:gd name="connsiteY4" fmla="*/ 6372666 h 6372666"/>
              <a:gd name="connsiteX5" fmla="*/ 82347 w 5288223"/>
              <a:gd name="connsiteY5" fmla="*/ 6147256 h 6372666"/>
              <a:gd name="connsiteX6" fmla="*/ 0 w 5288223"/>
              <a:gd name="connsiteY6" fmla="*/ 6114876 h 6372666"/>
              <a:gd name="connsiteX7" fmla="*/ 0 w 5288223"/>
              <a:gd name="connsiteY7" fmla="*/ 0 h 6372666"/>
              <a:gd name="connsiteX0" fmla="*/ 0 w 5382393"/>
              <a:gd name="connsiteY0" fmla="*/ 0 h 6372666"/>
              <a:gd name="connsiteX1" fmla="*/ 4725781 w 5382393"/>
              <a:gd name="connsiteY1" fmla="*/ 21096 h 6372666"/>
              <a:gd name="connsiteX2" fmla="*/ 4969320 w 5382393"/>
              <a:gd name="connsiteY2" fmla="*/ 1170404 h 6372666"/>
              <a:gd name="connsiteX3" fmla="*/ 5087890 w 5382393"/>
              <a:gd name="connsiteY3" fmla="*/ 2657920 h 6372666"/>
              <a:gd name="connsiteX4" fmla="*/ 1363066 w 5382393"/>
              <a:gd name="connsiteY4" fmla="*/ 6372666 h 6372666"/>
              <a:gd name="connsiteX5" fmla="*/ 82347 w 5382393"/>
              <a:gd name="connsiteY5" fmla="*/ 6147256 h 6372666"/>
              <a:gd name="connsiteX6" fmla="*/ 0 w 5382393"/>
              <a:gd name="connsiteY6" fmla="*/ 6114876 h 6372666"/>
              <a:gd name="connsiteX7" fmla="*/ 0 w 5382393"/>
              <a:gd name="connsiteY7" fmla="*/ 0 h 6372666"/>
              <a:gd name="connsiteX0" fmla="*/ 0 w 5095613"/>
              <a:gd name="connsiteY0" fmla="*/ 0 h 6372666"/>
              <a:gd name="connsiteX1" fmla="*/ 4725781 w 5095613"/>
              <a:gd name="connsiteY1" fmla="*/ 21096 h 6372666"/>
              <a:gd name="connsiteX2" fmla="*/ 4969320 w 5095613"/>
              <a:gd name="connsiteY2" fmla="*/ 1170404 h 6372666"/>
              <a:gd name="connsiteX3" fmla="*/ 4502357 w 5095613"/>
              <a:gd name="connsiteY3" fmla="*/ 4598790 h 6372666"/>
              <a:gd name="connsiteX4" fmla="*/ 1363066 w 5095613"/>
              <a:gd name="connsiteY4" fmla="*/ 6372666 h 6372666"/>
              <a:gd name="connsiteX5" fmla="*/ 82347 w 5095613"/>
              <a:gd name="connsiteY5" fmla="*/ 6147256 h 6372666"/>
              <a:gd name="connsiteX6" fmla="*/ 0 w 5095613"/>
              <a:gd name="connsiteY6" fmla="*/ 6114876 h 6372666"/>
              <a:gd name="connsiteX7" fmla="*/ 0 w 5095613"/>
              <a:gd name="connsiteY7" fmla="*/ 0 h 6372666"/>
              <a:gd name="connsiteX0" fmla="*/ 0 w 5016403"/>
              <a:gd name="connsiteY0" fmla="*/ 0 h 6372666"/>
              <a:gd name="connsiteX1" fmla="*/ 4725781 w 5016403"/>
              <a:gd name="connsiteY1" fmla="*/ 21096 h 6372666"/>
              <a:gd name="connsiteX2" fmla="*/ 4864760 w 5016403"/>
              <a:gd name="connsiteY2" fmla="*/ 474223 h 6372666"/>
              <a:gd name="connsiteX3" fmla="*/ 4502357 w 5016403"/>
              <a:gd name="connsiteY3" fmla="*/ 4598790 h 6372666"/>
              <a:gd name="connsiteX4" fmla="*/ 1363066 w 5016403"/>
              <a:gd name="connsiteY4" fmla="*/ 6372666 h 6372666"/>
              <a:gd name="connsiteX5" fmla="*/ 82347 w 5016403"/>
              <a:gd name="connsiteY5" fmla="*/ 6147256 h 6372666"/>
              <a:gd name="connsiteX6" fmla="*/ 0 w 5016403"/>
              <a:gd name="connsiteY6" fmla="*/ 6114876 h 6372666"/>
              <a:gd name="connsiteX7" fmla="*/ 0 w 5016403"/>
              <a:gd name="connsiteY7" fmla="*/ 0 h 6372666"/>
              <a:gd name="connsiteX0" fmla="*/ 0 w 5122449"/>
              <a:gd name="connsiteY0" fmla="*/ 0 h 6372666"/>
              <a:gd name="connsiteX1" fmla="*/ 4725781 w 5122449"/>
              <a:gd name="connsiteY1" fmla="*/ 21096 h 6372666"/>
              <a:gd name="connsiteX2" fmla="*/ 4864760 w 5122449"/>
              <a:gd name="connsiteY2" fmla="*/ 474223 h 6372666"/>
              <a:gd name="connsiteX3" fmla="*/ 4502357 w 5122449"/>
              <a:gd name="connsiteY3" fmla="*/ 4598790 h 6372666"/>
              <a:gd name="connsiteX4" fmla="*/ 1363066 w 5122449"/>
              <a:gd name="connsiteY4" fmla="*/ 6372666 h 6372666"/>
              <a:gd name="connsiteX5" fmla="*/ 82347 w 5122449"/>
              <a:gd name="connsiteY5" fmla="*/ 6147256 h 6372666"/>
              <a:gd name="connsiteX6" fmla="*/ 0 w 5122449"/>
              <a:gd name="connsiteY6" fmla="*/ 6114876 h 6372666"/>
              <a:gd name="connsiteX7" fmla="*/ 0 w 5122449"/>
              <a:gd name="connsiteY7" fmla="*/ 0 h 6372666"/>
              <a:gd name="connsiteX0" fmla="*/ 0 w 5110499"/>
              <a:gd name="connsiteY0" fmla="*/ 0 h 6372666"/>
              <a:gd name="connsiteX1" fmla="*/ 4725781 w 5110499"/>
              <a:gd name="connsiteY1" fmla="*/ 21096 h 6372666"/>
              <a:gd name="connsiteX2" fmla="*/ 4864760 w 5110499"/>
              <a:gd name="connsiteY2" fmla="*/ 474223 h 6372666"/>
              <a:gd name="connsiteX3" fmla="*/ 4460534 w 5110499"/>
              <a:gd name="connsiteY3" fmla="*/ 4704273 h 6372666"/>
              <a:gd name="connsiteX4" fmla="*/ 1363066 w 5110499"/>
              <a:gd name="connsiteY4" fmla="*/ 6372666 h 6372666"/>
              <a:gd name="connsiteX5" fmla="*/ 82347 w 5110499"/>
              <a:gd name="connsiteY5" fmla="*/ 6147256 h 6372666"/>
              <a:gd name="connsiteX6" fmla="*/ 0 w 5110499"/>
              <a:gd name="connsiteY6" fmla="*/ 6114876 h 6372666"/>
              <a:gd name="connsiteX7" fmla="*/ 0 w 5110499"/>
              <a:gd name="connsiteY7" fmla="*/ 0 h 6372666"/>
              <a:gd name="connsiteX0" fmla="*/ 0 w 5110499"/>
              <a:gd name="connsiteY0" fmla="*/ 0 h 6372666"/>
              <a:gd name="connsiteX1" fmla="*/ 4725781 w 5110499"/>
              <a:gd name="connsiteY1" fmla="*/ 21096 h 6372666"/>
              <a:gd name="connsiteX2" fmla="*/ 4864760 w 5110499"/>
              <a:gd name="connsiteY2" fmla="*/ 474223 h 6372666"/>
              <a:gd name="connsiteX3" fmla="*/ 4460534 w 5110499"/>
              <a:gd name="connsiteY3" fmla="*/ 4704273 h 6372666"/>
              <a:gd name="connsiteX4" fmla="*/ 1363066 w 5110499"/>
              <a:gd name="connsiteY4" fmla="*/ 6372666 h 6372666"/>
              <a:gd name="connsiteX5" fmla="*/ 82347 w 5110499"/>
              <a:gd name="connsiteY5" fmla="*/ 6147256 h 6372666"/>
              <a:gd name="connsiteX6" fmla="*/ 0 w 5110499"/>
              <a:gd name="connsiteY6" fmla="*/ 6114876 h 6372666"/>
              <a:gd name="connsiteX7" fmla="*/ 0 w 5110499"/>
              <a:gd name="connsiteY7" fmla="*/ 0 h 6372666"/>
              <a:gd name="connsiteX0" fmla="*/ 0 w 5118394"/>
              <a:gd name="connsiteY0" fmla="*/ 0 h 6509793"/>
              <a:gd name="connsiteX1" fmla="*/ 4725781 w 5118394"/>
              <a:gd name="connsiteY1" fmla="*/ 21096 h 6509793"/>
              <a:gd name="connsiteX2" fmla="*/ 4864760 w 5118394"/>
              <a:gd name="connsiteY2" fmla="*/ 474223 h 6509793"/>
              <a:gd name="connsiteX3" fmla="*/ 4460534 w 5118394"/>
              <a:gd name="connsiteY3" fmla="*/ 4704273 h 6509793"/>
              <a:gd name="connsiteX4" fmla="*/ 1164403 w 5118394"/>
              <a:gd name="connsiteY4" fmla="*/ 6509793 h 6509793"/>
              <a:gd name="connsiteX5" fmla="*/ 82347 w 5118394"/>
              <a:gd name="connsiteY5" fmla="*/ 6147256 h 6509793"/>
              <a:gd name="connsiteX6" fmla="*/ 0 w 5118394"/>
              <a:gd name="connsiteY6" fmla="*/ 6114876 h 6509793"/>
              <a:gd name="connsiteX7" fmla="*/ 0 w 5118394"/>
              <a:gd name="connsiteY7" fmla="*/ 0 h 6509793"/>
              <a:gd name="connsiteX0" fmla="*/ 0 w 5162448"/>
              <a:gd name="connsiteY0" fmla="*/ 0 h 6509793"/>
              <a:gd name="connsiteX1" fmla="*/ 4725781 w 5162448"/>
              <a:gd name="connsiteY1" fmla="*/ 21096 h 6509793"/>
              <a:gd name="connsiteX2" fmla="*/ 4864760 w 5162448"/>
              <a:gd name="connsiteY2" fmla="*/ 474223 h 6509793"/>
              <a:gd name="connsiteX3" fmla="*/ 4596462 w 5162448"/>
              <a:gd name="connsiteY3" fmla="*/ 4535502 h 6509793"/>
              <a:gd name="connsiteX4" fmla="*/ 1164403 w 5162448"/>
              <a:gd name="connsiteY4" fmla="*/ 6509793 h 6509793"/>
              <a:gd name="connsiteX5" fmla="*/ 82347 w 5162448"/>
              <a:gd name="connsiteY5" fmla="*/ 6147256 h 6509793"/>
              <a:gd name="connsiteX6" fmla="*/ 0 w 5162448"/>
              <a:gd name="connsiteY6" fmla="*/ 6114876 h 6509793"/>
              <a:gd name="connsiteX7" fmla="*/ 0 w 5162448"/>
              <a:gd name="connsiteY7" fmla="*/ 0 h 6509793"/>
              <a:gd name="connsiteX0" fmla="*/ 0 w 5162448"/>
              <a:gd name="connsiteY0" fmla="*/ 0 h 6509793"/>
              <a:gd name="connsiteX1" fmla="*/ 4725781 w 5162448"/>
              <a:gd name="connsiteY1" fmla="*/ 21096 h 6509793"/>
              <a:gd name="connsiteX2" fmla="*/ 4864760 w 5162448"/>
              <a:gd name="connsiteY2" fmla="*/ 474223 h 6509793"/>
              <a:gd name="connsiteX3" fmla="*/ 4596462 w 5162448"/>
              <a:gd name="connsiteY3" fmla="*/ 4535502 h 6509793"/>
              <a:gd name="connsiteX4" fmla="*/ 1164403 w 5162448"/>
              <a:gd name="connsiteY4" fmla="*/ 6509793 h 6509793"/>
              <a:gd name="connsiteX5" fmla="*/ 385570 w 5162448"/>
              <a:gd name="connsiteY5" fmla="*/ 6305480 h 6509793"/>
              <a:gd name="connsiteX6" fmla="*/ 0 w 5162448"/>
              <a:gd name="connsiteY6" fmla="*/ 6114876 h 6509793"/>
              <a:gd name="connsiteX7" fmla="*/ 0 w 5162448"/>
              <a:gd name="connsiteY7" fmla="*/ 0 h 6509793"/>
              <a:gd name="connsiteX0" fmla="*/ 0 w 5162448"/>
              <a:gd name="connsiteY0" fmla="*/ 0 h 6509793"/>
              <a:gd name="connsiteX1" fmla="*/ 4725781 w 5162448"/>
              <a:gd name="connsiteY1" fmla="*/ 21096 h 6509793"/>
              <a:gd name="connsiteX2" fmla="*/ 4864760 w 5162448"/>
              <a:gd name="connsiteY2" fmla="*/ 474223 h 6509793"/>
              <a:gd name="connsiteX3" fmla="*/ 4596462 w 5162448"/>
              <a:gd name="connsiteY3" fmla="*/ 4535502 h 6509793"/>
              <a:gd name="connsiteX4" fmla="*/ 1164403 w 5162448"/>
              <a:gd name="connsiteY4" fmla="*/ 6509793 h 6509793"/>
              <a:gd name="connsiteX5" fmla="*/ 385570 w 5162448"/>
              <a:gd name="connsiteY5" fmla="*/ 6305480 h 6509793"/>
              <a:gd name="connsiteX6" fmla="*/ 0 w 5162448"/>
              <a:gd name="connsiteY6" fmla="*/ 6114876 h 6509793"/>
              <a:gd name="connsiteX7" fmla="*/ 0 w 5162448"/>
              <a:gd name="connsiteY7" fmla="*/ 0 h 6509793"/>
              <a:gd name="connsiteX0" fmla="*/ 0 w 5127267"/>
              <a:gd name="connsiteY0" fmla="*/ 0 h 6509793"/>
              <a:gd name="connsiteX1" fmla="*/ 4725781 w 5127267"/>
              <a:gd name="connsiteY1" fmla="*/ 21096 h 6509793"/>
              <a:gd name="connsiteX2" fmla="*/ 4812481 w 5127267"/>
              <a:gd name="connsiteY2" fmla="*/ 526964 h 6509793"/>
              <a:gd name="connsiteX3" fmla="*/ 4596462 w 5127267"/>
              <a:gd name="connsiteY3" fmla="*/ 4535502 h 6509793"/>
              <a:gd name="connsiteX4" fmla="*/ 1164403 w 5127267"/>
              <a:gd name="connsiteY4" fmla="*/ 6509793 h 6509793"/>
              <a:gd name="connsiteX5" fmla="*/ 385570 w 5127267"/>
              <a:gd name="connsiteY5" fmla="*/ 6305480 h 6509793"/>
              <a:gd name="connsiteX6" fmla="*/ 0 w 5127267"/>
              <a:gd name="connsiteY6" fmla="*/ 6114876 h 6509793"/>
              <a:gd name="connsiteX7" fmla="*/ 0 w 5127267"/>
              <a:gd name="connsiteY7" fmla="*/ 0 h 6509793"/>
              <a:gd name="connsiteX0" fmla="*/ 0 w 5041484"/>
              <a:gd name="connsiteY0" fmla="*/ 0 h 6509793"/>
              <a:gd name="connsiteX1" fmla="*/ 4725781 w 5041484"/>
              <a:gd name="connsiteY1" fmla="*/ 21096 h 6509793"/>
              <a:gd name="connsiteX2" fmla="*/ 4812481 w 5041484"/>
              <a:gd name="connsiteY2" fmla="*/ 526964 h 6509793"/>
              <a:gd name="connsiteX3" fmla="*/ 4596462 w 5041484"/>
              <a:gd name="connsiteY3" fmla="*/ 4535502 h 6509793"/>
              <a:gd name="connsiteX4" fmla="*/ 1164403 w 5041484"/>
              <a:gd name="connsiteY4" fmla="*/ 6509793 h 6509793"/>
              <a:gd name="connsiteX5" fmla="*/ 385570 w 5041484"/>
              <a:gd name="connsiteY5" fmla="*/ 6305480 h 6509793"/>
              <a:gd name="connsiteX6" fmla="*/ 0 w 5041484"/>
              <a:gd name="connsiteY6" fmla="*/ 6114876 h 6509793"/>
              <a:gd name="connsiteX7" fmla="*/ 0 w 5041484"/>
              <a:gd name="connsiteY7" fmla="*/ 0 h 6509793"/>
              <a:gd name="connsiteX0" fmla="*/ 0 w 5140479"/>
              <a:gd name="connsiteY0" fmla="*/ 0 h 6509793"/>
              <a:gd name="connsiteX1" fmla="*/ 4725781 w 5140479"/>
              <a:gd name="connsiteY1" fmla="*/ 21096 h 6509793"/>
              <a:gd name="connsiteX2" fmla="*/ 4812481 w 5140479"/>
              <a:gd name="connsiteY2" fmla="*/ 526964 h 6509793"/>
              <a:gd name="connsiteX3" fmla="*/ 4596462 w 5140479"/>
              <a:gd name="connsiteY3" fmla="*/ 4535502 h 6509793"/>
              <a:gd name="connsiteX4" fmla="*/ 1164403 w 5140479"/>
              <a:gd name="connsiteY4" fmla="*/ 6509793 h 6509793"/>
              <a:gd name="connsiteX5" fmla="*/ 385570 w 5140479"/>
              <a:gd name="connsiteY5" fmla="*/ 6305480 h 6509793"/>
              <a:gd name="connsiteX6" fmla="*/ 0 w 5140479"/>
              <a:gd name="connsiteY6" fmla="*/ 6114876 h 6509793"/>
              <a:gd name="connsiteX7" fmla="*/ 0 w 5140479"/>
              <a:gd name="connsiteY7" fmla="*/ 0 h 6509793"/>
              <a:gd name="connsiteX0" fmla="*/ 0 w 5190465"/>
              <a:gd name="connsiteY0" fmla="*/ 0 h 6509793"/>
              <a:gd name="connsiteX1" fmla="*/ 4725781 w 5190465"/>
              <a:gd name="connsiteY1" fmla="*/ 21096 h 6509793"/>
              <a:gd name="connsiteX2" fmla="*/ 4885673 w 5190465"/>
              <a:gd name="connsiteY2" fmla="*/ 358192 h 6509793"/>
              <a:gd name="connsiteX3" fmla="*/ 4596462 w 5190465"/>
              <a:gd name="connsiteY3" fmla="*/ 4535502 h 6509793"/>
              <a:gd name="connsiteX4" fmla="*/ 1164403 w 5190465"/>
              <a:gd name="connsiteY4" fmla="*/ 6509793 h 6509793"/>
              <a:gd name="connsiteX5" fmla="*/ 385570 w 5190465"/>
              <a:gd name="connsiteY5" fmla="*/ 6305480 h 6509793"/>
              <a:gd name="connsiteX6" fmla="*/ 0 w 5190465"/>
              <a:gd name="connsiteY6" fmla="*/ 6114876 h 6509793"/>
              <a:gd name="connsiteX7" fmla="*/ 0 w 5190465"/>
              <a:gd name="connsiteY7" fmla="*/ 0 h 6509793"/>
              <a:gd name="connsiteX0" fmla="*/ 0 w 5158865"/>
              <a:gd name="connsiteY0" fmla="*/ 0 h 6509793"/>
              <a:gd name="connsiteX1" fmla="*/ 4725781 w 5158865"/>
              <a:gd name="connsiteY1" fmla="*/ 21096 h 6509793"/>
              <a:gd name="connsiteX2" fmla="*/ 4885673 w 5158865"/>
              <a:gd name="connsiteY2" fmla="*/ 358192 h 6509793"/>
              <a:gd name="connsiteX3" fmla="*/ 4596462 w 5158865"/>
              <a:gd name="connsiteY3" fmla="*/ 4535502 h 6509793"/>
              <a:gd name="connsiteX4" fmla="*/ 1164403 w 5158865"/>
              <a:gd name="connsiteY4" fmla="*/ 6509793 h 6509793"/>
              <a:gd name="connsiteX5" fmla="*/ 385570 w 5158865"/>
              <a:gd name="connsiteY5" fmla="*/ 6305480 h 6509793"/>
              <a:gd name="connsiteX6" fmla="*/ 0 w 5158865"/>
              <a:gd name="connsiteY6" fmla="*/ 6114876 h 6509793"/>
              <a:gd name="connsiteX7" fmla="*/ 0 w 5158865"/>
              <a:gd name="connsiteY7" fmla="*/ 0 h 6509793"/>
              <a:gd name="connsiteX0" fmla="*/ 0 w 5272866"/>
              <a:gd name="connsiteY0" fmla="*/ 0 h 6509793"/>
              <a:gd name="connsiteX1" fmla="*/ 4725781 w 5272866"/>
              <a:gd name="connsiteY1" fmla="*/ 21096 h 6509793"/>
              <a:gd name="connsiteX2" fmla="*/ 5042512 w 5272866"/>
              <a:gd name="connsiteY2" fmla="*/ 1476302 h 6509793"/>
              <a:gd name="connsiteX3" fmla="*/ 4596462 w 5272866"/>
              <a:gd name="connsiteY3" fmla="*/ 4535502 h 6509793"/>
              <a:gd name="connsiteX4" fmla="*/ 1164403 w 5272866"/>
              <a:gd name="connsiteY4" fmla="*/ 6509793 h 6509793"/>
              <a:gd name="connsiteX5" fmla="*/ 385570 w 5272866"/>
              <a:gd name="connsiteY5" fmla="*/ 6305480 h 6509793"/>
              <a:gd name="connsiteX6" fmla="*/ 0 w 5272866"/>
              <a:gd name="connsiteY6" fmla="*/ 6114876 h 6509793"/>
              <a:gd name="connsiteX7" fmla="*/ 0 w 5272866"/>
              <a:gd name="connsiteY7" fmla="*/ 0 h 6509793"/>
              <a:gd name="connsiteX0" fmla="*/ 0 w 5183390"/>
              <a:gd name="connsiteY0" fmla="*/ 0 h 6509793"/>
              <a:gd name="connsiteX1" fmla="*/ 4725781 w 5183390"/>
              <a:gd name="connsiteY1" fmla="*/ 21096 h 6509793"/>
              <a:gd name="connsiteX2" fmla="*/ 5042512 w 5183390"/>
              <a:gd name="connsiteY2" fmla="*/ 1476302 h 6509793"/>
              <a:gd name="connsiteX3" fmla="*/ 4115488 w 5183390"/>
              <a:gd name="connsiteY3" fmla="*/ 5210588 h 6509793"/>
              <a:gd name="connsiteX4" fmla="*/ 1164403 w 5183390"/>
              <a:gd name="connsiteY4" fmla="*/ 6509793 h 6509793"/>
              <a:gd name="connsiteX5" fmla="*/ 385570 w 5183390"/>
              <a:gd name="connsiteY5" fmla="*/ 6305480 h 6509793"/>
              <a:gd name="connsiteX6" fmla="*/ 0 w 5183390"/>
              <a:gd name="connsiteY6" fmla="*/ 6114876 h 6509793"/>
              <a:gd name="connsiteX7" fmla="*/ 0 w 5183390"/>
              <a:gd name="connsiteY7" fmla="*/ 0 h 6509793"/>
              <a:gd name="connsiteX0" fmla="*/ 0 w 5172636"/>
              <a:gd name="connsiteY0" fmla="*/ 0 h 6509793"/>
              <a:gd name="connsiteX1" fmla="*/ 4725781 w 5172636"/>
              <a:gd name="connsiteY1" fmla="*/ 21096 h 6509793"/>
              <a:gd name="connsiteX2" fmla="*/ 5042512 w 5172636"/>
              <a:gd name="connsiteY2" fmla="*/ 1476302 h 6509793"/>
              <a:gd name="connsiteX3" fmla="*/ 4115488 w 5172636"/>
              <a:gd name="connsiteY3" fmla="*/ 5210588 h 6509793"/>
              <a:gd name="connsiteX4" fmla="*/ 1164403 w 5172636"/>
              <a:gd name="connsiteY4" fmla="*/ 6509793 h 6509793"/>
              <a:gd name="connsiteX5" fmla="*/ 385570 w 5172636"/>
              <a:gd name="connsiteY5" fmla="*/ 6305480 h 6509793"/>
              <a:gd name="connsiteX6" fmla="*/ 0 w 5172636"/>
              <a:gd name="connsiteY6" fmla="*/ 6114876 h 6509793"/>
              <a:gd name="connsiteX7" fmla="*/ 0 w 5172636"/>
              <a:gd name="connsiteY7" fmla="*/ 0 h 6509793"/>
              <a:gd name="connsiteX0" fmla="*/ 0 w 5097074"/>
              <a:gd name="connsiteY0" fmla="*/ 0 h 6509793"/>
              <a:gd name="connsiteX1" fmla="*/ 4725781 w 5097074"/>
              <a:gd name="connsiteY1" fmla="*/ 21096 h 6509793"/>
              <a:gd name="connsiteX2" fmla="*/ 5042512 w 5097074"/>
              <a:gd name="connsiteY2" fmla="*/ 1476302 h 6509793"/>
              <a:gd name="connsiteX3" fmla="*/ 4115488 w 5097074"/>
              <a:gd name="connsiteY3" fmla="*/ 5210588 h 6509793"/>
              <a:gd name="connsiteX4" fmla="*/ 1164403 w 5097074"/>
              <a:gd name="connsiteY4" fmla="*/ 6509793 h 6509793"/>
              <a:gd name="connsiteX5" fmla="*/ 385570 w 5097074"/>
              <a:gd name="connsiteY5" fmla="*/ 6305480 h 6509793"/>
              <a:gd name="connsiteX6" fmla="*/ 0 w 5097074"/>
              <a:gd name="connsiteY6" fmla="*/ 6114876 h 6509793"/>
              <a:gd name="connsiteX7" fmla="*/ 0 w 5097074"/>
              <a:gd name="connsiteY7" fmla="*/ 0 h 6509793"/>
              <a:gd name="connsiteX0" fmla="*/ 0 w 5106559"/>
              <a:gd name="connsiteY0" fmla="*/ 0 h 6509793"/>
              <a:gd name="connsiteX1" fmla="*/ 4725781 w 5106559"/>
              <a:gd name="connsiteY1" fmla="*/ 21096 h 6509793"/>
              <a:gd name="connsiteX2" fmla="*/ 5042512 w 5106559"/>
              <a:gd name="connsiteY2" fmla="*/ 1476302 h 6509793"/>
              <a:gd name="connsiteX3" fmla="*/ 4115488 w 5106559"/>
              <a:gd name="connsiteY3" fmla="*/ 5210588 h 6509793"/>
              <a:gd name="connsiteX4" fmla="*/ 1164403 w 5106559"/>
              <a:gd name="connsiteY4" fmla="*/ 6509793 h 6509793"/>
              <a:gd name="connsiteX5" fmla="*/ 385570 w 5106559"/>
              <a:gd name="connsiteY5" fmla="*/ 6305480 h 6509793"/>
              <a:gd name="connsiteX6" fmla="*/ 0 w 5106559"/>
              <a:gd name="connsiteY6" fmla="*/ 6114876 h 6509793"/>
              <a:gd name="connsiteX7" fmla="*/ 0 w 5106559"/>
              <a:gd name="connsiteY7" fmla="*/ 0 h 6509793"/>
              <a:gd name="connsiteX0" fmla="*/ 0 w 5108361"/>
              <a:gd name="connsiteY0" fmla="*/ 0 h 6509793"/>
              <a:gd name="connsiteX1" fmla="*/ 4725781 w 5108361"/>
              <a:gd name="connsiteY1" fmla="*/ 21096 h 6509793"/>
              <a:gd name="connsiteX2" fmla="*/ 5042512 w 5108361"/>
              <a:gd name="connsiteY2" fmla="*/ 1476302 h 6509793"/>
              <a:gd name="connsiteX3" fmla="*/ 4136401 w 5108361"/>
              <a:gd name="connsiteY3" fmla="*/ 5337167 h 6509793"/>
              <a:gd name="connsiteX4" fmla="*/ 1164403 w 5108361"/>
              <a:gd name="connsiteY4" fmla="*/ 6509793 h 6509793"/>
              <a:gd name="connsiteX5" fmla="*/ 385570 w 5108361"/>
              <a:gd name="connsiteY5" fmla="*/ 6305480 h 6509793"/>
              <a:gd name="connsiteX6" fmla="*/ 0 w 5108361"/>
              <a:gd name="connsiteY6" fmla="*/ 6114876 h 6509793"/>
              <a:gd name="connsiteX7" fmla="*/ 0 w 5108361"/>
              <a:gd name="connsiteY7" fmla="*/ 0 h 6509793"/>
              <a:gd name="connsiteX0" fmla="*/ 0 w 5108361"/>
              <a:gd name="connsiteY0" fmla="*/ 0 h 6523289"/>
              <a:gd name="connsiteX1" fmla="*/ 4725781 w 5108361"/>
              <a:gd name="connsiteY1" fmla="*/ 21096 h 6523289"/>
              <a:gd name="connsiteX2" fmla="*/ 5042512 w 5108361"/>
              <a:gd name="connsiteY2" fmla="*/ 1476302 h 6523289"/>
              <a:gd name="connsiteX3" fmla="*/ 4136401 w 5108361"/>
              <a:gd name="connsiteY3" fmla="*/ 5337167 h 6523289"/>
              <a:gd name="connsiteX4" fmla="*/ 1164403 w 5108361"/>
              <a:gd name="connsiteY4" fmla="*/ 6509793 h 6523289"/>
              <a:gd name="connsiteX5" fmla="*/ 385570 w 5108361"/>
              <a:gd name="connsiteY5" fmla="*/ 6305480 h 6523289"/>
              <a:gd name="connsiteX6" fmla="*/ 0 w 5108361"/>
              <a:gd name="connsiteY6" fmla="*/ 6114876 h 6523289"/>
              <a:gd name="connsiteX7" fmla="*/ 0 w 5108361"/>
              <a:gd name="connsiteY7" fmla="*/ 0 h 6523289"/>
              <a:gd name="connsiteX0" fmla="*/ 0 w 5085677"/>
              <a:gd name="connsiteY0" fmla="*/ 0 h 6522930"/>
              <a:gd name="connsiteX1" fmla="*/ 4725781 w 5085677"/>
              <a:gd name="connsiteY1" fmla="*/ 21096 h 6522930"/>
              <a:gd name="connsiteX2" fmla="*/ 5042512 w 5085677"/>
              <a:gd name="connsiteY2" fmla="*/ 1476302 h 6522930"/>
              <a:gd name="connsiteX3" fmla="*/ 4136401 w 5085677"/>
              <a:gd name="connsiteY3" fmla="*/ 5337167 h 6522930"/>
              <a:gd name="connsiteX4" fmla="*/ 1164403 w 5085677"/>
              <a:gd name="connsiteY4" fmla="*/ 6509793 h 6522930"/>
              <a:gd name="connsiteX5" fmla="*/ 385570 w 5085677"/>
              <a:gd name="connsiteY5" fmla="*/ 6305480 h 6522930"/>
              <a:gd name="connsiteX6" fmla="*/ 0 w 5085677"/>
              <a:gd name="connsiteY6" fmla="*/ 6114876 h 6522930"/>
              <a:gd name="connsiteX7" fmla="*/ 0 w 5085677"/>
              <a:gd name="connsiteY7" fmla="*/ 0 h 6522930"/>
              <a:gd name="connsiteX0" fmla="*/ 0 w 5018753"/>
              <a:gd name="connsiteY0" fmla="*/ 0 h 6531040"/>
              <a:gd name="connsiteX1" fmla="*/ 4725781 w 5018753"/>
              <a:gd name="connsiteY1" fmla="*/ 21096 h 6531040"/>
              <a:gd name="connsiteX2" fmla="*/ 4948408 w 5018753"/>
              <a:gd name="connsiteY2" fmla="*/ 906699 h 6531040"/>
              <a:gd name="connsiteX3" fmla="*/ 4136401 w 5018753"/>
              <a:gd name="connsiteY3" fmla="*/ 5337167 h 6531040"/>
              <a:gd name="connsiteX4" fmla="*/ 1164403 w 5018753"/>
              <a:gd name="connsiteY4" fmla="*/ 6509793 h 6531040"/>
              <a:gd name="connsiteX5" fmla="*/ 385570 w 5018753"/>
              <a:gd name="connsiteY5" fmla="*/ 6305480 h 6531040"/>
              <a:gd name="connsiteX6" fmla="*/ 0 w 5018753"/>
              <a:gd name="connsiteY6" fmla="*/ 6114876 h 6531040"/>
              <a:gd name="connsiteX7" fmla="*/ 0 w 5018753"/>
              <a:gd name="connsiteY7" fmla="*/ 0 h 6531040"/>
              <a:gd name="connsiteX0" fmla="*/ 0 w 5080914"/>
              <a:gd name="connsiteY0" fmla="*/ 0 h 6531040"/>
              <a:gd name="connsiteX1" fmla="*/ 4725781 w 5080914"/>
              <a:gd name="connsiteY1" fmla="*/ 21096 h 6531040"/>
              <a:gd name="connsiteX2" fmla="*/ 4948408 w 5080914"/>
              <a:gd name="connsiteY2" fmla="*/ 906699 h 6531040"/>
              <a:gd name="connsiteX3" fmla="*/ 4136401 w 5080914"/>
              <a:gd name="connsiteY3" fmla="*/ 5337167 h 6531040"/>
              <a:gd name="connsiteX4" fmla="*/ 1164403 w 5080914"/>
              <a:gd name="connsiteY4" fmla="*/ 6509793 h 6531040"/>
              <a:gd name="connsiteX5" fmla="*/ 385570 w 5080914"/>
              <a:gd name="connsiteY5" fmla="*/ 6305480 h 6531040"/>
              <a:gd name="connsiteX6" fmla="*/ 0 w 5080914"/>
              <a:gd name="connsiteY6" fmla="*/ 6114876 h 6531040"/>
              <a:gd name="connsiteX7" fmla="*/ 0 w 5080914"/>
              <a:gd name="connsiteY7" fmla="*/ 0 h 6531040"/>
              <a:gd name="connsiteX0" fmla="*/ 0 w 5080914"/>
              <a:gd name="connsiteY0" fmla="*/ 0 h 6531040"/>
              <a:gd name="connsiteX1" fmla="*/ 4699929 w 5080914"/>
              <a:gd name="connsiteY1" fmla="*/ 5447 h 6531040"/>
              <a:gd name="connsiteX2" fmla="*/ 4948408 w 5080914"/>
              <a:gd name="connsiteY2" fmla="*/ 906699 h 6531040"/>
              <a:gd name="connsiteX3" fmla="*/ 4136401 w 5080914"/>
              <a:gd name="connsiteY3" fmla="*/ 5337167 h 6531040"/>
              <a:gd name="connsiteX4" fmla="*/ 1164403 w 5080914"/>
              <a:gd name="connsiteY4" fmla="*/ 6509793 h 6531040"/>
              <a:gd name="connsiteX5" fmla="*/ 385570 w 5080914"/>
              <a:gd name="connsiteY5" fmla="*/ 6305480 h 6531040"/>
              <a:gd name="connsiteX6" fmla="*/ 0 w 5080914"/>
              <a:gd name="connsiteY6" fmla="*/ 6114876 h 6531040"/>
              <a:gd name="connsiteX7" fmla="*/ 0 w 5080914"/>
              <a:gd name="connsiteY7" fmla="*/ 0 h 6531040"/>
              <a:gd name="connsiteX0" fmla="*/ 0 w 5080914"/>
              <a:gd name="connsiteY0" fmla="*/ 1407 h 6532447"/>
              <a:gd name="connsiteX1" fmla="*/ 4696533 w 5080914"/>
              <a:gd name="connsiteY1" fmla="*/ 0 h 6532447"/>
              <a:gd name="connsiteX2" fmla="*/ 4948408 w 5080914"/>
              <a:gd name="connsiteY2" fmla="*/ 908106 h 6532447"/>
              <a:gd name="connsiteX3" fmla="*/ 4136401 w 5080914"/>
              <a:gd name="connsiteY3" fmla="*/ 5338574 h 6532447"/>
              <a:gd name="connsiteX4" fmla="*/ 1164403 w 5080914"/>
              <a:gd name="connsiteY4" fmla="*/ 6511200 h 6532447"/>
              <a:gd name="connsiteX5" fmla="*/ 385570 w 5080914"/>
              <a:gd name="connsiteY5" fmla="*/ 6306887 h 6532447"/>
              <a:gd name="connsiteX6" fmla="*/ 0 w 5080914"/>
              <a:gd name="connsiteY6" fmla="*/ 6116283 h 6532447"/>
              <a:gd name="connsiteX7" fmla="*/ 0 w 5080914"/>
              <a:gd name="connsiteY7" fmla="*/ 1407 h 6532447"/>
            </a:gdLst>
            <a:rect l="l" t="t" r="r" b="b"/>
            <a:pathLst>
              <a:path w="5080914" h="6532447">
                <a:moveTo>
                  <a:pt x="0" y="1407"/>
                </a:moveTo>
                <a:lnTo>
                  <a:pt x="4696533" y="0"/>
                </a:lnTo>
                <a:cubicBezTo>
                  <a:pt x="4708006" y="10399"/>
                  <a:pt x="4936935" y="897707"/>
                  <a:pt x="4948408" y="908106"/>
                </a:cubicBezTo>
                <a:cubicBezTo>
                  <a:pt x="5350615" y="2656261"/>
                  <a:pt x="4767068" y="4404725"/>
                  <a:pt x="4136401" y="5338574"/>
                </a:cubicBezTo>
                <a:cubicBezTo>
                  <a:pt x="3505734" y="6272423"/>
                  <a:pt x="2343265" y="6627230"/>
                  <a:pt x="1164403" y="6511200"/>
                </a:cubicBezTo>
                <a:cubicBezTo>
                  <a:pt x="714399" y="6511200"/>
                  <a:pt x="418960" y="6305039"/>
                  <a:pt x="385570" y="6306887"/>
                </a:cubicBezTo>
                <a:lnTo>
                  <a:pt x="0" y="6116283"/>
                </a:lnTo>
                <a:lnTo>
                  <a:pt x="0" y="1407"/>
                </a:lnTo>
                <a:close/>
              </a:path>
            </a:pathLst>
          </a:custGeom>
          <a:noFill xmlns:a="http://schemas.openxmlformats.org/drawingml/2006/main"/>
        </p:spPr>
        <p:txBody>
          <a:bodyPr xmlns:a="http://schemas.openxmlformats.org/drawingml/2006/main" wrap="square">
            <a:noAutofit/>
          </a:bodyPr>
          <a:lstStyle xmlns:a="http://schemas.openxmlformats.org/drawingml/2006/main"/>
          <a:p xmlns:a="http://schemas.openxmlformats.org/drawingml/2006/main">
            <a:r>
              <a:t>Click icon to add picture</a:t>
            </a:r>
            <a:endParaRPr/>
          </a:p>
        </p:txBody>
      </p:sp>
      <p:sp>
        <p:nvSpPr>
          <p:cNvPr id="8" name="Slide Number Placeholder 7">
            <a:extLst xmlns:a="http://schemas.openxmlformats.org/drawingml/2006/main">
              <a:ext uri="{FF2B5EF4-FFF2-40B4-BE49-F238E27FC236}">
                <a16:creationId xmlns:a16="http://schemas.microsoft.com/office/drawing/2014/main" id="{21257FF2-E055-B5F9-4582-79A01E21822B}"/>
              </a:ext>
            </a:extLst>
          </p:cNvPr>
          <p:cNvSpPr>
            <a:spLocks xmlns:a="http://schemas.openxmlformats.org/drawingml/2006/main" noGrp="1"/>
          </p:cNvSpPr>
          <p:nvPr>
            <p:ph type="sldNum" idx="17"/>
          </p:nvPr>
        </p:nvSpPr>
        <p:spPr>
          <a:xfrm xmlns:a="http://schemas.openxmlformats.org/drawingml/2006/main">
            <a:off x="762000" y="6423660"/>
            <a:ext cx="365760" cy="365760"/>
          </a:xfrm>
        </p:spPr>
        <p:txBody>
          <a:bodyPr xmlns:a="http://schemas.openxmlformats.org/drawingml/2006/main"/>
          <a:lstStyle xmlns:a="http://schemas.openxmlformats.org/drawingml/2006/main">
            <a:lvl1pPr>
              <a:buNone/>
              <a:defRPr>
                <a:solidFill>
                  <a:srgbClr val="514C47"/>
                </a:solidFill>
              </a:defRPr>
            </a:lvl1pPr>
          </a:lstStyle>
          <a:p xmlns:a="http://schemas.openxmlformats.org/drawingml/2006/main">
            <a:fld id="{345D60D9-5372-5F40-9443-0F9AE5BDC3C8}" type="slidenum">
              <a:t>‹#›</a:t>
            </a:fld>
            <a:endParaRPr/>
          </a:p>
        </p:txBody>
      </p:sp>
      <p:sp>
        <p:nvSpPr>
          <p:cNvPr id="9" name="Footer Placeholder 6">
            <a:extLst xmlns:a="http://schemas.openxmlformats.org/drawingml/2006/main">
              <a:ext uri="{FF2B5EF4-FFF2-40B4-BE49-F238E27FC236}">
                <a16:creationId xmlns:a16="http://schemas.microsoft.com/office/drawing/2014/main" id="{3432B7A5-BCFF-0B37-3621-48E5B163BE99}"/>
              </a:ext>
            </a:extLst>
          </p:cNvPr>
          <p:cNvSpPr>
            <a:spLocks xmlns:a="http://schemas.openxmlformats.org/drawingml/2006/main" noGrp="1"/>
          </p:cNvSpPr>
          <p:nvPr>
            <p:ph type="ftr" idx="16"/>
          </p:nvPr>
        </p:nvSpPr>
        <p:spPr>
          <a:xfrm xmlns:a="http://schemas.openxmlformats.org/drawingml/2006/main">
            <a:off x="1127759" y="6423978"/>
            <a:ext cx="5745379" cy="365125"/>
          </a:xfrm>
        </p:spPr>
        <p:txBody>
          <a:bodyPr xmlns:a="http://schemas.openxmlformats.org/drawingml/2006/main"/>
          <a:lstStyle xmlns:a="http://schemas.openxmlformats.org/drawingml/2006/main">
            <a:lvl1pPr>
              <a:buNone/>
              <a:defRPr>
                <a:solidFill>
                  <a:srgbClr val="514C47"/>
                </a:solidFill>
              </a:defRPr>
            </a:lvl1pPr>
          </a:lstStyle>
          <a:p xmlns:a="http://schemas.openxmlformats.org/drawingml/2006/main">
            <a:r>
              <a:t>Copyright © 2025, Oracle and/or its affiliates |  Confidential: Internal/Restricted/Highly Restricted</a:t>
            </a:r>
            <a:endParaRPr/>
          </a:p>
        </p:txBody>
      </p:sp>
      <p:sp>
        <p:nvSpPr>
          <p:cNvPr id="10" name="Date Placeholder 4">
            <a:extLst xmlns:a="http://schemas.openxmlformats.org/drawingml/2006/main">
              <a:ext uri="{FF2B5EF4-FFF2-40B4-BE49-F238E27FC236}">
                <a16:creationId xmlns:a16="http://schemas.microsoft.com/office/drawing/2014/main" id="{54EBA6F0-8007-BA20-B49E-4F5863B4E1E3}"/>
              </a:ext>
            </a:extLst>
          </p:cNvPr>
          <p:cNvSpPr>
            <a:spLocks xmlns:a="http://schemas.openxmlformats.org/drawingml/2006/main" noGrp="1"/>
          </p:cNvSpPr>
          <p:nvPr>
            <p:ph type="dt" idx="15"/>
          </p:nvPr>
        </p:nvSpPr>
        <p:spPr>
          <a:xfrm xmlns:a="http://schemas.openxmlformats.org/drawingml/2006/main">
            <a:off x="6873138" y="6425604"/>
            <a:ext cx="2743200" cy="363500"/>
          </a:xfrm>
        </p:spPr>
        <p:txBody>
          <a:bodyPr xmlns:a="http://schemas.openxmlformats.org/drawingml/2006/main"/>
          <a:lstStyle xmlns:a="http://schemas.openxmlformats.org/drawingml/2006/main">
            <a:lvl1pPr>
              <a:buNone/>
              <a:defRPr>
                <a:solidFill>
                  <a:srgbClr val="514C47"/>
                </a:solidFill>
              </a:defRPr>
            </a:lvl1pPr>
          </a:lstStyle>
          <a:p xmlns:a="http://schemas.openxmlformats.org/drawingml/2006/main">
            <a:r>
              <a:t>[Date]</a:t>
            </a:r>
            <a:endParaRPr/>
          </a:p>
        </p:txBody>
      </p:sp>
      <p:sp>
        <p:nvSpPr>
          <p:cNvPr id="3" name="Accent mark">
            <a:extLst xmlns:a="http://schemas.openxmlformats.org/drawingml/2006/main">
              <a:ext uri="{FF2B5EF4-FFF2-40B4-BE49-F238E27FC236}">
                <a16:creationId xmlns:a16="http://schemas.microsoft.com/office/drawing/2014/main" id="{F6E69B24-94C1-6ACB-ADE4-5BD87AD69DCA}"/>
              </a:ext>
            </a:extLst>
          </p:cNvPr>
          <p:cNvSpPr>
            <a:spLocks xmlns:a="http://schemas.openxmlformats.org/drawingml/2006/main" noGrp="1"/>
          </p:cNvSpPr>
          <p:nvPr/>
        </p:nvSpPr>
        <p:spPr>
          <a:xfrm xmlns:a="http://schemas.openxmlformats.org/drawingml/2006/main">
            <a:off x="5828788" y="4599419"/>
            <a:ext cx="365760" cy="36576"/>
          </a:xfrm>
          <a:prstGeom xmlns:a="http://schemas.openxmlformats.org/drawingml/2006/main" prst="rect">
            <a:avLst/>
          </a:prstGeom>
          <a:solidFill xmlns:a="http://schemas.openxmlformats.org/drawingml/2006/main">
            <a:srgbClr val="C74634"/>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Tree>
  </p:cSld>
</p:sldLayout>
</file>

<file path=ppt/slideLayouts/slideLayout33.xml><?xml version="1.0" encoding="utf-8"?>
<p:sldLayout xmlns:p="http://schemas.openxmlformats.org/presentationml/2006/main" preserve="1" userDrawn="1">
  <p:cSld name="Dark - Single metric">
    <p:bg>
      <p:bgPr>
        <a:solidFill xmlns:a="http://schemas.openxmlformats.org/drawingml/2006/main">
          <a:schemeClr val="bg2"/>
        </a:solidFill>
      </p:bgPr>
    </p:bg>
    <p:spTree>
      <p:nvGrpSpPr>
        <p:cNvPr id="1" name=""/>
        <p:cNvGrpSpPr/>
        <p:nvPr/>
      </p:nvGrpSpPr>
      <p:grpSpPr>
        <a:xfrm xmlns:a="http://schemas.openxmlformats.org/drawingml/2006/main"/>
      </p:grpSpPr>
      <p:pic>
        <p:nvPicPr>
          <p:cNvPr id="2" name="Graphic 1">
            <a:extLst xmlns:a="http://schemas.openxmlformats.org/drawingml/2006/main">
              <a:ext uri="{FF2B5EF4-FFF2-40B4-BE49-F238E27FC236}">
                <a16:creationId xmlns:a16="http://schemas.microsoft.com/office/drawing/2014/main" id="{58614272-8C33-4641-8EDD-C4636658A56F}"/>
              </a:ext>
            </a:extLst>
          </p:cNvPr>
          <p:cNvPicPr>
            <a:picLocks xmlns:a="http://schemas.openxmlformats.org/drawingml/2006/main" noChangeAspect="1"/>
          </p:cNvPicPr>
          <p:nvPr/>
        </p:nvPicPr>
        <p:blipFill>
          <a:blip xmlns:r="http://schemas.openxmlformats.org/officeDocument/2006/relationships" xmlns:a="http://schemas.openxmlformats.org/drawingml/2006/main" r:embed="Rd72c272102914108">
            <a:extLst>
              <a:ext uri="{96DAC541-7B7A-43D3-8B79-37D633B846F1}">
                <asvg:svgBlip xmlns:asvg="http://schemas.microsoft.com/office/drawing/2016/SVG/main" r:embed="Re0b429ee797d4dd1"/>
              </a:ext>
            </a:extLst>
          </a:blip>
          <a:stretch xmlns:a="http://schemas.openxmlformats.org/drawingml/2006/main">
            <a:fillRect l="0" t="0" r="0" b="0"/>
          </a:stretch>
        </p:blipFill>
        <p:spPr>
          <a:xfrm xmlns:a="http://schemas.openxmlformats.org/drawingml/2006/main">
            <a:off x="7139458" y="0"/>
            <a:ext cx="5052542" cy="4015900"/>
          </a:xfrm>
          <a:prstGeom xmlns:a="http://schemas.openxmlformats.org/drawingml/2006/main" prst="rect">
            <a:avLst/>
          </a:prstGeom>
        </p:spPr>
      </p:pic>
      <p:sp>
        <p:nvSpPr>
          <p:cNvPr id="3" name="Title 2">
            <a:extLst xmlns:a="http://schemas.openxmlformats.org/drawingml/2006/main">
              <a:ext uri="{FF2B5EF4-FFF2-40B4-BE49-F238E27FC236}">
                <a16:creationId xmlns:a16="http://schemas.microsoft.com/office/drawing/2014/main" id="{B099EEEE-62A5-DE0D-FD45-A3C465FD76A0}"/>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endParaRPr/>
          </a:p>
        </p:txBody>
      </p:sp>
      <p:sp>
        <p:nvSpPr>
          <p:cNvPr id="9" name="Text Placeholder 4">
            <a:extLst xmlns:a="http://schemas.openxmlformats.org/drawingml/2006/main">
              <a:ext uri="{FF2B5EF4-FFF2-40B4-BE49-F238E27FC236}">
                <a16:creationId xmlns:a16="http://schemas.microsoft.com/office/drawing/2014/main" id="{52A6D6F1-EBC4-4335-819B-433720EB173D}"/>
              </a:ext>
            </a:extLst>
          </p:cNvPr>
          <p:cNvSpPr>
            <a:spLocks xmlns:a="http://schemas.openxmlformats.org/drawingml/2006/main" noGrp="1"/>
          </p:cNvSpPr>
          <p:nvPr>
            <p:ph type="body" idx="15" hasCustomPrompt="1"/>
          </p:nvPr>
        </p:nvSpPr>
        <p:spPr>
          <a:xfrm xmlns:a="http://schemas.openxmlformats.org/drawingml/2006/main">
            <a:off x="789734" y="1600200"/>
            <a:ext cx="5085287" cy="2415700"/>
          </a:xfrm>
        </p:spPr>
        <p:txBody>
          <a:bodyPr xmlns:a="http://schemas.openxmlformats.org/drawingml/2006/main" anchor="b"/>
          <a:lstStyle xmlns:a="http://schemas.openxmlformats.org/drawingml/2006/main">
            <a:lvl1pPr>
              <a:buNone/>
              <a:defRPr sz="8000" b="1">
                <a:solidFill>
                  <a:schemeClr val="tx1"/>
                </a:solidFill>
              </a:defRPr>
            </a:lvl1pPr>
          </a:lstStyle>
          <a:p xmlns:a="http://schemas.openxmlformats.org/drawingml/2006/main">
            <a:pPr lvl="0">
              <a:buNone/>
            </a:pPr>
            <a:r>
              <a:t>00%</a:t>
            </a:r>
          </a:p>
        </p:txBody>
      </p:sp>
      <p:sp>
        <p:nvSpPr>
          <p:cNvPr id="4" name="Content">
            <a:extLst xmlns:a="http://schemas.openxmlformats.org/drawingml/2006/main">
              <a:ext uri="{FF2B5EF4-FFF2-40B4-BE49-F238E27FC236}">
                <a16:creationId xmlns:a16="http://schemas.microsoft.com/office/drawing/2014/main" id="{6FFB33C6-31EA-4D15-AC3F-377D699FA842}"/>
              </a:ext>
            </a:extLst>
          </p:cNvPr>
          <p:cNvSpPr>
            <a:spLocks xmlns:a="http://schemas.openxmlformats.org/drawingml/2006/main" noGrp="1"/>
          </p:cNvSpPr>
          <p:nvPr>
            <p:ph idx="14"/>
          </p:nvPr>
        </p:nvSpPr>
        <p:spPr>
          <a:xfrm xmlns:a="http://schemas.openxmlformats.org/drawingml/2006/main">
            <a:off x="841059" y="4649788"/>
            <a:ext cx="5072063" cy="1457325"/>
          </a:xfrm>
        </p:spPr>
        <p:txBody>
          <a:bodyPr xmlns:a="http://schemas.openxmlformats.org/drawingml/2006/main"/>
          <a:lstStyle xmlns:a="http://schemas.openxmlformats.org/drawingml/2006/main">
            <a:lvl1pPr>
              <a:lnSpc>
                <a:spcPct val="100000"/>
              </a:lnSpc>
              <a:buNone/>
              <a:defRPr/>
            </a:lvl1pPr>
            <a:lvl2pPr>
              <a:lnSpc>
                <a:spcPct val="100000"/>
              </a:lnSpc>
              <a:buNone/>
              <a:defRPr/>
            </a:lvl2pPr>
            <a:lvl3pPr>
              <a:lnSpc>
                <a:spcPct val="100000"/>
              </a:lnSpc>
              <a:buNone/>
              <a:defRPr/>
            </a:lvl3pPr>
            <a:lvl4pPr>
              <a:lnSpc>
                <a:spcPct val="100000"/>
              </a:lnSpc>
              <a:buNone/>
              <a:defRPr/>
            </a:lvl4pPr>
            <a:lvl5pPr>
              <a:lnSpc>
                <a:spcPct val="100000"/>
              </a:lnSpc>
              <a:buNone/>
              <a:defRPr/>
            </a:lvl5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pic>
        <p:nvPicPr>
          <p:cNvPr id="8" name="OTag">
            <a:extLst xmlns:a="http://schemas.openxmlformats.org/drawingml/2006/main">
              <a:ext uri="{FF2B5EF4-FFF2-40B4-BE49-F238E27FC236}">
                <a16:creationId xmlns:a16="http://schemas.microsoft.com/office/drawing/2014/main" id="{D15C4E1C-B6E4-4606-9A35-77398F0C9DF5}"/>
              </a:ext>
            </a:extLst>
          </p:cNvPr>
          <p:cNvPicPr>
            <a:picLocks xmlns:a="http://schemas.openxmlformats.org/drawingml/2006/main" noChangeAspect="1"/>
          </p:cNvPicPr>
          <p:nvPr/>
        </p:nvPicPr>
        <p:blipFill>
          <a:blip xmlns:r="http://schemas.openxmlformats.org/officeDocument/2006/relationships" xmlns:a="http://schemas.openxmlformats.org/drawingml/2006/main" r:embed="R3c232e1cc86b4586"/>
          <a:stretch xmlns:a="http://schemas.openxmlformats.org/drawingml/2006/main">
            <a:fillRect l="0" t="0" r="0" b="0"/>
          </a:stretch>
        </p:blipFill>
        <p:spPr>
          <a:xfrm xmlns:a="http://schemas.openxmlformats.org/drawingml/2006/main">
            <a:off x="11405616" y="6464808"/>
            <a:ext cx="393192" cy="393192"/>
          </a:xfrm>
          <a:prstGeom xmlns:a="http://schemas.openxmlformats.org/drawingml/2006/main" prst="rect">
            <a:avLst/>
          </a:prstGeom>
        </p:spPr>
      </p:pic>
      <p:sp>
        <p:nvSpPr>
          <p:cNvPr id="6" name="Slide Number Placeholder 7">
            <a:extLst xmlns:a="http://schemas.openxmlformats.org/drawingml/2006/main">
              <a:ext uri="{FF2B5EF4-FFF2-40B4-BE49-F238E27FC236}">
                <a16:creationId xmlns:a16="http://schemas.microsoft.com/office/drawing/2014/main" id="{CB737692-EBCE-3DB2-EEE6-98690BCF9269}"/>
              </a:ext>
            </a:extLst>
          </p:cNvPr>
          <p:cNvSpPr>
            <a:spLocks xmlns:a="http://schemas.openxmlformats.org/drawingml/2006/main" noGrp="1"/>
          </p:cNvSpPr>
          <p:nvPr>
            <p:ph type="sldNum" idx="17"/>
          </p:nvPr>
        </p:nvSpPr>
        <p:spPr>
          <a:xfrm xmlns:a="http://schemas.openxmlformats.org/drawingml/2006/main">
            <a:off x="762000" y="6423660"/>
            <a:ext cx="365760" cy="365760"/>
          </a:xfrm>
        </p:spPr>
        <p:txBody>
          <a:bodyPr xmlns:a="http://schemas.openxmlformats.org/drawingml/2006/main"/>
          <a:lstStyle xmlns:a="http://schemas.openxmlformats.org/drawingml/2006/main">
            <a:lvl1pPr>
              <a:buNone/>
              <a:defRPr>
                <a:solidFill>
                  <a:srgbClr val="AEA8A2"/>
                </a:solidFill>
              </a:defRPr>
            </a:lvl1pPr>
          </a:lstStyle>
          <a:p xmlns:a="http://schemas.openxmlformats.org/drawingml/2006/main">
            <a:fld id="{345D60D9-5372-5F40-9443-0F9AE5BDC3C8}" type="slidenum">
              <a:t>‹#›</a:t>
            </a:fld>
            <a:endParaRPr/>
          </a:p>
        </p:txBody>
      </p:sp>
      <p:sp>
        <p:nvSpPr>
          <p:cNvPr id="10" name="Footer Placeholder 6">
            <a:extLst xmlns:a="http://schemas.openxmlformats.org/drawingml/2006/main">
              <a:ext uri="{FF2B5EF4-FFF2-40B4-BE49-F238E27FC236}">
                <a16:creationId xmlns:a16="http://schemas.microsoft.com/office/drawing/2014/main" id="{4F04817E-BD68-D98E-68D4-B156602982EB}"/>
              </a:ext>
            </a:extLst>
          </p:cNvPr>
          <p:cNvSpPr>
            <a:spLocks xmlns:a="http://schemas.openxmlformats.org/drawingml/2006/main" noGrp="1"/>
          </p:cNvSpPr>
          <p:nvPr>
            <p:ph type="ftr" idx="16"/>
          </p:nvPr>
        </p:nvSpPr>
        <p:spPr>
          <a:xfrm xmlns:a="http://schemas.openxmlformats.org/drawingml/2006/main">
            <a:off x="1127759" y="6423978"/>
            <a:ext cx="5745379" cy="365125"/>
          </a:xfrm>
        </p:spPr>
        <p:txBody>
          <a:bodyPr xmlns:a="http://schemas.openxmlformats.org/drawingml/2006/main"/>
          <a:lstStyle xmlns:a="http://schemas.openxmlformats.org/drawingml/2006/main">
            <a:lvl1pPr>
              <a:buNone/>
              <a:defRPr>
                <a:solidFill>
                  <a:srgbClr val="AEA8A2"/>
                </a:solidFill>
              </a:defRPr>
            </a:lvl1pPr>
          </a:lstStyle>
          <a:p xmlns:a="http://schemas.openxmlformats.org/drawingml/2006/main">
            <a:r>
              <a:t>Copyright © 2025, Oracle and/or its affiliates |  Confidential: Internal/Restricted/Highly Restricted</a:t>
            </a:r>
            <a:endParaRPr/>
          </a:p>
        </p:txBody>
      </p:sp>
      <p:sp>
        <p:nvSpPr>
          <p:cNvPr id="11" name="Date Placeholder 4">
            <a:extLst xmlns:a="http://schemas.openxmlformats.org/drawingml/2006/main">
              <a:ext uri="{FF2B5EF4-FFF2-40B4-BE49-F238E27FC236}">
                <a16:creationId xmlns:a16="http://schemas.microsoft.com/office/drawing/2014/main" id="{D8490AA6-ABB7-8870-D034-F44F2026B242}"/>
              </a:ext>
            </a:extLst>
          </p:cNvPr>
          <p:cNvSpPr>
            <a:spLocks xmlns:a="http://schemas.openxmlformats.org/drawingml/2006/main" noGrp="1"/>
          </p:cNvSpPr>
          <p:nvPr>
            <p:ph type="dt" idx="18"/>
          </p:nvPr>
        </p:nvSpPr>
        <p:spPr>
          <a:xfrm xmlns:a="http://schemas.openxmlformats.org/drawingml/2006/main">
            <a:off x="6873138" y="6425604"/>
            <a:ext cx="2743200" cy="363500"/>
          </a:xfrm>
        </p:spPr>
        <p:txBody>
          <a:bodyPr xmlns:a="http://schemas.openxmlformats.org/drawingml/2006/main"/>
          <a:lstStyle xmlns:a="http://schemas.openxmlformats.org/drawingml/2006/main">
            <a:lvl1pPr>
              <a:buNone/>
              <a:defRPr>
                <a:solidFill>
                  <a:srgbClr val="AEA8A2"/>
                </a:solidFill>
              </a:defRPr>
            </a:lvl1pPr>
          </a:lstStyle>
          <a:p xmlns:a="http://schemas.openxmlformats.org/drawingml/2006/main">
            <a:r>
              <a:t>[Date]</a:t>
            </a:r>
            <a:endParaRPr/>
          </a:p>
        </p:txBody>
      </p:sp>
      <p:sp>
        <p:nvSpPr>
          <p:cNvPr id="7" name="Accent mark">
            <a:extLst xmlns:a="http://schemas.openxmlformats.org/drawingml/2006/main">
              <a:ext uri="{FF2B5EF4-FFF2-40B4-BE49-F238E27FC236}">
                <a16:creationId xmlns:a16="http://schemas.microsoft.com/office/drawing/2014/main" id="{F914C2C0-AA33-B6B2-67CF-DCC0E7C6D76B}"/>
              </a:ext>
            </a:extLst>
          </p:cNvPr>
          <p:cNvSpPr>
            <a:spLocks xmlns:a="http://schemas.openxmlformats.org/drawingml/2006/main" noGrp="1"/>
          </p:cNvSpPr>
          <p:nvPr/>
        </p:nvSpPr>
        <p:spPr>
          <a:xfrm xmlns:a="http://schemas.openxmlformats.org/drawingml/2006/main">
            <a:off x="805293" y="4325102"/>
            <a:ext cx="365760" cy="36576"/>
          </a:xfrm>
          <a:prstGeom xmlns:a="http://schemas.openxmlformats.org/drawingml/2006/main" prst="rect">
            <a:avLst/>
          </a:prstGeom>
          <a:solidFill xmlns:a="http://schemas.openxmlformats.org/drawingml/2006/main">
            <a:srgbClr val="F0CC71"/>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Tree>
  </p:cSld>
</p:sldLayout>
</file>

<file path=ppt/slideLayouts/slideLayout34.xml><?xml version="1.0" encoding="utf-8"?>
<p:sldLayout xmlns:p="http://schemas.openxmlformats.org/presentationml/2006/main" preserve="1" userDrawn="1">
  <p:cSld name="Light - Single metric">
    <p:bg>
      <p:bgRef idx="1001">
        <a:schemeClr xmlns:a="http://schemas.openxmlformats.org/drawingml/2006/main" val="bg2"/>
      </p:bgRef>
    </p:bg>
    <p:spTree>
      <p:nvGrpSpPr>
        <p:cNvPr id="1" name=""/>
        <p:cNvGrpSpPr/>
        <p:nvPr/>
      </p:nvGrpSpPr>
      <p:grpSpPr>
        <a:xfrm xmlns:a="http://schemas.openxmlformats.org/drawingml/2006/main"/>
      </p:grpSpPr>
      <p:sp>
        <p:nvSpPr>
          <p:cNvPr id="9" name="Title 8">
            <a:extLst xmlns:a="http://schemas.openxmlformats.org/drawingml/2006/main">
              <a:ext uri="{FF2B5EF4-FFF2-40B4-BE49-F238E27FC236}">
                <a16:creationId xmlns:a16="http://schemas.microsoft.com/office/drawing/2014/main" id="{3C834F4C-E96D-655B-5790-3D3144B54C1C}"/>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endParaRPr/>
          </a:p>
        </p:txBody>
      </p:sp>
      <p:sp>
        <p:nvSpPr>
          <p:cNvPr id="5" name="Text Placeholder 4">
            <a:extLst xmlns:a="http://schemas.openxmlformats.org/drawingml/2006/main">
              <a:ext uri="{FF2B5EF4-FFF2-40B4-BE49-F238E27FC236}">
                <a16:creationId xmlns:a16="http://schemas.microsoft.com/office/drawing/2014/main" id="{9A83AB0E-EC5F-476F-B6A9-E6F9CE84E95A}"/>
              </a:ext>
            </a:extLst>
          </p:cNvPr>
          <p:cNvSpPr>
            <a:spLocks xmlns:a="http://schemas.openxmlformats.org/drawingml/2006/main" noGrp="1"/>
          </p:cNvSpPr>
          <p:nvPr>
            <p:ph type="body" idx="15" hasCustomPrompt="1"/>
          </p:nvPr>
        </p:nvSpPr>
        <p:spPr>
          <a:xfrm xmlns:a="http://schemas.openxmlformats.org/drawingml/2006/main">
            <a:off x="792538" y="1600200"/>
            <a:ext cx="5072063" cy="2415700"/>
          </a:xfrm>
        </p:spPr>
        <p:txBody>
          <a:bodyPr xmlns:a="http://schemas.openxmlformats.org/drawingml/2006/main" anchor="b"/>
          <a:lstStyle xmlns:a="http://schemas.openxmlformats.org/drawingml/2006/main">
            <a:lvl1pPr>
              <a:lnSpc>
                <a:spcPct val="100000"/>
              </a:lnSpc>
              <a:buNone/>
              <a:defRPr sz="8000" b="1">
                <a:solidFill>
                  <a:schemeClr val="tx1"/>
                </a:solidFill>
              </a:defRPr>
            </a:lvl1pPr>
          </a:lstStyle>
          <a:p xmlns:a="http://schemas.openxmlformats.org/drawingml/2006/main">
            <a:pPr lvl="0">
              <a:buNone/>
            </a:pPr>
            <a:r>
              <a:t>00%</a:t>
            </a:r>
          </a:p>
        </p:txBody>
      </p:sp>
      <p:sp>
        <p:nvSpPr>
          <p:cNvPr id="4" name="Content">
            <a:extLst xmlns:a="http://schemas.openxmlformats.org/drawingml/2006/main">
              <a:ext uri="{FF2B5EF4-FFF2-40B4-BE49-F238E27FC236}">
                <a16:creationId xmlns:a16="http://schemas.microsoft.com/office/drawing/2014/main" id="{6FFB33C6-31EA-4D15-AC3F-377D699FA842}"/>
              </a:ext>
            </a:extLst>
          </p:cNvPr>
          <p:cNvSpPr>
            <a:spLocks xmlns:a="http://schemas.openxmlformats.org/drawingml/2006/main" noGrp="1"/>
          </p:cNvSpPr>
          <p:nvPr>
            <p:ph idx="14"/>
          </p:nvPr>
        </p:nvSpPr>
        <p:spPr>
          <a:xfrm xmlns:a="http://schemas.openxmlformats.org/drawingml/2006/main">
            <a:off x="792538" y="4649788"/>
            <a:ext cx="5072063" cy="1457325"/>
          </a:xfrm>
        </p:spPr>
        <p:txBody>
          <a:bodyPr xmlns:a="http://schemas.openxmlformats.org/drawingml/2006/main"/>
          <a:lstStyle xmlns:a="http://schemas.openxmlformats.org/drawingml/2006/main">
            <a:lvl1pPr>
              <a:lnSpc>
                <a:spcPct val="100000"/>
              </a:lnSpc>
              <a:buNone/>
              <a:defRPr/>
            </a:lvl1pPr>
            <a:lvl2pPr>
              <a:lnSpc>
                <a:spcPct val="100000"/>
              </a:lnSpc>
              <a:buNone/>
              <a:defRPr/>
            </a:lvl2pPr>
            <a:lvl3pPr>
              <a:lnSpc>
                <a:spcPct val="100000"/>
              </a:lnSpc>
              <a:buNone/>
              <a:defRPr/>
            </a:lvl3pPr>
            <a:lvl4pPr>
              <a:lnSpc>
                <a:spcPct val="100000"/>
              </a:lnSpc>
              <a:buNone/>
              <a:defRPr/>
            </a:lvl4pPr>
            <a:lvl5pPr>
              <a:lnSpc>
                <a:spcPct val="100000"/>
              </a:lnSpc>
              <a:buNone/>
              <a:defRPr/>
            </a:lvl5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8" name="Slide Number Placeholder 7">
            <a:extLst xmlns:a="http://schemas.openxmlformats.org/drawingml/2006/main">
              <a:ext uri="{FF2B5EF4-FFF2-40B4-BE49-F238E27FC236}">
                <a16:creationId xmlns:a16="http://schemas.microsoft.com/office/drawing/2014/main" id="{CBADD7B5-9676-40DE-A88A-5EC3D33A6577}"/>
              </a:ext>
            </a:extLst>
          </p:cNvPr>
          <p:cNvSpPr>
            <a:spLocks xmlns:a="http://schemas.openxmlformats.org/drawingml/2006/main" noGrp="1"/>
          </p:cNvSpPr>
          <p:nvPr>
            <p:ph type="sldNum" idx="18"/>
          </p:nvPr>
        </p:nvSpPr>
        <p:spPr/>
        <p:txBody>
          <a:bodyPr xmlns:a="http://schemas.openxmlformats.org/drawingml/2006/main"/>
          <a:lstStyle xmlns:a="http://schemas.openxmlformats.org/drawingml/2006/main">
            <a:lvl1pPr>
              <a:buNone/>
              <a:defRPr>
                <a:solidFill>
                  <a:srgbClr val="514C47"/>
                </a:solidFill>
              </a:defRPr>
            </a:lvl1pPr>
          </a:lstStyle>
          <a:p xmlns:a="http://schemas.openxmlformats.org/drawingml/2006/main">
            <a:fld id="{345D60D9-5372-5F40-9443-0F9AE5BDC3C8}" type="slidenum">
              <a:t>‹#›</a:t>
            </a:fld>
            <a:endParaRPr/>
          </a:p>
        </p:txBody>
      </p:sp>
      <p:sp>
        <p:nvSpPr>
          <p:cNvPr id="7" name="Footer Placeholder 6">
            <a:extLst xmlns:a="http://schemas.openxmlformats.org/drawingml/2006/main">
              <a:ext uri="{FF2B5EF4-FFF2-40B4-BE49-F238E27FC236}">
                <a16:creationId xmlns:a16="http://schemas.microsoft.com/office/drawing/2014/main" id="{89C4B030-1E0B-4CB0-87B4-DF607257368B}"/>
              </a:ext>
            </a:extLst>
          </p:cNvPr>
          <p:cNvSpPr>
            <a:spLocks xmlns:a="http://schemas.openxmlformats.org/drawingml/2006/main" noGrp="1"/>
          </p:cNvSpPr>
          <p:nvPr>
            <p:ph type="ftr" idx="17"/>
          </p:nvPr>
        </p:nvSpPr>
        <p:spPr/>
        <p:txBody>
          <a:bodyPr xmlns:a="http://schemas.openxmlformats.org/drawingml/2006/main"/>
          <a:lstStyle xmlns:a="http://schemas.openxmlformats.org/drawingml/2006/main">
            <a:lvl1pPr>
              <a:buNone/>
              <a:defRPr>
                <a:solidFill>
                  <a:srgbClr val="514C47"/>
                </a:solidFill>
              </a:defRPr>
            </a:lvl1pPr>
          </a:lstStyle>
          <a:p xmlns:a="http://schemas.openxmlformats.org/drawingml/2006/main">
            <a:r>
              <a:t>Copyright © 2025, Oracle and/or its affiliates |  Confidential: Internal/Restricted/Highly Restricted</a:t>
            </a:r>
            <a:endParaRPr/>
          </a:p>
        </p:txBody>
      </p:sp>
      <p:sp>
        <p:nvSpPr>
          <p:cNvPr id="3" name="Date Placeholder 2">
            <a:extLst xmlns:a="http://schemas.openxmlformats.org/drawingml/2006/main">
              <a:ext uri="{FF2B5EF4-FFF2-40B4-BE49-F238E27FC236}">
                <a16:creationId xmlns:a16="http://schemas.microsoft.com/office/drawing/2014/main" id="{14EF74DF-FD68-4CDF-B4CE-342E7A165BCB}"/>
              </a:ext>
            </a:extLst>
          </p:cNvPr>
          <p:cNvSpPr>
            <a:spLocks xmlns:a="http://schemas.openxmlformats.org/drawingml/2006/main" noGrp="1"/>
          </p:cNvSpPr>
          <p:nvPr>
            <p:ph type="dt" idx="16"/>
          </p:nvPr>
        </p:nvSpPr>
        <p:spPr/>
        <p:txBody>
          <a:bodyPr xmlns:a="http://schemas.openxmlformats.org/drawingml/2006/main"/>
          <a:lstStyle xmlns:a="http://schemas.openxmlformats.org/drawingml/2006/main">
            <a:lvl1pPr>
              <a:buNone/>
              <a:defRPr>
                <a:solidFill>
                  <a:srgbClr val="514C47"/>
                </a:solidFill>
              </a:defRPr>
            </a:lvl1pPr>
          </a:lstStyle>
          <a:p xmlns:a="http://schemas.openxmlformats.org/drawingml/2006/main">
            <a:r>
              <a:t>[Date]</a:t>
            </a:r>
            <a:endParaRPr/>
          </a:p>
        </p:txBody>
      </p:sp>
      <p:pic>
        <p:nvPicPr>
          <p:cNvPr id="6" name="Graphic 5">
            <a:extLst xmlns:a="http://schemas.openxmlformats.org/drawingml/2006/main">
              <a:ext uri="{FF2B5EF4-FFF2-40B4-BE49-F238E27FC236}">
                <a16:creationId xmlns:a16="http://schemas.microsoft.com/office/drawing/2014/main" id="{54937835-9166-4094-BB3A-54C77568CB54}"/>
              </a:ext>
            </a:extLst>
          </p:cNvPr>
          <p:cNvPicPr>
            <a:picLocks xmlns:a="http://schemas.openxmlformats.org/drawingml/2006/main" noChangeAspect="1"/>
          </p:cNvPicPr>
          <p:nvPr/>
        </p:nvPicPr>
        <p:blipFill>
          <a:blip xmlns:r="http://schemas.openxmlformats.org/officeDocument/2006/relationships" xmlns:a="http://schemas.openxmlformats.org/drawingml/2006/main" r:embed="Rc41e429258d545e8">
            <a:extLst>
              <a:ext uri="{96DAC541-7B7A-43D3-8B79-37D633B846F1}">
                <asvg:svgBlip xmlns:asvg="http://schemas.microsoft.com/office/drawing/2016/SVG/main" r:embed="Rf611f7e9d8824ec2"/>
              </a:ext>
            </a:extLst>
          </a:blip>
          <a:stretch xmlns:a="http://schemas.openxmlformats.org/drawingml/2006/main">
            <a:fillRect l="0" t="0" r="0" b="0"/>
          </a:stretch>
        </p:blipFill>
        <p:spPr>
          <a:xfrm xmlns:a="http://schemas.openxmlformats.org/drawingml/2006/main">
            <a:off x="7139458" y="0"/>
            <a:ext cx="5052542" cy="4015900"/>
          </a:xfrm>
          <a:prstGeom xmlns:a="http://schemas.openxmlformats.org/drawingml/2006/main" prst="rect">
            <a:avLst/>
          </a:prstGeom>
        </p:spPr>
      </p:pic>
      <p:sp>
        <p:nvSpPr>
          <p:cNvPr id="10" name="Accent mark">
            <a:extLst xmlns:a="http://schemas.openxmlformats.org/drawingml/2006/main">
              <a:ext uri="{FF2B5EF4-FFF2-40B4-BE49-F238E27FC236}">
                <a16:creationId xmlns:a16="http://schemas.microsoft.com/office/drawing/2014/main" id="{92B14C41-985E-E73E-2DEF-63120221F3B5}"/>
              </a:ext>
            </a:extLst>
          </p:cNvPr>
          <p:cNvSpPr>
            <a:spLocks xmlns:a="http://schemas.openxmlformats.org/drawingml/2006/main" noGrp="1"/>
          </p:cNvSpPr>
          <p:nvPr/>
        </p:nvSpPr>
        <p:spPr>
          <a:xfrm xmlns:a="http://schemas.openxmlformats.org/drawingml/2006/main">
            <a:off x="805293" y="4325102"/>
            <a:ext cx="365760" cy="36576"/>
          </a:xfrm>
          <a:prstGeom xmlns:a="http://schemas.openxmlformats.org/drawingml/2006/main" prst="rect">
            <a:avLst/>
          </a:prstGeom>
          <a:solidFill xmlns:a="http://schemas.openxmlformats.org/drawingml/2006/main">
            <a:srgbClr val="C74634"/>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Tree>
  </p:cSld>
</p:sldLayout>
</file>

<file path=ppt/slideLayouts/slideLayout35.xml><?xml version="1.0" encoding="utf-8"?>
<p:sldLayout xmlns:p="http://schemas.openxmlformats.org/presentationml/2006/main" preserve="1" userDrawn="1">
  <p:cSld name="Dark - Thank You">
    <p:bg>
      <p:bgPr>
        <a:solidFill xmlns:a="http://schemas.openxmlformats.org/drawingml/2006/main">
          <a:schemeClr val="bg2"/>
        </a:solidFill>
      </p:bgPr>
    </p:bg>
    <p:spTree>
      <p:nvGrpSpPr>
        <p:cNvPr id="1" name=""/>
        <p:cNvGrpSpPr/>
        <p:nvPr/>
      </p:nvGrpSpPr>
      <p:grpSpPr>
        <a:xfrm xmlns:a="http://schemas.openxmlformats.org/drawingml/2006/main"/>
      </p:grpSpPr>
      <p:pic>
        <p:nvPicPr>
          <p:cNvPr id="5" name="Graphic 4">
            <a:extLst xmlns:a="http://schemas.openxmlformats.org/drawingml/2006/main">
              <a:ext uri="{FF2B5EF4-FFF2-40B4-BE49-F238E27FC236}">
                <a16:creationId xmlns:a16="http://schemas.microsoft.com/office/drawing/2014/main" id="{CDEEA1B1-DEC0-4880-98BB-84F1F93AC889}"/>
              </a:ext>
            </a:extLst>
          </p:cNvPr>
          <p:cNvPicPr>
            <a:picLocks xmlns:a="http://schemas.openxmlformats.org/drawingml/2006/main" noChangeAspect="1"/>
          </p:cNvPicPr>
          <p:nvPr/>
        </p:nvPicPr>
        <p:blipFill>
          <a:blip xmlns:r="http://schemas.openxmlformats.org/officeDocument/2006/relationships" xmlns:a="http://schemas.openxmlformats.org/drawingml/2006/main" r:embed="R1ad00782ffa34489">
            <a:extLst>
              <a:ext uri="{96DAC541-7B7A-43D3-8B79-37D633B846F1}">
                <asvg:svgBlip xmlns:asvg="http://schemas.microsoft.com/office/drawing/2016/SVG/main" r:embed="R732424e42a9f4104"/>
              </a:ext>
            </a:extLst>
          </a:blip>
          <a:stretch xmlns:a="http://schemas.openxmlformats.org/drawingml/2006/main">
            <a:fillRect l="0" t="0" r="0" b="0"/>
          </a:stretch>
        </p:blipFill>
        <p:spPr>
          <a:xfrm xmlns:a="http://schemas.openxmlformats.org/drawingml/2006/main">
            <a:off x="4419600" y="0"/>
            <a:ext cx="7772400" cy="5181600"/>
          </a:xfrm>
          <a:prstGeom xmlns:a="http://schemas.openxmlformats.org/drawingml/2006/main" prst="rect">
            <a:avLst/>
          </a:prstGeom>
        </p:spPr>
      </p:pic>
      <p:sp>
        <p:nvSpPr>
          <p:cNvPr id="3" name="Thank you">
            <a:extLst xmlns:a="http://schemas.openxmlformats.org/drawingml/2006/main">
              <a:ext uri="{FF2B5EF4-FFF2-40B4-BE49-F238E27FC236}">
                <a16:creationId xmlns:a16="http://schemas.microsoft.com/office/drawing/2014/main" id="{1F390879-C7C7-4224-97BB-1C165BFB5AA3}"/>
              </a:ext>
            </a:extLst>
          </p:cNvPr>
          <p:cNvSpPr>
            <a:spLocks xmlns:a="http://schemas.openxmlformats.org/drawingml/2006/main" noGrp="1"/>
          </p:cNvSpPr>
          <p:nvPr>
            <p:ph type="title" idx="0" hasCustomPrompt="1"/>
          </p:nvPr>
        </p:nvSpPr>
        <p:spPr>
          <a:xfrm xmlns:a="http://schemas.openxmlformats.org/drawingml/2006/main">
            <a:off x="768875" y="3483973"/>
            <a:ext cx="5029200" cy="822960"/>
          </a:xfrm>
          <a:prstGeom xmlns:a="http://schemas.openxmlformats.org/drawingml/2006/main" prst="rect">
            <a:avLst/>
          </a:prstGeom>
          <a:noFill xmlns:a="http://schemas.openxmlformats.org/drawingml/2006/main"/>
        </p:spPr>
        <p:txBody>
          <a:bodyPr xmlns:a="http://schemas.openxmlformats.org/drawingml/2006/main" vert="horz" lIns="0" tIns="0" rIns="0" bIns="0" anchor="b">
            <a:noAutofit/>
          </a:bodyPr>
          <a:lstStyle xmlns:a="http://schemas.openxmlformats.org/drawingml/2006/main">
            <a:lvl1pPr>
              <a:lnSpc>
                <a:spcPct val="100000"/>
              </a:lnSpc>
              <a:buNone/>
              <a:defRPr sz="4000" b="1" i="0">
                <a:latin typeface="Oracle Sans Tab"/>
                <a:ea typeface="Oracle Sans Tab"/>
                <a:cs typeface="Oracle Sans Tab"/>
              </a:defRPr>
            </a:lvl1pPr>
          </a:lstStyle>
          <a:p xmlns:a="http://schemas.openxmlformats.org/drawingml/2006/main">
            <a:pPr marL="0" marR="0" lvl="0" indent="0">
              <a:lnSpc>
                <a:spcPct val="100000"/>
              </a:lnSpc>
              <a:spcBef>
                <a:spcPts val="0"/>
              </a:spcBef>
              <a:spcAft>
                <a:spcPts val="0"/>
              </a:spcAft>
              <a:buClrTx/>
              <a:buSzTx/>
              <a:buFont typeface="System Font Regular"/>
              <a:buNone/>
            </a:pPr>
            <a:r>
              <a:t>Thank you</a:t>
            </a:r>
          </a:p>
        </p:txBody>
      </p:sp>
      <p:sp>
        <p:nvSpPr>
          <p:cNvPr id="11" name="Text Field">
            <a:extLst xmlns:a="http://schemas.openxmlformats.org/drawingml/2006/main">
              <a:ext uri="{FF2B5EF4-FFF2-40B4-BE49-F238E27FC236}">
                <a16:creationId xmlns:a16="http://schemas.microsoft.com/office/drawing/2014/main" id="{F273E805-B8FF-F84B-99E6-4636F8BD3EBF}"/>
              </a:ext>
            </a:extLst>
          </p:cNvPr>
          <p:cNvSpPr>
            <a:spLocks xmlns:a="http://schemas.openxmlformats.org/drawingml/2006/main" noGrp="1"/>
          </p:cNvSpPr>
          <p:nvPr>
            <p:ph type="body" idx="37"/>
          </p:nvPr>
        </p:nvSpPr>
        <p:spPr>
          <a:xfrm xmlns:a="http://schemas.openxmlformats.org/drawingml/2006/main">
            <a:off x="762000" y="4773585"/>
            <a:ext cx="5029200" cy="266291"/>
          </a:xfrm>
          <a:prstGeom xmlns:a="http://schemas.openxmlformats.org/drawingml/2006/main" prst="rect">
            <a:avLst/>
          </a:prstGeom>
        </p:spPr>
        <p:txBody>
          <a:bodyPr xmlns:a="http://schemas.openxmlformats.org/drawingml/2006/main">
            <a:noAutofit/>
          </a:bodyPr>
          <a:lstStyle xmlns:a="http://schemas.openxmlformats.org/drawingml/2006/main">
            <a:lvl1pPr>
              <a:lnSpc>
                <a:spcPct val="100000"/>
              </a:lnSpc>
              <a:buNone/>
              <a:defRPr b="1"/>
            </a:lvl1pPr>
          </a:lstStyle>
          <a:p xmlns:a="http://schemas.openxmlformats.org/drawingml/2006/main">
            <a:pPr lvl="0">
              <a:buNone/>
            </a:pPr>
            <a:r>
              <a:t>Click to edit Master text styles</a:t>
            </a:r>
          </a:p>
        </p:txBody>
      </p:sp>
      <p:sp>
        <p:nvSpPr>
          <p:cNvPr id="10" name="Text Field 2">
            <a:extLst xmlns:a="http://schemas.openxmlformats.org/drawingml/2006/main">
              <a:ext uri="{FF2B5EF4-FFF2-40B4-BE49-F238E27FC236}">
                <a16:creationId xmlns:a16="http://schemas.microsoft.com/office/drawing/2014/main" id="{283762D0-0D31-A347-AD9E-095398CD17C5}"/>
              </a:ext>
            </a:extLst>
          </p:cNvPr>
          <p:cNvSpPr>
            <a:spLocks xmlns:a="http://schemas.openxmlformats.org/drawingml/2006/main" noGrp="1"/>
          </p:cNvSpPr>
          <p:nvPr>
            <p:ph type="body" idx="36"/>
          </p:nvPr>
        </p:nvSpPr>
        <p:spPr>
          <a:xfrm xmlns:a="http://schemas.openxmlformats.org/drawingml/2006/main">
            <a:off x="762000" y="5111178"/>
            <a:ext cx="5029200" cy="895181"/>
          </a:xfrm>
          <a:prstGeom xmlns:a="http://schemas.openxmlformats.org/drawingml/2006/main" prst="rect">
            <a:avLst/>
          </a:prstGeom>
        </p:spPr>
        <p:txBody>
          <a:bodyPr xmlns:a="http://schemas.openxmlformats.org/drawingml/2006/main">
            <a:noAutofit/>
          </a:bodyPr>
          <a:lstStyle xmlns:a="http://schemas.openxmlformats.org/drawingml/2006/main">
            <a:lvl1pPr>
              <a:lnSpc>
                <a:spcPct val="100000"/>
              </a:lnSpc>
              <a:buNone/>
              <a:defRPr/>
            </a:lvl1pPr>
          </a:lstStyle>
          <a:p xmlns:a="http://schemas.openxmlformats.org/drawingml/2006/main">
            <a:pPr lvl="0">
              <a:buNone/>
            </a:pPr>
            <a:r>
              <a:t>Click to edit Master text styles</a:t>
            </a:r>
          </a:p>
        </p:txBody>
      </p:sp>
      <p:pic>
        <p:nvPicPr>
          <p:cNvPr id="6" name="OTag">
            <a:extLst xmlns:a="http://schemas.openxmlformats.org/drawingml/2006/main">
              <a:ext uri="{FF2B5EF4-FFF2-40B4-BE49-F238E27FC236}">
                <a16:creationId xmlns:a16="http://schemas.microsoft.com/office/drawing/2014/main" id="{2D9DC4E0-313A-4706-828F-F8908C900418}"/>
              </a:ext>
            </a:extLst>
          </p:cNvPr>
          <p:cNvPicPr>
            <a:picLocks xmlns:a="http://schemas.openxmlformats.org/drawingml/2006/main" noChangeAspect="1"/>
          </p:cNvPicPr>
          <p:nvPr/>
        </p:nvPicPr>
        <p:blipFill>
          <a:blip xmlns:r="http://schemas.openxmlformats.org/officeDocument/2006/relationships" xmlns:a="http://schemas.openxmlformats.org/drawingml/2006/main" r:embed="Rb839a25194d043e6"/>
          <a:stretch xmlns:a="http://schemas.openxmlformats.org/drawingml/2006/main">
            <a:fillRect l="0" t="0" r="0" b="0"/>
          </a:stretch>
        </p:blipFill>
        <p:spPr>
          <a:xfrm xmlns:a="http://schemas.openxmlformats.org/drawingml/2006/main">
            <a:off x="11405616" y="6464808"/>
            <a:ext cx="393192" cy="393192"/>
          </a:xfrm>
          <a:prstGeom xmlns:a="http://schemas.openxmlformats.org/drawingml/2006/main" prst="rect">
            <a:avLst/>
          </a:prstGeom>
        </p:spPr>
      </p:pic>
      <p:sp>
        <p:nvSpPr>
          <p:cNvPr id="13" name="Date Placeholder 12">
            <a:extLst xmlns:a="http://schemas.openxmlformats.org/drawingml/2006/main">
              <a:ext uri="{FF2B5EF4-FFF2-40B4-BE49-F238E27FC236}">
                <a16:creationId xmlns:a16="http://schemas.microsoft.com/office/drawing/2014/main" id="{3476C750-59D6-EB09-06A9-634F34474538}"/>
              </a:ext>
            </a:extLst>
          </p:cNvPr>
          <p:cNvSpPr>
            <a:spLocks xmlns:a="http://schemas.openxmlformats.org/drawingml/2006/main" noGrp="1"/>
          </p:cNvSpPr>
          <p:nvPr>
            <p:ph type="dt" idx="38"/>
          </p:nvPr>
        </p:nvSpPr>
        <p:spPr/>
        <p:txBody>
          <a:bodyPr xmlns:a="http://schemas.openxmlformats.org/drawingml/2006/main"/>
          <a:lstStyle xmlns:a="http://schemas.openxmlformats.org/drawingml/2006/main">
            <a:lvl1pPr>
              <a:buNone/>
              <a:defRPr>
                <a:solidFill>
                  <a:srgbClr val="AEA8A2"/>
                </a:solidFill>
              </a:defRPr>
            </a:lvl1pPr>
          </a:lstStyle>
          <a:p xmlns:a="http://schemas.openxmlformats.org/drawingml/2006/main">
            <a:r>
              <a:t>[Date]</a:t>
            </a:r>
            <a:endParaRPr/>
          </a:p>
        </p:txBody>
      </p:sp>
      <p:sp>
        <p:nvSpPr>
          <p:cNvPr id="14" name="Footer Placeholder 13">
            <a:extLst xmlns:a="http://schemas.openxmlformats.org/drawingml/2006/main">
              <a:ext uri="{FF2B5EF4-FFF2-40B4-BE49-F238E27FC236}">
                <a16:creationId xmlns:a16="http://schemas.microsoft.com/office/drawing/2014/main" id="{C0D2E1ED-2B0F-7B22-726D-4623578504D2}"/>
              </a:ext>
            </a:extLst>
          </p:cNvPr>
          <p:cNvSpPr>
            <a:spLocks xmlns:a="http://schemas.openxmlformats.org/drawingml/2006/main" noGrp="1"/>
          </p:cNvSpPr>
          <p:nvPr>
            <p:ph type="ftr" idx="39"/>
          </p:nvPr>
        </p:nvSpPr>
        <p:spPr/>
        <p:txBody>
          <a:bodyPr xmlns:a="http://schemas.openxmlformats.org/drawingml/2006/main"/>
          <a:lstStyle xmlns:a="http://schemas.openxmlformats.org/drawingml/2006/main">
            <a:lvl1pPr>
              <a:buNone/>
              <a:defRPr>
                <a:solidFill>
                  <a:srgbClr val="AEA8A2"/>
                </a:solidFill>
              </a:defRPr>
            </a:lvl1pPr>
          </a:lstStyle>
          <a:p xmlns:a="http://schemas.openxmlformats.org/drawingml/2006/main">
            <a:r>
              <a:t>Copyright © 2025, Oracle and/or its affiliates |  Confidential: Internal/Restricted/Highly Restricted</a:t>
            </a:r>
            <a:endParaRPr/>
          </a:p>
        </p:txBody>
      </p:sp>
      <p:sp>
        <p:nvSpPr>
          <p:cNvPr id="15" name="Slide Number Placeholder 14">
            <a:extLst xmlns:a="http://schemas.openxmlformats.org/drawingml/2006/main">
              <a:ext uri="{FF2B5EF4-FFF2-40B4-BE49-F238E27FC236}">
                <a16:creationId xmlns:a16="http://schemas.microsoft.com/office/drawing/2014/main" id="{83E4861B-95EB-30B4-4A73-1871E7B14738}"/>
              </a:ext>
            </a:extLst>
          </p:cNvPr>
          <p:cNvSpPr>
            <a:spLocks xmlns:a="http://schemas.openxmlformats.org/drawingml/2006/main" noGrp="1"/>
          </p:cNvSpPr>
          <p:nvPr>
            <p:ph type="sldNum" idx="40"/>
          </p:nvPr>
        </p:nvSpPr>
        <p:spPr/>
        <p:txBody>
          <a:bodyPr xmlns:a="http://schemas.openxmlformats.org/drawingml/2006/main"/>
          <a:lstStyle xmlns:a="http://schemas.openxmlformats.org/drawingml/2006/main">
            <a:lvl1pPr>
              <a:buNone/>
              <a:defRPr>
                <a:solidFill>
                  <a:srgbClr val="AEA8A2"/>
                </a:solidFill>
              </a:defRPr>
            </a:lvl1pPr>
          </a:lstStyle>
          <a:p xmlns:a="http://schemas.openxmlformats.org/drawingml/2006/main">
            <a:fld id="{345D60D9-5372-5F40-9443-0F9AE5BDC3C8}" type="slidenum">
              <a:t>‹#›</a:t>
            </a:fld>
            <a:endParaRPr/>
          </a:p>
        </p:txBody>
      </p:sp>
      <p:sp>
        <p:nvSpPr>
          <p:cNvPr id="2" name="Accent mark">
            <a:extLst xmlns:a="http://schemas.openxmlformats.org/drawingml/2006/main">
              <a:ext uri="{FF2B5EF4-FFF2-40B4-BE49-F238E27FC236}">
                <a16:creationId xmlns:a16="http://schemas.microsoft.com/office/drawing/2014/main" id="{AED05725-671E-C225-6DF9-7BB572CF6458}"/>
              </a:ext>
            </a:extLst>
          </p:cNvPr>
          <p:cNvSpPr>
            <a:spLocks xmlns:a="http://schemas.openxmlformats.org/drawingml/2006/main" noGrp="1"/>
          </p:cNvSpPr>
          <p:nvPr/>
        </p:nvSpPr>
        <p:spPr>
          <a:xfrm xmlns:a="http://schemas.openxmlformats.org/drawingml/2006/main">
            <a:off x="792538" y="4502811"/>
            <a:ext cx="365760" cy="36576"/>
          </a:xfrm>
          <a:prstGeom xmlns:a="http://schemas.openxmlformats.org/drawingml/2006/main" prst="rect">
            <a:avLst/>
          </a:prstGeom>
          <a:solidFill xmlns:a="http://schemas.openxmlformats.org/drawingml/2006/main">
            <a:srgbClr val="F0CC71"/>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Tree>
  </p:cSld>
</p:sldLayout>
</file>

<file path=ppt/slideLayouts/slideLayout36.xml><?xml version="1.0" encoding="utf-8"?>
<p:sldLayout xmlns:p="http://schemas.openxmlformats.org/presentationml/2006/main" preserve="1" userDrawn="1">
  <p:cSld name="Light - Thank You">
    <p:bg>
      <p:bgPr>
        <a:solidFill xmlns:a="http://schemas.openxmlformats.org/drawingml/2006/main">
          <a:schemeClr val="bg2"/>
        </a:solidFill>
      </p:bgPr>
    </p:bg>
    <p:spTree>
      <p:nvGrpSpPr>
        <p:cNvPr id="1" name=""/>
        <p:cNvGrpSpPr/>
        <p:nvPr/>
      </p:nvGrpSpPr>
      <p:grpSpPr>
        <a:xfrm xmlns:a="http://schemas.openxmlformats.org/drawingml/2006/main"/>
      </p:grpSpPr>
      <p:sp>
        <p:nvSpPr>
          <p:cNvPr id="3" name="Thank You">
            <a:extLst xmlns:a="http://schemas.openxmlformats.org/drawingml/2006/main">
              <a:ext uri="{FF2B5EF4-FFF2-40B4-BE49-F238E27FC236}">
                <a16:creationId xmlns:a16="http://schemas.microsoft.com/office/drawing/2014/main" id="{701BFB4F-AD1A-4B21-826E-A2F61F5D8AAB}"/>
              </a:ext>
            </a:extLst>
          </p:cNvPr>
          <p:cNvSpPr>
            <a:spLocks xmlns:a="http://schemas.openxmlformats.org/drawingml/2006/main" noGrp="1"/>
          </p:cNvSpPr>
          <p:nvPr>
            <p:ph type="title" idx="0" hasCustomPrompt="1"/>
          </p:nvPr>
        </p:nvSpPr>
        <p:spPr>
          <a:xfrm xmlns:a="http://schemas.openxmlformats.org/drawingml/2006/main">
            <a:off x="768875" y="3482230"/>
            <a:ext cx="5022325" cy="822960"/>
          </a:xfrm>
          <a:prstGeom xmlns:a="http://schemas.openxmlformats.org/drawingml/2006/main" prst="rect">
            <a:avLst/>
          </a:prstGeom>
          <a:noFill xmlns:a="http://schemas.openxmlformats.org/drawingml/2006/main"/>
        </p:spPr>
        <p:txBody>
          <a:bodyPr xmlns:a="http://schemas.openxmlformats.org/drawingml/2006/main" vert="horz" lIns="0" tIns="0" rIns="0" bIns="0" anchor="b">
            <a:noAutofit/>
          </a:bodyPr>
          <a:lstStyle xmlns:a="http://schemas.openxmlformats.org/drawingml/2006/main">
            <a:lvl1pPr>
              <a:lnSpc>
                <a:spcPct val="100000"/>
              </a:lnSpc>
              <a:buNone/>
              <a:defRPr sz="4000" b="1" i="0">
                <a:latin typeface="Oracle Sans Tab"/>
                <a:ea typeface="Oracle Sans Tab"/>
                <a:cs typeface="Oracle Sans Tab"/>
              </a:defRPr>
            </a:lvl1pPr>
          </a:lstStyle>
          <a:p xmlns:a="http://schemas.openxmlformats.org/drawingml/2006/main">
            <a:pPr marL="0" marR="0" lvl="0" indent="0">
              <a:lnSpc>
                <a:spcPct val="100000"/>
              </a:lnSpc>
              <a:spcBef>
                <a:spcPts val="0"/>
              </a:spcBef>
              <a:spcAft>
                <a:spcPts val="0"/>
              </a:spcAft>
              <a:buClrTx/>
              <a:buSzTx/>
              <a:buFont typeface="System Font Regular"/>
              <a:buNone/>
            </a:pPr>
            <a:r>
              <a:t>Thank you</a:t>
            </a:r>
          </a:p>
        </p:txBody>
      </p:sp>
      <p:sp>
        <p:nvSpPr>
          <p:cNvPr id="11" name="Text Field">
            <a:extLst xmlns:a="http://schemas.openxmlformats.org/drawingml/2006/main">
              <a:ext uri="{FF2B5EF4-FFF2-40B4-BE49-F238E27FC236}">
                <a16:creationId xmlns:a16="http://schemas.microsoft.com/office/drawing/2014/main" id="{F273E805-B8FF-F84B-99E6-4636F8BD3EBF}"/>
              </a:ext>
            </a:extLst>
          </p:cNvPr>
          <p:cNvSpPr>
            <a:spLocks xmlns:a="http://schemas.openxmlformats.org/drawingml/2006/main" noGrp="1"/>
          </p:cNvSpPr>
          <p:nvPr>
            <p:ph type="body" idx="37"/>
          </p:nvPr>
        </p:nvSpPr>
        <p:spPr>
          <a:xfrm xmlns:a="http://schemas.openxmlformats.org/drawingml/2006/main">
            <a:off x="762000" y="4773585"/>
            <a:ext cx="5029200" cy="266291"/>
          </a:xfrm>
          <a:prstGeom xmlns:a="http://schemas.openxmlformats.org/drawingml/2006/main" prst="rect">
            <a:avLst/>
          </a:prstGeom>
        </p:spPr>
        <p:txBody>
          <a:bodyPr xmlns:a="http://schemas.openxmlformats.org/drawingml/2006/main">
            <a:noAutofit/>
          </a:bodyPr>
          <a:lstStyle xmlns:a="http://schemas.openxmlformats.org/drawingml/2006/main">
            <a:lvl1pPr>
              <a:lnSpc>
                <a:spcPct val="100000"/>
              </a:lnSpc>
              <a:buNone/>
              <a:defRPr b="1"/>
            </a:lvl1pPr>
          </a:lstStyle>
          <a:p xmlns:a="http://schemas.openxmlformats.org/drawingml/2006/main">
            <a:pPr lvl="0">
              <a:buNone/>
            </a:pPr>
            <a:r>
              <a:t>Click to edit Master text styles</a:t>
            </a:r>
          </a:p>
        </p:txBody>
      </p:sp>
      <p:sp>
        <p:nvSpPr>
          <p:cNvPr id="10" name="Text Field 2">
            <a:extLst xmlns:a="http://schemas.openxmlformats.org/drawingml/2006/main">
              <a:ext uri="{FF2B5EF4-FFF2-40B4-BE49-F238E27FC236}">
                <a16:creationId xmlns:a16="http://schemas.microsoft.com/office/drawing/2014/main" id="{283762D0-0D31-A347-AD9E-095398CD17C5}"/>
              </a:ext>
            </a:extLst>
          </p:cNvPr>
          <p:cNvSpPr>
            <a:spLocks xmlns:a="http://schemas.openxmlformats.org/drawingml/2006/main" noGrp="1"/>
          </p:cNvSpPr>
          <p:nvPr>
            <p:ph type="body" idx="36"/>
          </p:nvPr>
        </p:nvSpPr>
        <p:spPr>
          <a:xfrm xmlns:a="http://schemas.openxmlformats.org/drawingml/2006/main">
            <a:off x="762000" y="5111178"/>
            <a:ext cx="5029200" cy="895181"/>
          </a:xfrm>
          <a:prstGeom xmlns:a="http://schemas.openxmlformats.org/drawingml/2006/main" prst="rect">
            <a:avLst/>
          </a:prstGeom>
        </p:spPr>
        <p:txBody>
          <a:bodyPr xmlns:a="http://schemas.openxmlformats.org/drawingml/2006/main">
            <a:noAutofit/>
          </a:bodyPr>
          <a:lstStyle xmlns:a="http://schemas.openxmlformats.org/drawingml/2006/main">
            <a:lvl1pPr>
              <a:lnSpc>
                <a:spcPct val="100000"/>
              </a:lnSpc>
              <a:buNone/>
              <a:defRPr/>
            </a:lvl1pPr>
          </a:lstStyle>
          <a:p xmlns:a="http://schemas.openxmlformats.org/drawingml/2006/main">
            <a:pPr lvl="0">
              <a:buNone/>
            </a:pPr>
            <a:r>
              <a:t>Click to edit Master text styles</a:t>
            </a:r>
          </a:p>
        </p:txBody>
      </p:sp>
      <p:pic>
        <p:nvPicPr>
          <p:cNvPr id="12" name="OTag">
            <a:extLst xmlns:a="http://schemas.openxmlformats.org/drawingml/2006/main">
              <a:ext uri="{FF2B5EF4-FFF2-40B4-BE49-F238E27FC236}">
                <a16:creationId xmlns:a16="http://schemas.microsoft.com/office/drawing/2014/main" id="{C8115D37-2FD2-4149-A655-83C6B6368AB0}"/>
              </a:ext>
            </a:extLst>
          </p:cNvPr>
          <p:cNvPicPr>
            <a:picLocks xmlns:a="http://schemas.openxmlformats.org/drawingml/2006/main" noChangeAspect="1"/>
          </p:cNvPicPr>
          <p:nvPr/>
        </p:nvPicPr>
        <p:blipFill>
          <a:blip xmlns:r="http://schemas.openxmlformats.org/officeDocument/2006/relationships" xmlns:a="http://schemas.openxmlformats.org/drawingml/2006/main" r:embed="R6c4c05e1c8f542a4"/>
          <a:stretch xmlns:a="http://schemas.openxmlformats.org/drawingml/2006/main">
            <a:fillRect l="0" t="0" r="0" b="0"/>
          </a:stretch>
        </p:blipFill>
        <p:spPr>
          <a:xfrm xmlns:a="http://schemas.openxmlformats.org/drawingml/2006/main">
            <a:off x="11405616" y="6464808"/>
            <a:ext cx="393192" cy="393192"/>
          </a:xfrm>
          <a:prstGeom xmlns:a="http://schemas.openxmlformats.org/drawingml/2006/main" prst="rect">
            <a:avLst/>
          </a:prstGeom>
        </p:spPr>
      </p:pic>
      <p:sp>
        <p:nvSpPr>
          <p:cNvPr id="33" name="Date Placeholder 32">
            <a:extLst xmlns:a="http://schemas.openxmlformats.org/drawingml/2006/main">
              <a:ext uri="{FF2B5EF4-FFF2-40B4-BE49-F238E27FC236}">
                <a16:creationId xmlns:a16="http://schemas.microsoft.com/office/drawing/2014/main" id="{C757BBF7-1C67-AA09-584F-7A752DCB4BC9}"/>
              </a:ext>
            </a:extLst>
          </p:cNvPr>
          <p:cNvSpPr>
            <a:spLocks xmlns:a="http://schemas.openxmlformats.org/drawingml/2006/main" noGrp="1"/>
          </p:cNvSpPr>
          <p:nvPr>
            <p:ph type="dt" idx="38"/>
          </p:nvPr>
        </p:nvSpPr>
        <p:spPr/>
        <p:txBody>
          <a:bodyPr xmlns:a="http://schemas.openxmlformats.org/drawingml/2006/main"/>
          <a:lstStyle xmlns:a="http://schemas.openxmlformats.org/drawingml/2006/main">
            <a:lvl1pPr>
              <a:buNone/>
              <a:defRPr>
                <a:solidFill>
                  <a:srgbClr val="514C47"/>
                </a:solidFill>
              </a:defRPr>
            </a:lvl1pPr>
          </a:lstStyle>
          <a:p xmlns:a="http://schemas.openxmlformats.org/drawingml/2006/main">
            <a:r>
              <a:t>[Date]</a:t>
            </a:r>
            <a:endParaRPr/>
          </a:p>
        </p:txBody>
      </p:sp>
      <p:sp>
        <p:nvSpPr>
          <p:cNvPr id="34" name="Footer Placeholder 33">
            <a:extLst xmlns:a="http://schemas.openxmlformats.org/drawingml/2006/main">
              <a:ext uri="{FF2B5EF4-FFF2-40B4-BE49-F238E27FC236}">
                <a16:creationId xmlns:a16="http://schemas.microsoft.com/office/drawing/2014/main" id="{2B12D776-70C0-CC40-00F8-F8AB6108C9AA}"/>
              </a:ext>
            </a:extLst>
          </p:cNvPr>
          <p:cNvSpPr>
            <a:spLocks xmlns:a="http://schemas.openxmlformats.org/drawingml/2006/main" noGrp="1"/>
          </p:cNvSpPr>
          <p:nvPr>
            <p:ph type="ftr" idx="39"/>
          </p:nvPr>
        </p:nvSpPr>
        <p:spPr/>
        <p:txBody>
          <a:bodyPr xmlns:a="http://schemas.openxmlformats.org/drawingml/2006/main"/>
          <a:lstStyle xmlns:a="http://schemas.openxmlformats.org/drawingml/2006/main">
            <a:lvl1pPr>
              <a:buNone/>
              <a:defRPr>
                <a:solidFill>
                  <a:srgbClr val="514C47"/>
                </a:solidFill>
              </a:defRPr>
            </a:lvl1pPr>
          </a:lstStyle>
          <a:p xmlns:a="http://schemas.openxmlformats.org/drawingml/2006/main">
            <a:r>
              <a:t>Copyright © 2025, Oracle and/or its affiliates |  Confidential: Internal/Restricted/Highly Restricted</a:t>
            </a:r>
            <a:endParaRPr/>
          </a:p>
        </p:txBody>
      </p:sp>
      <p:sp>
        <p:nvSpPr>
          <p:cNvPr id="35" name="Slide Number Placeholder 34">
            <a:extLst xmlns:a="http://schemas.openxmlformats.org/drawingml/2006/main">
              <a:ext uri="{FF2B5EF4-FFF2-40B4-BE49-F238E27FC236}">
                <a16:creationId xmlns:a16="http://schemas.microsoft.com/office/drawing/2014/main" id="{2021DDA7-EEBD-CE8D-1221-C07F76A0D39F}"/>
              </a:ext>
            </a:extLst>
          </p:cNvPr>
          <p:cNvSpPr>
            <a:spLocks xmlns:a="http://schemas.openxmlformats.org/drawingml/2006/main" noGrp="1"/>
          </p:cNvSpPr>
          <p:nvPr>
            <p:ph type="sldNum" idx="40"/>
          </p:nvPr>
        </p:nvSpPr>
        <p:spPr/>
        <p:txBody>
          <a:bodyPr xmlns:a="http://schemas.openxmlformats.org/drawingml/2006/main"/>
          <a:lstStyle xmlns:a="http://schemas.openxmlformats.org/drawingml/2006/main">
            <a:lvl1pPr>
              <a:buNone/>
              <a:defRPr>
                <a:solidFill>
                  <a:srgbClr val="514C47"/>
                </a:solidFill>
              </a:defRPr>
            </a:lvl1pPr>
          </a:lstStyle>
          <a:p xmlns:a="http://schemas.openxmlformats.org/drawingml/2006/main">
            <a:fld id="{345D60D9-5372-5F40-9443-0F9AE5BDC3C8}" type="slidenum">
              <a:t>‹#›</a:t>
            </a:fld>
            <a:endParaRPr/>
          </a:p>
        </p:txBody>
      </p:sp>
      <p:pic>
        <p:nvPicPr>
          <p:cNvPr id="8" name="OTag">
            <a:extLst xmlns:a="http://schemas.openxmlformats.org/drawingml/2006/main">
              <a:ext uri="{FF2B5EF4-FFF2-40B4-BE49-F238E27FC236}">
                <a16:creationId xmlns:a16="http://schemas.microsoft.com/office/drawing/2014/main" id="{13600FE7-8535-4DE6-8125-50EA9A9D1CD2}"/>
              </a:ext>
            </a:extLst>
          </p:cNvPr>
          <p:cNvPicPr>
            <a:picLocks xmlns:a="http://schemas.openxmlformats.org/drawingml/2006/main" noChangeAspect="1"/>
          </p:cNvPicPr>
          <p:nvPr/>
        </p:nvPicPr>
        <p:blipFill>
          <a:blip xmlns:r="http://schemas.openxmlformats.org/officeDocument/2006/relationships" xmlns:a="http://schemas.openxmlformats.org/drawingml/2006/main" r:embed="R6c4c05e1c8f542a4"/>
          <a:stretch xmlns:a="http://schemas.openxmlformats.org/drawingml/2006/main">
            <a:fillRect l="0" t="0" r="0" b="0"/>
          </a:stretch>
        </p:blipFill>
        <p:spPr>
          <a:xfrm xmlns:a="http://schemas.openxmlformats.org/drawingml/2006/main">
            <a:off x="11402373" y="6464808"/>
            <a:ext cx="393192" cy="393192"/>
          </a:xfrm>
          <a:prstGeom xmlns:a="http://schemas.openxmlformats.org/drawingml/2006/main" prst="rect">
            <a:avLst/>
          </a:prstGeom>
        </p:spPr>
      </p:pic>
      <p:pic>
        <p:nvPicPr>
          <p:cNvPr id="4" name="Graphic 3">
            <a:extLst xmlns:a="http://schemas.openxmlformats.org/drawingml/2006/main">
              <a:ext uri="{FF2B5EF4-FFF2-40B4-BE49-F238E27FC236}">
                <a16:creationId xmlns:a16="http://schemas.microsoft.com/office/drawing/2014/main" id="{B6EE7322-7819-44DE-8A5F-FFA486C1C877}"/>
              </a:ext>
            </a:extLst>
          </p:cNvPr>
          <p:cNvPicPr>
            <a:picLocks xmlns:a="http://schemas.openxmlformats.org/drawingml/2006/main" noChangeAspect="1"/>
          </p:cNvPicPr>
          <p:nvPr/>
        </p:nvPicPr>
        <p:blipFill>
          <a:blip xmlns:r="http://schemas.openxmlformats.org/officeDocument/2006/relationships" xmlns:a="http://schemas.openxmlformats.org/drawingml/2006/main" r:embed="R141b9fa4facc4411">
            <a:extLst>
              <a:ext uri="{96DAC541-7B7A-43D3-8B79-37D633B846F1}">
                <asvg:svgBlip xmlns:asvg="http://schemas.microsoft.com/office/drawing/2016/SVG/main" r:embed="R5030892a8feb4d17"/>
              </a:ext>
            </a:extLst>
          </a:blip>
          <a:stretch xmlns:a="http://schemas.openxmlformats.org/drawingml/2006/main">
            <a:fillRect l="0" t="0" r="0" b="0"/>
          </a:stretch>
        </p:blipFill>
        <p:spPr>
          <a:xfrm xmlns:a="http://schemas.openxmlformats.org/drawingml/2006/main">
            <a:off x="4419600" y="0"/>
            <a:ext cx="7772400" cy="5181600"/>
          </a:xfrm>
          <a:prstGeom xmlns:a="http://schemas.openxmlformats.org/drawingml/2006/main" prst="rect">
            <a:avLst/>
          </a:prstGeom>
        </p:spPr>
      </p:pic>
      <p:sp>
        <p:nvSpPr>
          <p:cNvPr id="2" name="Accent mark">
            <a:extLst xmlns:a="http://schemas.openxmlformats.org/drawingml/2006/main">
              <a:ext uri="{FF2B5EF4-FFF2-40B4-BE49-F238E27FC236}">
                <a16:creationId xmlns:a16="http://schemas.microsoft.com/office/drawing/2014/main" id="{B0EC2F66-9907-2F15-B317-36B39B8BBE6F}"/>
              </a:ext>
            </a:extLst>
          </p:cNvPr>
          <p:cNvSpPr>
            <a:spLocks xmlns:a="http://schemas.openxmlformats.org/drawingml/2006/main" noGrp="1"/>
          </p:cNvSpPr>
          <p:nvPr/>
        </p:nvSpPr>
        <p:spPr>
          <a:xfrm xmlns:a="http://schemas.openxmlformats.org/drawingml/2006/main">
            <a:off x="792538" y="4502811"/>
            <a:ext cx="365760" cy="36576"/>
          </a:xfrm>
          <a:prstGeom xmlns:a="http://schemas.openxmlformats.org/drawingml/2006/main" prst="rect">
            <a:avLst/>
          </a:prstGeom>
          <a:solidFill xmlns:a="http://schemas.openxmlformats.org/drawingml/2006/main">
            <a:srgbClr val="C74634"/>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Tree>
  </p:cSld>
</p:sldLayout>
</file>

<file path=ppt/slideLayouts/slideLayout37.xml><?xml version="1.0" encoding="utf-8"?>
<p:sldLayout xmlns:p="http://schemas.openxmlformats.org/presentationml/2006/main" preserve="1" userDrawn="1">
  <p:cSld name="Dark - Safe harbor_Pillar">
    <p:bg>
      <p:bgRef idx="1001">
        <a:schemeClr xmlns:a="http://schemas.openxmlformats.org/drawingml/2006/main" val="bg2"/>
      </p:bgRef>
    </p:bg>
    <p:spTree>
      <p:nvGrpSpPr>
        <p:cNvPr id="1" name=""/>
        <p:cNvGrpSpPr/>
        <p:nvPr/>
      </p:nvGrpSpPr>
      <p:grpSpPr>
        <a:xfrm xmlns:a="http://schemas.openxmlformats.org/drawingml/2006/main"/>
      </p:grpSpPr>
      <p:sp>
        <p:nvSpPr>
          <p:cNvPr id="3" name="Title 2">
            <a:extLst xmlns:a="http://schemas.openxmlformats.org/drawingml/2006/main">
              <a:ext uri="{FF2B5EF4-FFF2-40B4-BE49-F238E27FC236}">
                <a16:creationId xmlns:a16="http://schemas.microsoft.com/office/drawing/2014/main" id="{51E051E1-71EC-4D3F-847F-0BC7D691C8EC}"/>
              </a:ext>
            </a:extLst>
          </p:cNvPr>
          <p:cNvSpPr>
            <a:spLocks xmlns:a="http://schemas.openxmlformats.org/drawingml/2006/main" noGrp="1"/>
          </p:cNvSpPr>
          <p:nvPr>
            <p:ph type="title" idx="0" hasCustomPrompt="1"/>
          </p:nvPr>
        </p:nvSpPr>
        <p:spPr>
          <a:xfrm xmlns:a="http://schemas.openxmlformats.org/drawingml/2006/main">
            <a:off x="768875" y="182403"/>
            <a:ext cx="10671048" cy="822960"/>
          </a:xfrm>
        </p:spPr>
        <p:txBody>
          <a:bodyPr xmlns:a="http://schemas.openxmlformats.org/drawingml/2006/main"/>
          <a:lstStyle xmlns:a="http://schemas.openxmlformats.org/drawingml/2006/main">
            <a:lvl1pPr>
              <a:lnSpc>
                <a:spcPct val="100000"/>
              </a:lnSpc>
              <a:buNone/>
              <a:defRPr b="1" i="0">
                <a:latin typeface="Oracle Sans Tab"/>
                <a:ea typeface="Oracle Sans Tab"/>
                <a:cs typeface="Oracle Sans Tab"/>
              </a:defRPr>
            </a:lvl1pPr>
          </a:lstStyle>
          <a:p xmlns:a="http://schemas.openxmlformats.org/drawingml/2006/main">
            <a:r>
              <a:t>Safe harbor statement</a:t>
            </a:r>
          </a:p>
        </p:txBody>
      </p:sp>
      <p:sp>
        <p:nvSpPr>
          <p:cNvPr id="5" name="Slide Number Placeholder 7">
            <a:extLst xmlns:a="http://schemas.openxmlformats.org/drawingml/2006/main">
              <a:ext uri="{FF2B5EF4-FFF2-40B4-BE49-F238E27FC236}">
                <a16:creationId xmlns:a16="http://schemas.microsoft.com/office/drawing/2014/main" id="{BAE1FE92-0B5A-C3C7-4D80-295A1C03DE54}"/>
              </a:ext>
            </a:extLst>
          </p:cNvPr>
          <p:cNvSpPr>
            <a:spLocks xmlns:a="http://schemas.openxmlformats.org/drawingml/2006/main" noGrp="1"/>
          </p:cNvSpPr>
          <p:nvPr>
            <p:ph type="sldNum" idx="17"/>
          </p:nvPr>
        </p:nvSpPr>
        <p:spPr>
          <a:xfrm xmlns:a="http://schemas.openxmlformats.org/drawingml/2006/main">
            <a:off x="762000" y="6423660"/>
            <a:ext cx="365760" cy="365760"/>
          </a:xfrm>
        </p:spPr>
        <p:txBody>
          <a:bodyPr xmlns:a="http://schemas.openxmlformats.org/drawingml/2006/main"/>
          <a:lstStyle xmlns:a="http://schemas.openxmlformats.org/drawingml/2006/main">
            <a:lvl1pPr>
              <a:buNone/>
              <a:defRPr>
                <a:solidFill>
                  <a:srgbClr val="AEA8A2"/>
                </a:solidFill>
              </a:defRPr>
            </a:lvl1pPr>
          </a:lstStyle>
          <a:p xmlns:a="http://schemas.openxmlformats.org/drawingml/2006/main">
            <a:fld id="{345D60D9-5372-5F40-9443-0F9AE5BDC3C8}" type="slidenum">
              <a:t>‹#›</a:t>
            </a:fld>
            <a:endParaRPr/>
          </a:p>
        </p:txBody>
      </p:sp>
      <p:sp>
        <p:nvSpPr>
          <p:cNvPr id="6" name="Footer Placeholder 6">
            <a:extLst xmlns:a="http://schemas.openxmlformats.org/drawingml/2006/main">
              <a:ext uri="{FF2B5EF4-FFF2-40B4-BE49-F238E27FC236}">
                <a16:creationId xmlns:a16="http://schemas.microsoft.com/office/drawing/2014/main" id="{F12714ED-3627-881E-09BA-8AF5C2283036}"/>
              </a:ext>
            </a:extLst>
          </p:cNvPr>
          <p:cNvSpPr>
            <a:spLocks xmlns:a="http://schemas.openxmlformats.org/drawingml/2006/main" noGrp="1"/>
          </p:cNvSpPr>
          <p:nvPr>
            <p:ph type="ftr" idx="16"/>
          </p:nvPr>
        </p:nvSpPr>
        <p:spPr>
          <a:xfrm xmlns:a="http://schemas.openxmlformats.org/drawingml/2006/main">
            <a:off x="1127759" y="6423978"/>
            <a:ext cx="5745379" cy="365125"/>
          </a:xfrm>
        </p:spPr>
        <p:txBody>
          <a:bodyPr xmlns:a="http://schemas.openxmlformats.org/drawingml/2006/main"/>
          <a:lstStyle xmlns:a="http://schemas.openxmlformats.org/drawingml/2006/main">
            <a:lvl1pPr>
              <a:buNone/>
              <a:defRPr>
                <a:solidFill>
                  <a:srgbClr val="AEA8A2"/>
                </a:solidFill>
              </a:defRPr>
            </a:lvl1pPr>
          </a:lstStyle>
          <a:p xmlns:a="http://schemas.openxmlformats.org/drawingml/2006/main">
            <a:r>
              <a:t>Copyright © 2025, Oracle and/or its affiliates |  Confidential: Internal/Restricted/Highly Restricted</a:t>
            </a:r>
            <a:endParaRPr/>
          </a:p>
        </p:txBody>
      </p:sp>
      <p:sp>
        <p:nvSpPr>
          <p:cNvPr id="7" name="Date Placeholder 4">
            <a:extLst xmlns:a="http://schemas.openxmlformats.org/drawingml/2006/main">
              <a:ext uri="{FF2B5EF4-FFF2-40B4-BE49-F238E27FC236}">
                <a16:creationId xmlns:a16="http://schemas.microsoft.com/office/drawing/2014/main" id="{1E845CA1-2B55-2D69-3680-9CE99F31519C}"/>
              </a:ext>
            </a:extLst>
          </p:cNvPr>
          <p:cNvSpPr>
            <a:spLocks xmlns:a="http://schemas.openxmlformats.org/drawingml/2006/main" noGrp="1"/>
          </p:cNvSpPr>
          <p:nvPr>
            <p:ph type="dt" idx="15"/>
          </p:nvPr>
        </p:nvSpPr>
        <p:spPr>
          <a:xfrm xmlns:a="http://schemas.openxmlformats.org/drawingml/2006/main">
            <a:off x="6873138" y="6425604"/>
            <a:ext cx="2743200" cy="363500"/>
          </a:xfrm>
        </p:spPr>
        <p:txBody>
          <a:bodyPr xmlns:a="http://schemas.openxmlformats.org/drawingml/2006/main"/>
          <a:lstStyle xmlns:a="http://schemas.openxmlformats.org/drawingml/2006/main">
            <a:lvl1pPr>
              <a:buNone/>
              <a:defRPr>
                <a:solidFill>
                  <a:srgbClr val="AEA8A2"/>
                </a:solidFill>
              </a:defRPr>
            </a:lvl1pPr>
          </a:lstStyle>
          <a:p xmlns:a="http://schemas.openxmlformats.org/drawingml/2006/main">
            <a:r>
              <a:t>[Date]</a:t>
            </a:r>
            <a:endParaRPr/>
          </a:p>
        </p:txBody>
      </p:sp>
      <p:sp>
        <p:nvSpPr>
          <p:cNvPr id="8" name="TextBox 7">
            <a:extLst xmlns:a="http://schemas.openxmlformats.org/drawingml/2006/main">
              <a:ext uri="{FF2B5EF4-FFF2-40B4-BE49-F238E27FC236}">
                <a16:creationId xmlns:a16="http://schemas.microsoft.com/office/drawing/2014/main" id="{F2087D21-F78B-45C7-2C05-43C5D2F54367}"/>
              </a:ext>
            </a:extLst>
          </p:cNvPr>
          <p:cNvSpPr>
            <a:spLocks xmlns:a="http://schemas.openxmlformats.org/drawingml/2006/main" noGrp="1"/>
          </p:cNvSpPr>
          <p:nvPr/>
        </p:nvSpPr>
        <p:spPr>
          <a:xfrm xmlns:a="http://schemas.openxmlformats.org/drawingml/2006/main">
            <a:off x="762000" y="2344333"/>
            <a:ext cx="8854338" cy="1709763"/>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nSpc>
                <a:spcPts val="2120"/>
              </a:lnSpc>
              <a:spcAft>
                <a:spcPts val="0"/>
              </a:spcAft>
              <a:buNone/>
            </a:pPr>
            <a:r>
              <a:rPr sz="1800" b="0" i="0">
                <a:solidFill>
                  <a:schemeClr val="tx1"/>
                </a:solidFill>
                <a:latin typeface="+mn-lt"/>
                <a:ea typeface="+mn-lt"/>
                <a:cs typeface="+mn-lt"/>
              </a:rPr>
              <a:t>The following is intended to outline our general product direction. It is intended for information purposes only, and may not be incorporated into any contract. It is not a commitment to deliver any material, code, or functionality, and should not be relied upon in making purchasing decisions. The development, release, timing, and pricing of any features or functionality described for Oracle’s products may change and remains at the sole discretion of Oracle Corporation.</a:t>
            </a:r>
          </a:p>
        </p:txBody>
      </p:sp>
    </p:spTree>
  </p:cSld>
</p:sldLayout>
</file>

<file path=ppt/slideLayouts/slideLayout38.xml><?xml version="1.0" encoding="utf-8"?>
<p:sldLayout xmlns:p="http://schemas.openxmlformats.org/presentationml/2006/main" preserve="1" userDrawn="1">
  <p:cSld name="Light - Safe harbor_Pillar">
    <p:bg>
      <p:bgPr>
        <a:solidFill xmlns:a="http://schemas.openxmlformats.org/drawingml/2006/main">
          <a:schemeClr val="bg2"/>
        </a:solidFill>
      </p:bgPr>
    </p:bg>
    <p:spTree>
      <p:nvGrpSpPr>
        <p:cNvPr id="1" name=""/>
        <p:cNvGrpSpPr/>
        <p:nvPr/>
      </p:nvGrpSpPr>
      <p:grpSpPr>
        <a:xfrm xmlns:a="http://schemas.openxmlformats.org/drawingml/2006/main"/>
      </p:grpSpPr>
      <p:sp>
        <p:nvSpPr>
          <p:cNvPr id="3" name="Title 2">
            <a:extLst xmlns:a="http://schemas.openxmlformats.org/drawingml/2006/main">
              <a:ext uri="{FF2B5EF4-FFF2-40B4-BE49-F238E27FC236}">
                <a16:creationId xmlns:a16="http://schemas.microsoft.com/office/drawing/2014/main" id="{51E051E1-71EC-4D3F-847F-0BC7D691C8EC}"/>
              </a:ext>
            </a:extLst>
          </p:cNvPr>
          <p:cNvSpPr>
            <a:spLocks xmlns:a="http://schemas.openxmlformats.org/drawingml/2006/main" noGrp="1"/>
          </p:cNvSpPr>
          <p:nvPr>
            <p:ph type="title" idx="0" hasCustomPrompt="1"/>
          </p:nvPr>
        </p:nvSpPr>
        <p:spPr>
          <a:xfrm xmlns:a="http://schemas.openxmlformats.org/drawingml/2006/main">
            <a:off x="768875" y="182403"/>
            <a:ext cx="10671048" cy="822960"/>
          </a:xfrm>
        </p:spPr>
        <p:txBody>
          <a:bodyPr xmlns:a="http://schemas.openxmlformats.org/drawingml/2006/main"/>
          <a:lstStyle xmlns:a="http://schemas.openxmlformats.org/drawingml/2006/main">
            <a:lvl1pPr>
              <a:lnSpc>
                <a:spcPct val="100000"/>
              </a:lnSpc>
              <a:buNone/>
              <a:defRPr b="1" i="0">
                <a:latin typeface="Oracle Sans Tab"/>
                <a:ea typeface="Oracle Sans Tab"/>
                <a:cs typeface="Oracle Sans Tab"/>
              </a:defRPr>
            </a:lvl1pPr>
          </a:lstStyle>
          <a:p xmlns:a="http://schemas.openxmlformats.org/drawingml/2006/main">
            <a:r>
              <a:t>Safe harbor statement</a:t>
            </a:r>
          </a:p>
        </p:txBody>
      </p:sp>
      <p:sp>
        <p:nvSpPr>
          <p:cNvPr id="4" name="Slide Number Placeholder 5">
            <a:extLst xmlns:a="http://schemas.openxmlformats.org/drawingml/2006/main">
              <a:ext uri="{FF2B5EF4-FFF2-40B4-BE49-F238E27FC236}">
                <a16:creationId xmlns:a16="http://schemas.microsoft.com/office/drawing/2014/main" id="{BC646B5F-9A04-2345-9C7A-6782C7E49933}"/>
              </a:ext>
            </a:extLst>
          </p:cNvPr>
          <p:cNvSpPr>
            <a:spLocks xmlns:a="http://schemas.openxmlformats.org/drawingml/2006/main" noGrp="1"/>
          </p:cNvSpPr>
          <p:nvPr>
            <p:ph type="sldNum" idx="40"/>
          </p:nvPr>
        </p:nvSpPr>
        <p:spPr>
          <a:xfrm xmlns:a="http://schemas.openxmlformats.org/drawingml/2006/main">
            <a:off x="762000" y="6423660"/>
            <a:ext cx="365760" cy="365760"/>
          </a:xfrm>
        </p:spPr>
        <p:txBody>
          <a:bodyPr xmlns:a="http://schemas.openxmlformats.org/drawingml/2006/main"/>
          <a:lstStyle xmlns:a="http://schemas.openxmlformats.org/drawingml/2006/main">
            <a:lvl1pPr>
              <a:buNone/>
              <a:defRPr>
                <a:solidFill>
                  <a:srgbClr val="514C47"/>
                </a:solidFill>
              </a:defRPr>
            </a:lvl1pPr>
          </a:lstStyle>
          <a:p xmlns:a="http://schemas.openxmlformats.org/drawingml/2006/main">
            <a:fld id="{345D60D9-5372-5F40-9443-0F9AE5BDC3C8}" type="slidenum">
              <a:t>‹#›</a:t>
            </a:fld>
            <a:endParaRPr/>
          </a:p>
        </p:txBody>
      </p:sp>
      <p:sp>
        <p:nvSpPr>
          <p:cNvPr id="6" name="Footer Placeholder 4">
            <a:extLst xmlns:a="http://schemas.openxmlformats.org/drawingml/2006/main">
              <a:ext uri="{FF2B5EF4-FFF2-40B4-BE49-F238E27FC236}">
                <a16:creationId xmlns:a16="http://schemas.microsoft.com/office/drawing/2014/main" id="{FFEE0BDB-5EA2-52EC-445D-A4A5ED94A7B0}"/>
              </a:ext>
            </a:extLst>
          </p:cNvPr>
          <p:cNvSpPr>
            <a:spLocks xmlns:a="http://schemas.openxmlformats.org/drawingml/2006/main" noGrp="1"/>
          </p:cNvSpPr>
          <p:nvPr>
            <p:ph type="ftr" idx="39"/>
          </p:nvPr>
        </p:nvSpPr>
        <p:spPr>
          <a:xfrm xmlns:a="http://schemas.openxmlformats.org/drawingml/2006/main">
            <a:off x="1127759" y="6423978"/>
            <a:ext cx="5745379" cy="365125"/>
          </a:xfrm>
        </p:spPr>
        <p:txBody>
          <a:bodyPr xmlns:a="http://schemas.openxmlformats.org/drawingml/2006/main"/>
          <a:lstStyle xmlns:a="http://schemas.openxmlformats.org/drawingml/2006/main">
            <a:lvl1pPr>
              <a:buNone/>
              <a:defRPr>
                <a:solidFill>
                  <a:srgbClr val="514C47"/>
                </a:solidFill>
              </a:defRPr>
            </a:lvl1pPr>
          </a:lstStyle>
          <a:p xmlns:a="http://schemas.openxmlformats.org/drawingml/2006/main">
            <a:r>
              <a:t>Copyright © 2025, Oracle and/or its affiliates |  Confidential: Internal/Restricted/Highly Restricted</a:t>
            </a:r>
            <a:endParaRPr/>
          </a:p>
        </p:txBody>
      </p:sp>
      <p:sp>
        <p:nvSpPr>
          <p:cNvPr id="7" name="Date Placeholder 3">
            <a:extLst xmlns:a="http://schemas.openxmlformats.org/drawingml/2006/main">
              <a:ext uri="{FF2B5EF4-FFF2-40B4-BE49-F238E27FC236}">
                <a16:creationId xmlns:a16="http://schemas.microsoft.com/office/drawing/2014/main" id="{462F21D1-B67F-E9FA-456D-B3EE99FD6629}"/>
              </a:ext>
            </a:extLst>
          </p:cNvPr>
          <p:cNvSpPr>
            <a:spLocks xmlns:a="http://schemas.openxmlformats.org/drawingml/2006/main" noGrp="1"/>
          </p:cNvSpPr>
          <p:nvPr>
            <p:ph type="dt" idx="38"/>
          </p:nvPr>
        </p:nvSpPr>
        <p:spPr>
          <a:xfrm xmlns:a="http://schemas.openxmlformats.org/drawingml/2006/main">
            <a:off x="6873138" y="6425604"/>
            <a:ext cx="2743200" cy="363500"/>
          </a:xfrm>
        </p:spPr>
        <p:txBody>
          <a:bodyPr xmlns:a="http://schemas.openxmlformats.org/drawingml/2006/main"/>
          <a:lstStyle xmlns:a="http://schemas.openxmlformats.org/drawingml/2006/main">
            <a:lvl1pPr>
              <a:buNone/>
              <a:defRPr>
                <a:solidFill>
                  <a:srgbClr val="514C47"/>
                </a:solidFill>
              </a:defRPr>
            </a:lvl1pPr>
          </a:lstStyle>
          <a:p xmlns:a="http://schemas.openxmlformats.org/drawingml/2006/main">
            <a:r>
              <a:t>[Date]</a:t>
            </a:r>
            <a:endParaRPr/>
          </a:p>
        </p:txBody>
      </p:sp>
      <p:sp>
        <p:nvSpPr>
          <p:cNvPr id="5" name="TextBox 4">
            <a:extLst xmlns:a="http://schemas.openxmlformats.org/drawingml/2006/main">
              <a:ext uri="{FF2B5EF4-FFF2-40B4-BE49-F238E27FC236}">
                <a16:creationId xmlns:a16="http://schemas.microsoft.com/office/drawing/2014/main" id="{CA4392FF-7C2C-D37B-DD7D-60C8C946E8C6}"/>
              </a:ext>
            </a:extLst>
          </p:cNvPr>
          <p:cNvSpPr>
            <a:spLocks xmlns:a="http://schemas.openxmlformats.org/drawingml/2006/main" noGrp="1"/>
          </p:cNvSpPr>
          <p:nvPr/>
        </p:nvSpPr>
        <p:spPr>
          <a:xfrm xmlns:a="http://schemas.openxmlformats.org/drawingml/2006/main">
            <a:off x="762000" y="2344333"/>
            <a:ext cx="8854338" cy="1709763"/>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nSpc>
                <a:spcPts val="2120"/>
              </a:lnSpc>
              <a:spcAft>
                <a:spcPts val="0"/>
              </a:spcAft>
              <a:buNone/>
            </a:pPr>
            <a:r>
              <a:rPr sz="1800" b="0" i="0">
                <a:solidFill>
                  <a:schemeClr val="tx1"/>
                </a:solidFill>
                <a:latin typeface="+mn-lt"/>
                <a:ea typeface="+mn-lt"/>
                <a:cs typeface="+mn-lt"/>
              </a:rPr>
              <a:t>The following is intended to outline our general product direction. It is intended for information purposes only, and may not be incorporated into any contract. It is not a commitment to deliver any material, code, or functionality, and should not be relied upon in making purchasing decisions. The development, release, timing, and pricing of any features or functionality described for Oracle’s products may change and remains at the sole discretion of Oracle Corporation.</a:t>
            </a:r>
          </a:p>
        </p:txBody>
      </p:sp>
    </p:spTree>
  </p:cSld>
</p:sldLayout>
</file>

<file path=ppt/slideLayouts/slideLayout39.xml><?xml version="1.0" encoding="utf-8"?>
<p:sldLayout xmlns:p="http://schemas.openxmlformats.org/presentationml/2006/main" preserve="1" userDrawn="1">
  <p:cSld name="Note on safe harbor/forward looking">
    <p:bg>
      <p:bgPr>
        <a:solidFill xmlns:a="http://schemas.openxmlformats.org/drawingml/2006/main">
          <a:schemeClr val="bg2"/>
        </a:solidFill>
      </p:bgPr>
    </p:bg>
    <p:spTree>
      <p:nvGrpSpPr>
        <p:cNvPr id="1" name=""/>
        <p:cNvGrpSpPr/>
        <p:nvPr/>
      </p:nvGrpSpPr>
      <p:grpSpPr>
        <a:xfrm xmlns:a="http://schemas.openxmlformats.org/drawingml/2006/main"/>
      </p:grpSpPr>
      <p:sp>
        <p:nvSpPr>
          <p:cNvPr id="3" name="Title 2">
            <a:extLst xmlns:a="http://schemas.openxmlformats.org/drawingml/2006/main">
              <a:ext uri="{FF2B5EF4-FFF2-40B4-BE49-F238E27FC236}">
                <a16:creationId xmlns:a16="http://schemas.microsoft.com/office/drawing/2014/main" id="{51E051E1-71EC-4D3F-847F-0BC7D691C8EC}"/>
              </a:ext>
            </a:extLst>
          </p:cNvPr>
          <p:cNvSpPr>
            <a:spLocks xmlns:a="http://schemas.openxmlformats.org/drawingml/2006/main" noGrp="1"/>
          </p:cNvSpPr>
          <p:nvPr>
            <p:ph type="title" idx="0" hasCustomPrompt="1"/>
          </p:nvPr>
        </p:nvSpPr>
        <p:spPr>
          <a:xfrm xmlns:a="http://schemas.openxmlformats.org/drawingml/2006/main">
            <a:off x="768875" y="182403"/>
            <a:ext cx="10671048" cy="822960"/>
          </a:xfrm>
        </p:spPr>
        <p:txBody>
          <a:bodyPr xmlns:a="http://schemas.openxmlformats.org/drawingml/2006/main"/>
          <a:lstStyle xmlns:a="http://schemas.openxmlformats.org/drawingml/2006/main">
            <a:lvl1pPr>
              <a:lnSpc>
                <a:spcPct val="100000"/>
              </a:lnSpc>
              <a:buNone/>
              <a:defRPr b="1" i="0">
                <a:latin typeface="Oracle Sans Tab"/>
                <a:ea typeface="Oracle Sans Tab"/>
                <a:cs typeface="Oracle Sans Tab"/>
              </a:defRPr>
            </a:lvl1pPr>
          </a:lstStyle>
          <a:p xmlns:a="http://schemas.openxmlformats.org/drawingml/2006/main">
            <a:r>
              <a:t>Safe harbor/forward looking</a:t>
            </a:r>
          </a:p>
        </p:txBody>
      </p:sp>
      <p:sp>
        <p:nvSpPr>
          <p:cNvPr id="4" name="Slide Number Placeholder 5">
            <a:extLst xmlns:a="http://schemas.openxmlformats.org/drawingml/2006/main">
              <a:ext uri="{FF2B5EF4-FFF2-40B4-BE49-F238E27FC236}">
                <a16:creationId xmlns:a16="http://schemas.microsoft.com/office/drawing/2014/main" id="{BC646B5F-9A04-2345-9C7A-6782C7E49933}"/>
              </a:ext>
            </a:extLst>
          </p:cNvPr>
          <p:cNvSpPr>
            <a:spLocks xmlns:a="http://schemas.openxmlformats.org/drawingml/2006/main" noGrp="1"/>
          </p:cNvSpPr>
          <p:nvPr>
            <p:ph type="sldNum" idx="40"/>
          </p:nvPr>
        </p:nvSpPr>
        <p:spPr>
          <a:xfrm xmlns:a="http://schemas.openxmlformats.org/drawingml/2006/main">
            <a:off x="762000" y="6423660"/>
            <a:ext cx="365760" cy="365760"/>
          </a:xfrm>
        </p:spPr>
        <p:txBody>
          <a:bodyPr xmlns:a="http://schemas.openxmlformats.org/drawingml/2006/main"/>
          <a:lstStyle xmlns:a="http://schemas.openxmlformats.org/drawingml/2006/main">
            <a:lvl1pPr>
              <a:buNone/>
              <a:defRPr>
                <a:solidFill>
                  <a:srgbClr val="514C47"/>
                </a:solidFill>
              </a:defRPr>
            </a:lvl1pPr>
          </a:lstStyle>
          <a:p xmlns:a="http://schemas.openxmlformats.org/drawingml/2006/main">
            <a:fld id="{345D60D9-5372-5F40-9443-0F9AE5BDC3C8}" type="slidenum">
              <a:t>‹#›</a:t>
            </a:fld>
            <a:endParaRPr/>
          </a:p>
        </p:txBody>
      </p:sp>
      <p:sp>
        <p:nvSpPr>
          <p:cNvPr id="6" name="Footer Placeholder 4">
            <a:extLst xmlns:a="http://schemas.openxmlformats.org/drawingml/2006/main">
              <a:ext uri="{FF2B5EF4-FFF2-40B4-BE49-F238E27FC236}">
                <a16:creationId xmlns:a16="http://schemas.microsoft.com/office/drawing/2014/main" id="{FFEE0BDB-5EA2-52EC-445D-A4A5ED94A7B0}"/>
              </a:ext>
            </a:extLst>
          </p:cNvPr>
          <p:cNvSpPr>
            <a:spLocks xmlns:a="http://schemas.openxmlformats.org/drawingml/2006/main" noGrp="1"/>
          </p:cNvSpPr>
          <p:nvPr>
            <p:ph type="ftr" idx="39"/>
          </p:nvPr>
        </p:nvSpPr>
        <p:spPr>
          <a:xfrm xmlns:a="http://schemas.openxmlformats.org/drawingml/2006/main">
            <a:off x="1127759" y="6423978"/>
            <a:ext cx="5745379" cy="365125"/>
          </a:xfrm>
        </p:spPr>
        <p:txBody>
          <a:bodyPr xmlns:a="http://schemas.openxmlformats.org/drawingml/2006/main"/>
          <a:lstStyle xmlns:a="http://schemas.openxmlformats.org/drawingml/2006/main">
            <a:lvl1pPr>
              <a:buNone/>
              <a:defRPr>
                <a:solidFill>
                  <a:srgbClr val="514C47"/>
                </a:solidFill>
              </a:defRPr>
            </a:lvl1pPr>
          </a:lstStyle>
          <a:p xmlns:a="http://schemas.openxmlformats.org/drawingml/2006/main">
            <a:r>
              <a:t>Copyright © 2025, Oracle and/or its affiliates |  Confidential: Internal/Restricted/Highly Restricted</a:t>
            </a:r>
            <a:endParaRPr/>
          </a:p>
        </p:txBody>
      </p:sp>
      <p:sp>
        <p:nvSpPr>
          <p:cNvPr id="7" name="Date Placeholder 3">
            <a:extLst xmlns:a="http://schemas.openxmlformats.org/drawingml/2006/main">
              <a:ext uri="{FF2B5EF4-FFF2-40B4-BE49-F238E27FC236}">
                <a16:creationId xmlns:a16="http://schemas.microsoft.com/office/drawing/2014/main" id="{462F21D1-B67F-E9FA-456D-B3EE99FD6629}"/>
              </a:ext>
            </a:extLst>
          </p:cNvPr>
          <p:cNvSpPr>
            <a:spLocks xmlns:a="http://schemas.openxmlformats.org/drawingml/2006/main" noGrp="1"/>
          </p:cNvSpPr>
          <p:nvPr>
            <p:ph type="dt" idx="38"/>
          </p:nvPr>
        </p:nvSpPr>
        <p:spPr>
          <a:xfrm xmlns:a="http://schemas.openxmlformats.org/drawingml/2006/main">
            <a:off x="6873138" y="6425604"/>
            <a:ext cx="2743200" cy="363500"/>
          </a:xfrm>
        </p:spPr>
        <p:txBody>
          <a:bodyPr xmlns:a="http://schemas.openxmlformats.org/drawingml/2006/main"/>
          <a:lstStyle xmlns:a="http://schemas.openxmlformats.org/drawingml/2006/main">
            <a:lvl1pPr>
              <a:buNone/>
              <a:defRPr>
                <a:solidFill>
                  <a:srgbClr val="514C47"/>
                </a:solidFill>
              </a:defRPr>
            </a:lvl1pPr>
          </a:lstStyle>
          <a:p xmlns:a="http://schemas.openxmlformats.org/drawingml/2006/main">
            <a:r>
              <a:t>[Date]</a:t>
            </a:r>
            <a:endParaRPr/>
          </a:p>
        </p:txBody>
      </p:sp>
      <p:sp>
        <p:nvSpPr>
          <p:cNvPr id="17" name="TextBox 16">
            <a:extLst xmlns:a="http://schemas.openxmlformats.org/drawingml/2006/main">
              <a:ext uri="{FF2B5EF4-FFF2-40B4-BE49-F238E27FC236}">
                <a16:creationId xmlns:a16="http://schemas.microsoft.com/office/drawing/2014/main" id="{E5EA32E2-5AE7-3199-6814-98A3082209E7}"/>
              </a:ext>
            </a:extLst>
          </p:cNvPr>
          <p:cNvSpPr>
            <a:spLocks xmlns:a="http://schemas.openxmlformats.org/drawingml/2006/main" noGrp="1"/>
          </p:cNvSpPr>
          <p:nvPr/>
        </p:nvSpPr>
        <p:spPr>
          <a:xfrm xmlns:a="http://schemas.openxmlformats.org/drawingml/2006/main">
            <a:off x="762000" y="1608575"/>
            <a:ext cx="5084064" cy="3278398"/>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marL="0" marR="0" lvl="0" indent="0" algn="l" defTabSz="171443">
              <a:lnSpc>
                <a:spcPct val="120000"/>
              </a:lnSpc>
              <a:spcBef>
                <a:spcPts val="0"/>
              </a:spcBef>
              <a:spcAft>
                <a:spcPts val="900"/>
              </a:spcAft>
              <a:buClrTx/>
              <a:buSzTx/>
              <a:buFontTx/>
              <a:buNone/>
            </a:pPr>
            <a:r>
              <a:rPr sz="1400" b="0" i="0">
                <a:solidFill>
                  <a:schemeClr val="tx1"/>
                </a:solidFill>
                <a:latin typeface="Oracle Sans"/>
                <a:ea typeface="Oracle Sans"/>
                <a:cs typeface="Oracle Sans"/>
              </a:rPr>
              <a:t>The Legal Entity footer is required on every slide.</a:t>
            </a:r>
          </a:p>
          <a:p xmlns:a="http://schemas.openxmlformats.org/drawingml/2006/main">
            <a:pPr marL="0" marR="0" lvl="0" indent="0" algn="l" defTabSz="171443">
              <a:lnSpc>
                <a:spcPct val="120000"/>
              </a:lnSpc>
              <a:spcBef>
                <a:spcPts val="0"/>
              </a:spcBef>
              <a:spcAft>
                <a:spcPts val="900"/>
              </a:spcAft>
              <a:buClrTx/>
              <a:buSzTx/>
              <a:buFontTx/>
              <a:buNone/>
            </a:pPr>
            <a:r>
              <a:rPr sz="1400" b="0" i="0">
                <a:solidFill>
                  <a:schemeClr val="tx1"/>
                </a:solidFill>
                <a:latin typeface="Oracle Sans"/>
                <a:ea typeface="Oracle Sans"/>
                <a:cs typeface="Oracle Sans"/>
              </a:rPr>
              <a:t>The Regulatory Statement is required on the title slide, and Forward-Looking statement slide (if the Forward-Looking statement slide is needed).</a:t>
            </a:r>
          </a:p>
          <a:p xmlns:a="http://schemas.openxmlformats.org/drawingml/2006/main">
            <a:pPr marL="0" marR="0" lvl="0" indent="0" algn="l" defTabSz="171443">
              <a:lnSpc>
                <a:spcPct val="120000"/>
              </a:lnSpc>
              <a:spcBef>
                <a:spcPts val="0"/>
              </a:spcBef>
              <a:spcAft>
                <a:spcPts val="900"/>
              </a:spcAft>
              <a:buClrTx/>
              <a:buSzTx/>
              <a:buFontTx/>
              <a:buNone/>
            </a:pPr>
            <a:r>
              <a:rPr sz="1400" b="0" i="0">
                <a:solidFill>
                  <a:schemeClr val="tx1"/>
                </a:solidFill>
                <a:latin typeface="Oracle Sans"/>
                <a:ea typeface="Oracle Sans"/>
                <a:cs typeface="Oracle Sans"/>
              </a:rPr>
              <a:t>The Forward-Looking statement and Safe Harbor slides are required only for external presentations that pertain to:</a:t>
            </a:r>
          </a:p>
          <a:p xmlns:a="http://schemas.openxmlformats.org/drawingml/2006/main">
            <a:pPr marL="171441" marR="0" lvl="0" indent="-171441" algn="l" defTabSz="685766">
              <a:lnSpc>
                <a:spcPct val="110000"/>
              </a:lnSpc>
              <a:spcBef>
                <a:spcPts val="0"/>
              </a:spcBef>
              <a:spcAft>
                <a:spcPts val="900"/>
              </a:spcAft>
              <a:buClrTx/>
              <a:buSzTx/>
              <a:buFont typeface="Arial"/>
              <a:buChar char="•"/>
            </a:pPr>
            <a:r>
              <a:rPr sz="1400" b="0" i="0">
                <a:solidFill>
                  <a:schemeClr val="tx1"/>
                </a:solidFill>
                <a:latin typeface="Oracle Sans"/>
                <a:ea typeface="Oracle Sans"/>
                <a:cs typeface="Oracle Sans"/>
              </a:rPr>
              <a:t>Product launches</a:t>
            </a:r>
          </a:p>
          <a:p xmlns:a="http://schemas.openxmlformats.org/drawingml/2006/main">
            <a:pPr marL="171441" marR="0" lvl="0" indent="-171441" algn="l" defTabSz="685766">
              <a:lnSpc>
                <a:spcPct val="110000"/>
              </a:lnSpc>
              <a:spcBef>
                <a:spcPts val="0"/>
              </a:spcBef>
              <a:spcAft>
                <a:spcPts val="900"/>
              </a:spcAft>
              <a:buClrTx/>
              <a:buSzTx/>
              <a:buFont typeface="Arial"/>
              <a:buChar char="•"/>
            </a:pPr>
            <a:r>
              <a:rPr sz="1400" b="0" i="0">
                <a:solidFill>
                  <a:schemeClr val="tx1"/>
                </a:solidFill>
                <a:latin typeface="Oracle Sans"/>
                <a:ea typeface="Oracle Sans"/>
                <a:cs typeface="Oracle Sans"/>
              </a:rPr>
              <a:t>Executive presentations</a:t>
            </a:r>
          </a:p>
          <a:p xmlns:a="http://schemas.openxmlformats.org/drawingml/2006/main">
            <a:pPr marL="171441" marR="0" lvl="0" indent="-171441" algn="l" defTabSz="685766">
              <a:lnSpc>
                <a:spcPct val="110000"/>
              </a:lnSpc>
              <a:spcBef>
                <a:spcPts val="0"/>
              </a:spcBef>
              <a:spcAft>
                <a:spcPts val="900"/>
              </a:spcAft>
              <a:buClrTx/>
              <a:buSzTx/>
              <a:buFont typeface="Arial"/>
              <a:buChar char="•"/>
            </a:pPr>
            <a:r>
              <a:rPr sz="1400" b="0" i="0">
                <a:solidFill>
                  <a:schemeClr val="tx1"/>
                </a:solidFill>
                <a:latin typeface="Oracle Sans"/>
                <a:ea typeface="Oracle Sans"/>
                <a:cs typeface="Oracle Sans"/>
              </a:rPr>
              <a:t>Keynotes at major events</a:t>
            </a:r>
          </a:p>
          <a:p xmlns:a="http://schemas.openxmlformats.org/drawingml/2006/main">
            <a:pPr marL="171441" marR="0" lvl="0" indent="-171441" algn="l" defTabSz="685766">
              <a:lnSpc>
                <a:spcPct val="110000"/>
              </a:lnSpc>
              <a:spcBef>
                <a:spcPts val="0"/>
              </a:spcBef>
              <a:spcAft>
                <a:spcPts val="900"/>
              </a:spcAft>
              <a:buClrTx/>
              <a:buSzTx/>
              <a:buFont typeface="Arial"/>
              <a:buChar char="•"/>
            </a:pPr>
            <a:r>
              <a:rPr sz="1400" b="0" i="0">
                <a:solidFill>
                  <a:schemeClr val="tx1"/>
                </a:solidFill>
                <a:latin typeface="Oracle Sans"/>
                <a:ea typeface="Oracle Sans"/>
                <a:cs typeface="Oracle Sans"/>
              </a:rPr>
              <a:t>Events attended by financial analysts</a:t>
            </a:r>
          </a:p>
        </p:txBody>
      </p:sp>
      <p:sp>
        <p:nvSpPr>
          <p:cNvPr id="19" name="TextBox 18">
            <a:extLst xmlns:a="http://schemas.openxmlformats.org/drawingml/2006/main">
              <a:ext uri="{FF2B5EF4-FFF2-40B4-BE49-F238E27FC236}">
                <a16:creationId xmlns:a16="http://schemas.microsoft.com/office/drawing/2014/main" id="{08E9360F-1286-D2C8-A87B-E68B6EAEB555}"/>
              </a:ext>
            </a:extLst>
          </p:cNvPr>
          <p:cNvSpPr>
            <a:spLocks xmlns:a="http://schemas.openxmlformats.org/drawingml/2006/main" noGrp="1"/>
          </p:cNvSpPr>
          <p:nvPr/>
        </p:nvSpPr>
        <p:spPr>
          <a:xfrm xmlns:a="http://schemas.openxmlformats.org/drawingml/2006/main">
            <a:off x="6345936" y="1608575"/>
            <a:ext cx="5084064" cy="3414589"/>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marL="0" marR="0" lvl="0" indent="0" algn="l" defTabSz="171443">
              <a:lnSpc>
                <a:spcPct val="120000"/>
              </a:lnSpc>
              <a:spcBef>
                <a:spcPts val="0"/>
              </a:spcBef>
              <a:spcAft>
                <a:spcPts val="900"/>
              </a:spcAft>
              <a:buClrTx/>
              <a:buSzTx/>
              <a:buFontTx/>
              <a:buNone/>
            </a:pPr>
            <a:r>
              <a:rPr sz="1400" b="0" i="0">
                <a:solidFill>
                  <a:schemeClr val="tx1"/>
                </a:solidFill>
                <a:latin typeface="Oracle Sans"/>
                <a:ea typeface="Oracle Sans"/>
                <a:cs typeface="Oracle Sans"/>
              </a:rPr>
              <a:t>If it is required, it should appear twice: after the title slide and at the end of the slide deck.  When video recording, there should be a 3  second camera hold on the final slide. </a:t>
            </a:r>
          </a:p>
          <a:p xmlns:a="http://schemas.openxmlformats.org/drawingml/2006/main">
            <a:pPr marL="0" marR="0" lvl="0" indent="0" algn="l" defTabSz="171443">
              <a:lnSpc>
                <a:spcPct val="120000"/>
              </a:lnSpc>
              <a:spcBef>
                <a:spcPts val="0"/>
              </a:spcBef>
              <a:spcAft>
                <a:spcPts val="900"/>
              </a:spcAft>
              <a:buClrTx/>
              <a:buSzTx/>
              <a:buFontTx/>
              <a:buNone/>
            </a:pPr>
            <a:r>
              <a:rPr sz="1400" b="0" i="0">
                <a:solidFill>
                  <a:schemeClr val="tx1"/>
                </a:solidFill>
                <a:latin typeface="Oracle Sans"/>
                <a:ea typeface="Oracle Sans"/>
                <a:cs typeface="Oracle Sans"/>
              </a:rPr>
              <a:t>The Safe harbor slide should be placed immediately following the title slide. </a:t>
            </a:r>
          </a:p>
          <a:p xmlns:a="http://schemas.openxmlformats.org/drawingml/2006/main">
            <a:pPr marL="0" marR="0" lvl="0" indent="0" algn="l" defTabSz="171443">
              <a:lnSpc>
                <a:spcPct val="120000"/>
              </a:lnSpc>
              <a:spcBef>
                <a:spcPts val="0"/>
              </a:spcBef>
              <a:spcAft>
                <a:spcPts val="900"/>
              </a:spcAft>
              <a:buClrTx/>
              <a:buSzTx/>
              <a:buFontTx/>
              <a:buNone/>
            </a:pPr>
            <a:r>
              <a:rPr sz="1400" b="0" i="0">
                <a:solidFill>
                  <a:srgbClr val="C74634"/>
                </a:solidFill>
                <a:latin typeface="Oracle Sans"/>
                <a:ea typeface="Oracle Sans"/>
                <a:cs typeface="Oracle Sans"/>
              </a:rPr>
              <a:t>If the presentation does not pertain to any one of the above, the Forward-Looking statement and Safe harbor slides can be left out entirely and should be deleted</a:t>
            </a:r>
          </a:p>
        </p:txBody>
      </p:sp>
      <p:sp>
        <p:nvSpPr>
          <p:cNvPr id="21" name="Column Divider">
            <a:extLst xmlns:a="http://schemas.openxmlformats.org/drawingml/2006/main">
              <a:ext uri="{FF2B5EF4-FFF2-40B4-BE49-F238E27FC236}">
                <a16:creationId xmlns:a16="http://schemas.microsoft.com/office/drawing/2014/main" id="{F3378E4A-1015-4E7C-A2A0-940E5D34E238}"/>
              </a:ext>
            </a:extLst>
          </p:cNvPr>
          <p:cNvSpPr>
            <a:spLocks xmlns:a="http://schemas.openxmlformats.org/drawingml/2006/main" noGrp="1"/>
          </p:cNvSpPr>
          <p:nvPr/>
        </p:nvSpPr>
        <p:spPr>
          <a:xfrm xmlns:a="http://schemas.openxmlformats.org/drawingml/2006/main">
            <a:off x="6109577" y="1608575"/>
            <a:ext cx="0" cy="4507992"/>
          </a:xfrm>
          <a:prstGeom xmlns:a="http://schemas.openxmlformats.org/drawingml/2006/main" prst="line">
            <a:avLst/>
          </a:prstGeom>
          <a:ln xmlns:a="http://schemas.openxmlformats.org/drawingml/2006/main" w="12700">
            <a:solidFill>
              <a:srgbClr val="8B8580">
                <a:alpha val="25000"/>
              </a:srgbClr>
            </a:solidFill>
            <a:prstDash val="solid"/>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sp>
    </p:spTree>
  </p:cSld>
</p:sldLayout>
</file>

<file path=ppt/slideLayouts/slideLayout40.xml><?xml version="1.0" encoding="utf-8"?>
<p:sldLayout xmlns:p="http://schemas.openxmlformats.org/presentationml/2006/main" preserve="1" userDrawn="1">
  <p:cSld name="Speaker_1_Name">
    <p:bg>
      <p:bgRef idx="1001">
        <a:schemeClr xmlns:a="http://schemas.openxmlformats.org/drawingml/2006/main" val="bg2"/>
      </p:bgRef>
    </p:bg>
    <p:spTree>
      <p:nvGrpSpPr>
        <p:cNvPr id="1" name=""/>
        <p:cNvGrpSpPr/>
        <p:nvPr/>
      </p:nvGrpSpPr>
      <p:grpSpPr>
        <a:xfrm xmlns:a="http://schemas.openxmlformats.org/drawingml/2006/main"/>
      </p:grpSpPr>
      <p:pic>
        <p:nvPicPr>
          <p:cNvPr id="2" name="Graphic 1">
            <a:extLst xmlns:a="http://schemas.openxmlformats.org/drawingml/2006/main">
              <a:ext uri="{FF2B5EF4-FFF2-40B4-BE49-F238E27FC236}">
                <a16:creationId xmlns:a16="http://schemas.microsoft.com/office/drawing/2014/main" id="{1600DCB4-4F09-4025-9F53-FBAFFA8941F6}"/>
              </a:ext>
            </a:extLst>
          </p:cNvPr>
          <p:cNvPicPr>
            <a:picLocks xmlns:a="http://schemas.openxmlformats.org/drawingml/2006/main" noChangeAspect="1"/>
          </p:cNvPicPr>
          <p:nvPr/>
        </p:nvPicPr>
        <p:blipFill>
          <a:blip xmlns:r="http://schemas.openxmlformats.org/officeDocument/2006/relationships" xmlns:a="http://schemas.openxmlformats.org/drawingml/2006/main" r:embed="Rac701697af4b459d">
            <a:extLst>
              <a:ext uri="{96DAC541-7B7A-43D3-8B79-37D633B846F1}">
                <asvg:svgBlip xmlns:asvg="http://schemas.microsoft.com/office/drawing/2016/SVG/main" r:embed="Ra28569e1f0f04572"/>
              </a:ext>
            </a:extLst>
          </a:blip>
          <a:srcRect xmlns:a="http://schemas.openxmlformats.org/drawingml/2006/main" l="5687" t="0" r="0" b="27270"/>
          <a:stretch xmlns:a="http://schemas.openxmlformats.org/drawingml/2006/main"/>
        </p:blipFill>
        <p:spPr>
          <a:xfrm xmlns:a="http://schemas.openxmlformats.org/drawingml/2006/main" rot="10800000">
            <a:off x="0" y="3611878"/>
            <a:ext cx="6314112" cy="3246122"/>
          </a:xfrm>
          <a:prstGeom xmlns:a="http://schemas.openxmlformats.org/drawingml/2006/main" prst="rect">
            <a:avLst/>
          </a:prstGeom>
        </p:spPr>
      </p:pic>
      <p:pic>
        <p:nvPicPr>
          <p:cNvPr id="3" name="Graphic 2">
            <a:extLst xmlns:a="http://schemas.openxmlformats.org/drawingml/2006/main">
              <a:ext uri="{FF2B5EF4-FFF2-40B4-BE49-F238E27FC236}">
                <a16:creationId xmlns:a16="http://schemas.microsoft.com/office/drawing/2014/main" id="{D6CB1D37-DB96-4EFD-919B-C1263E8A8248}"/>
              </a:ext>
            </a:extLst>
          </p:cNvPr>
          <p:cNvPicPr>
            <a:picLocks xmlns:a="http://schemas.openxmlformats.org/drawingml/2006/main" noChangeAspect="1"/>
          </p:cNvPicPr>
          <p:nvPr/>
        </p:nvPicPr>
        <p:blipFill>
          <a:blip xmlns:r="http://schemas.openxmlformats.org/officeDocument/2006/relationships" xmlns:a="http://schemas.openxmlformats.org/drawingml/2006/main" r:embed="Rac701697af4b459d">
            <a:extLst>
              <a:ext uri="{96DAC541-7B7A-43D3-8B79-37D633B846F1}">
                <asvg:svgBlip xmlns:asvg="http://schemas.microsoft.com/office/drawing/2016/SVG/main" r:embed="Ra28569e1f0f04572"/>
              </a:ext>
            </a:extLst>
          </a:blip>
          <a:srcRect xmlns:a="http://schemas.openxmlformats.org/drawingml/2006/main" l="5687" t="0" r="0" b="27270"/>
          <a:stretch xmlns:a="http://schemas.openxmlformats.org/drawingml/2006/main"/>
        </p:blipFill>
        <p:spPr>
          <a:xfrm xmlns:a="http://schemas.openxmlformats.org/drawingml/2006/main">
            <a:off x="5877887" y="1"/>
            <a:ext cx="6314112" cy="3246122"/>
          </a:xfrm>
          <a:prstGeom xmlns:a="http://schemas.openxmlformats.org/drawingml/2006/main" prst="rect">
            <a:avLst/>
          </a:prstGeom>
        </p:spPr>
      </p:pic>
      <p:sp>
        <p:nvSpPr>
          <p:cNvPr id="8" name="Title 3">
            <a:extLst xmlns:a="http://schemas.openxmlformats.org/drawingml/2006/main">
              <a:ext uri="{FF2B5EF4-FFF2-40B4-BE49-F238E27FC236}">
                <a16:creationId xmlns:a16="http://schemas.microsoft.com/office/drawing/2014/main" id="{0638DF7B-BBB6-684E-A5BB-80F1125943EF}"/>
              </a:ext>
            </a:extLst>
          </p:cNvPr>
          <p:cNvSpPr>
            <a:spLocks xmlns:a="http://schemas.openxmlformats.org/drawingml/2006/main" noGrp="1"/>
          </p:cNvSpPr>
          <p:nvPr>
            <p:ph type="title" idx="0" hasCustomPrompt="1"/>
          </p:nvPr>
        </p:nvSpPr>
        <p:spPr>
          <a:xfrm xmlns:a="http://schemas.openxmlformats.org/drawingml/2006/main">
            <a:off x="768875" y="182403"/>
            <a:ext cx="10671048" cy="822960"/>
          </a:xfrm>
        </p:spPr>
        <p:txBody>
          <a:bodyPr xmlns:a="http://schemas.openxmlformats.org/drawingml/2006/main"/>
          <a:lstStyle xmlns:a="http://schemas.openxmlformats.org/drawingml/2006/main">
            <a:lvl1pPr>
              <a:lnSpc>
                <a:spcPct val="100000"/>
              </a:lnSpc>
              <a:buNone/>
              <a:defRPr b="1" i="0">
                <a:solidFill>
                  <a:schemeClr val="tx1"/>
                </a:solidFill>
                <a:latin typeface="Oracle Sans Tab"/>
                <a:ea typeface="Oracle Sans Tab"/>
                <a:cs typeface="Oracle Sans Tab"/>
              </a:defRPr>
            </a:lvl1pPr>
          </a:lstStyle>
          <a:p xmlns:a="http://schemas.openxmlformats.org/drawingml/2006/main">
            <a:r>
              <a:t>One speaker on stage</a:t>
            </a:r>
          </a:p>
        </p:txBody>
      </p:sp>
      <p:sp>
        <p:nvSpPr>
          <p:cNvPr id="11" name="Slide Number Placeholder 10">
            <a:extLst xmlns:a="http://schemas.openxmlformats.org/drawingml/2006/main">
              <a:ext uri="{FF2B5EF4-FFF2-40B4-BE49-F238E27FC236}">
                <a16:creationId xmlns:a16="http://schemas.microsoft.com/office/drawing/2014/main" id="{B01A2761-9610-DAD1-E4E2-18899B9B522F}"/>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lvl1pPr>
              <a:buNone/>
              <a:defRPr>
                <a:solidFill>
                  <a:srgbClr val="AEA8A2"/>
                </a:solidFill>
              </a:defRPr>
            </a:lvl1pPr>
          </a:lstStyle>
          <a:p xmlns:a="http://schemas.openxmlformats.org/drawingml/2006/main">
            <a:fld id="{345D60D9-5372-5F40-9443-0F9AE5BDC3C8}" type="slidenum">
              <a:t>‹#›</a:t>
            </a:fld>
            <a:endParaRPr/>
          </a:p>
        </p:txBody>
      </p:sp>
      <p:sp>
        <p:nvSpPr>
          <p:cNvPr id="4" name="Text Placeholder 33">
            <a:extLst xmlns:a="http://schemas.openxmlformats.org/drawingml/2006/main">
              <a:ext uri="{FF2B5EF4-FFF2-40B4-BE49-F238E27FC236}">
                <a16:creationId xmlns:a16="http://schemas.microsoft.com/office/drawing/2014/main" id="{23FEB0B4-B182-7549-DC07-DDA74F8C8764}"/>
              </a:ext>
            </a:extLst>
          </p:cNvPr>
          <p:cNvSpPr>
            <a:spLocks xmlns:a="http://schemas.openxmlformats.org/drawingml/2006/main" noGrp="1"/>
          </p:cNvSpPr>
          <p:nvPr>
            <p:ph type="body" idx="13" hasCustomPrompt="1"/>
          </p:nvPr>
        </p:nvSpPr>
        <p:spPr>
          <a:xfrm xmlns:a="http://schemas.openxmlformats.org/drawingml/2006/main">
            <a:off x="3810000" y="2720621"/>
            <a:ext cx="4572000" cy="640073"/>
          </a:xfrm>
        </p:spPr>
        <p:txBody>
          <a:bodyPr xmlns:a="http://schemas.openxmlformats.org/drawingml/2006/main" vert="horz" lIns="0" tIns="0" rIns="0" bIns="0" anchor="b">
            <a:noAutofit/>
          </a:bodyPr>
          <a:lstStyle xmlns:a="http://schemas.openxmlformats.org/drawingml/2006/main">
            <a:lvl1pPr algn="ctr">
              <a:lnSpc>
                <a:spcPct val="100000"/>
              </a:lnSpc>
              <a:buNone/>
              <a:defRPr sz="2800" b="1" i="0">
                <a:solidFill>
                  <a:schemeClr val="tx1"/>
                </a:solidFill>
                <a:latin typeface="Oracle Sans Tab"/>
                <a:ea typeface="Oracle Sans Tab"/>
                <a:cs typeface="Oracle Sans Tab"/>
              </a:defRPr>
            </a:lvl1pPr>
          </a:lstStyle>
          <a:p xmlns:a="http://schemas.openxmlformats.org/drawingml/2006/main">
            <a:pPr lvl="0">
              <a:spcBef>
                <a:spcPct val="0"/>
              </a:spcBef>
              <a:buNone/>
            </a:pPr>
            <a:r>
              <a:t>Add speaker name</a:t>
            </a:r>
          </a:p>
        </p:txBody>
      </p:sp>
      <p:sp>
        <p:nvSpPr>
          <p:cNvPr id="5" name="Text Placeholder 33">
            <a:extLst xmlns:a="http://schemas.openxmlformats.org/drawingml/2006/main">
              <a:ext uri="{FF2B5EF4-FFF2-40B4-BE49-F238E27FC236}">
                <a16:creationId xmlns:a16="http://schemas.microsoft.com/office/drawing/2014/main" id="{580B83F2-896B-0C6B-B807-89AAAC67626C}"/>
              </a:ext>
            </a:extLst>
          </p:cNvPr>
          <p:cNvSpPr>
            <a:spLocks xmlns:a="http://schemas.openxmlformats.org/drawingml/2006/main" noGrp="1"/>
          </p:cNvSpPr>
          <p:nvPr>
            <p:ph type="body" idx="14" hasCustomPrompt="1"/>
          </p:nvPr>
        </p:nvSpPr>
        <p:spPr>
          <a:xfrm xmlns:a="http://schemas.openxmlformats.org/drawingml/2006/main">
            <a:off x="3810000" y="3359674"/>
            <a:ext cx="4572000" cy="640073"/>
          </a:xfrm>
        </p:spPr>
        <p:txBody>
          <a:bodyPr xmlns:a="http://schemas.openxmlformats.org/drawingml/2006/main" vert="horz" lIns="0" tIns="0" rIns="0" bIns="0" anchor="t">
            <a:noAutofit/>
          </a:bodyPr>
          <a:lstStyle xmlns:a="http://schemas.openxmlformats.org/drawingml/2006/main">
            <a:lvl1pPr algn="ctr">
              <a:lnSpc>
                <a:spcPct val="100000"/>
              </a:lnSpc>
              <a:buNone/>
              <a:defRPr sz="2400" b="0" i="0">
                <a:solidFill>
                  <a:schemeClr val="tx1"/>
                </a:solidFill>
                <a:latin typeface="Oracle Sans Tab"/>
                <a:ea typeface="Oracle Sans Tab"/>
                <a:cs typeface="Oracle Sans Tab"/>
              </a:defRPr>
            </a:lvl1pPr>
          </a:lstStyle>
          <a:p xmlns:a="http://schemas.openxmlformats.org/drawingml/2006/main">
            <a:pPr lvl="0">
              <a:spcBef>
                <a:spcPct val="0"/>
              </a:spcBef>
              <a:buNone/>
            </a:pPr>
            <a:r>
              <a:t>Add speaker title</a:t>
            </a:r>
          </a:p>
        </p:txBody>
      </p:sp>
      <p:sp>
        <p:nvSpPr>
          <p:cNvPr id="9" name="Date Placeholder 8">
            <a:extLst xmlns:a="http://schemas.openxmlformats.org/drawingml/2006/main">
              <a:ext uri="{FF2B5EF4-FFF2-40B4-BE49-F238E27FC236}">
                <a16:creationId xmlns:a16="http://schemas.microsoft.com/office/drawing/2014/main" id="{4ACA5DC3-86B0-1F65-3F2B-CA7D6A4147D2}"/>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lvl1pPr>
              <a:buNone/>
              <a:defRPr>
                <a:solidFill>
                  <a:srgbClr val="AEA8A2"/>
                </a:solidFill>
              </a:defRPr>
            </a:lvl1pPr>
          </a:lstStyle>
          <a:p xmlns:a="http://schemas.openxmlformats.org/drawingml/2006/main">
            <a:r>
              <a:t>[Date]</a:t>
            </a:r>
            <a:endParaRPr/>
          </a:p>
        </p:txBody>
      </p:sp>
      <p:sp>
        <p:nvSpPr>
          <p:cNvPr id="10" name="Footer Placeholder 9">
            <a:extLst xmlns:a="http://schemas.openxmlformats.org/drawingml/2006/main">
              <a:ext uri="{FF2B5EF4-FFF2-40B4-BE49-F238E27FC236}">
                <a16:creationId xmlns:a16="http://schemas.microsoft.com/office/drawing/2014/main" id="{8EEC5612-9EFC-A5C7-60F5-422AA3E3BA9F}"/>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lvl1pPr>
              <a:buNone/>
              <a:defRPr>
                <a:solidFill>
                  <a:srgbClr val="AEA8A2"/>
                </a:solidFill>
              </a:defRPr>
            </a:lvl1pPr>
          </a:lstStyle>
          <a:p xmlns:a="http://schemas.openxmlformats.org/drawingml/2006/main">
            <a:r>
              <a:t>Copyright © 2025, Oracle and/or its affiliates |  Confidential: Internal/Restricted/Highly Restricted</a:t>
            </a:r>
            <a:endParaRPr/>
          </a:p>
        </p:txBody>
      </p:sp>
    </p:spTree>
  </p:cSld>
</p:sldLayout>
</file>

<file path=ppt/slideLayouts/slideLayout41.xml><?xml version="1.0" encoding="utf-8"?>
<p:sldLayout xmlns:p="http://schemas.openxmlformats.org/presentationml/2006/main" preserve="1" userDrawn="1">
  <p:cSld name="Speaker_2_Name">
    <p:bg>
      <p:bgRef idx="1001">
        <a:schemeClr xmlns:a="http://schemas.openxmlformats.org/drawingml/2006/main" val="bg2"/>
      </p:bgRef>
    </p:bg>
    <p:spTree>
      <p:nvGrpSpPr>
        <p:cNvPr id="1" name=""/>
        <p:cNvGrpSpPr/>
        <p:nvPr/>
      </p:nvGrpSpPr>
      <p:grpSpPr>
        <a:xfrm xmlns:a="http://schemas.openxmlformats.org/drawingml/2006/main"/>
      </p:grpSpPr>
      <p:sp>
        <p:nvSpPr>
          <p:cNvPr id="8" name="Title 3">
            <a:extLst xmlns:a="http://schemas.openxmlformats.org/drawingml/2006/main">
              <a:ext uri="{FF2B5EF4-FFF2-40B4-BE49-F238E27FC236}">
                <a16:creationId xmlns:a16="http://schemas.microsoft.com/office/drawing/2014/main" id="{0638DF7B-BBB6-684E-A5BB-80F1125943EF}"/>
              </a:ext>
            </a:extLst>
          </p:cNvPr>
          <p:cNvSpPr>
            <a:spLocks xmlns:a="http://schemas.openxmlformats.org/drawingml/2006/main" noGrp="1"/>
          </p:cNvSpPr>
          <p:nvPr>
            <p:ph type="title" idx="0" hasCustomPrompt="1"/>
          </p:nvPr>
        </p:nvSpPr>
        <p:spPr>
          <a:xfrm xmlns:a="http://schemas.openxmlformats.org/drawingml/2006/main">
            <a:off x="768875" y="182403"/>
            <a:ext cx="10671048" cy="822960"/>
          </a:xfrm>
        </p:spPr>
        <p:txBody>
          <a:bodyPr xmlns:a="http://schemas.openxmlformats.org/drawingml/2006/main"/>
          <a:lstStyle xmlns:a="http://schemas.openxmlformats.org/drawingml/2006/main">
            <a:lvl1pPr>
              <a:lnSpc>
                <a:spcPct val="100000"/>
              </a:lnSpc>
              <a:buNone/>
              <a:defRPr b="1" i="0">
                <a:solidFill>
                  <a:schemeClr val="tx1"/>
                </a:solidFill>
                <a:latin typeface="Oracle Sans Tab"/>
                <a:ea typeface="Oracle Sans Tab"/>
                <a:cs typeface="Oracle Sans Tab"/>
              </a:defRPr>
            </a:lvl1pPr>
          </a:lstStyle>
          <a:p xmlns:a="http://schemas.openxmlformats.org/drawingml/2006/main">
            <a:r>
              <a:t>Two speakers on stage</a:t>
            </a:r>
          </a:p>
        </p:txBody>
      </p:sp>
      <p:pic>
        <p:nvPicPr>
          <p:cNvPr id="3" name="Graphic 2">
            <a:extLst xmlns:a="http://schemas.openxmlformats.org/drawingml/2006/main">
              <a:ext uri="{FF2B5EF4-FFF2-40B4-BE49-F238E27FC236}">
                <a16:creationId xmlns:a16="http://schemas.microsoft.com/office/drawing/2014/main" id="{CCAD4A3D-13D1-4366-A78E-CF742CE4C870}"/>
              </a:ext>
            </a:extLst>
          </p:cNvPr>
          <p:cNvPicPr>
            <a:picLocks xmlns:a="http://schemas.openxmlformats.org/drawingml/2006/main" noChangeAspect="1"/>
          </p:cNvPicPr>
          <p:nvPr/>
        </p:nvPicPr>
        <p:blipFill>
          <a:blip xmlns:r="http://schemas.openxmlformats.org/officeDocument/2006/relationships" xmlns:a="http://schemas.openxmlformats.org/drawingml/2006/main" r:embed="R1af90562a40a4efe">
            <a:extLst>
              <a:ext uri="{96DAC541-7B7A-43D3-8B79-37D633B846F1}">
                <asvg:svgBlip xmlns:asvg="http://schemas.microsoft.com/office/drawing/2016/SVG/main" r:embed="R229a0e3766424949"/>
              </a:ext>
            </a:extLst>
          </a:blip>
          <a:srcRect xmlns:a="http://schemas.openxmlformats.org/drawingml/2006/main" l="5687" t="0" r="0" b="27270"/>
          <a:stretch xmlns:a="http://schemas.openxmlformats.org/drawingml/2006/main"/>
        </p:blipFill>
        <p:spPr>
          <a:xfrm xmlns:a="http://schemas.openxmlformats.org/drawingml/2006/main">
            <a:off x="5877887" y="1"/>
            <a:ext cx="6314112" cy="3246122"/>
          </a:xfrm>
          <a:prstGeom xmlns:a="http://schemas.openxmlformats.org/drawingml/2006/main" prst="rect">
            <a:avLst/>
          </a:prstGeom>
        </p:spPr>
      </p:pic>
      <p:sp>
        <p:nvSpPr>
          <p:cNvPr id="10" name="Footer Placeholder 9">
            <a:extLst xmlns:a="http://schemas.openxmlformats.org/drawingml/2006/main">
              <a:ext uri="{FF2B5EF4-FFF2-40B4-BE49-F238E27FC236}">
                <a16:creationId xmlns:a16="http://schemas.microsoft.com/office/drawing/2014/main" id="{8EEC5612-9EFC-A5C7-60F5-422AA3E3BA9F}"/>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lvl1pPr>
              <a:buNone/>
              <a:defRPr>
                <a:solidFill>
                  <a:srgbClr val="AEA8A2"/>
                </a:solidFill>
              </a:defRPr>
            </a:lvl1pPr>
          </a:lstStyle>
          <a:p xmlns:a="http://schemas.openxmlformats.org/drawingml/2006/main">
            <a:r>
              <a:t>Copyright © 2025, Oracle and/or its affiliates |  Confidential: Internal/Restricted/Highly Restricted</a:t>
            </a:r>
            <a:endParaRPr/>
          </a:p>
        </p:txBody>
      </p:sp>
      <p:sp>
        <p:nvSpPr>
          <p:cNvPr id="6" name="Text Placeholder 33">
            <a:extLst xmlns:a="http://schemas.openxmlformats.org/drawingml/2006/main">
              <a:ext uri="{FF2B5EF4-FFF2-40B4-BE49-F238E27FC236}">
                <a16:creationId xmlns:a16="http://schemas.microsoft.com/office/drawing/2014/main" id="{B08936F9-0286-6F6F-D932-A07929F397D4}"/>
              </a:ext>
            </a:extLst>
          </p:cNvPr>
          <p:cNvSpPr>
            <a:spLocks xmlns:a="http://schemas.openxmlformats.org/drawingml/2006/main" noGrp="1"/>
          </p:cNvSpPr>
          <p:nvPr>
            <p:ph type="body" idx="13" hasCustomPrompt="1"/>
          </p:nvPr>
        </p:nvSpPr>
        <p:spPr>
          <a:xfrm xmlns:a="http://schemas.openxmlformats.org/drawingml/2006/main">
            <a:off x="807676" y="1937607"/>
            <a:ext cx="5120640" cy="640073"/>
          </a:xfrm>
        </p:spPr>
        <p:txBody>
          <a:bodyPr xmlns:a="http://schemas.openxmlformats.org/drawingml/2006/main" vert="horz" lIns="0" tIns="0" rIns="0" bIns="0" anchor="b">
            <a:noAutofit/>
          </a:bodyPr>
          <a:lstStyle xmlns:a="http://schemas.openxmlformats.org/drawingml/2006/main">
            <a:lvl1pPr algn="l">
              <a:lnSpc>
                <a:spcPct val="100000"/>
              </a:lnSpc>
              <a:buNone/>
              <a:defRPr sz="2000" b="1" i="0">
                <a:solidFill>
                  <a:schemeClr val="tx1"/>
                </a:solidFill>
                <a:latin typeface="Oracle Sans Tab"/>
                <a:ea typeface="Oracle Sans Tab"/>
                <a:cs typeface="Oracle Sans Tab"/>
              </a:defRPr>
            </a:lvl1pPr>
          </a:lstStyle>
          <a:p xmlns:a="http://schemas.openxmlformats.org/drawingml/2006/main">
            <a:pPr lvl="0">
              <a:spcBef>
                <a:spcPct val="0"/>
              </a:spcBef>
              <a:buNone/>
            </a:pPr>
            <a:r>
              <a:t>Add speaker name</a:t>
            </a:r>
          </a:p>
        </p:txBody>
      </p:sp>
      <p:sp>
        <p:nvSpPr>
          <p:cNvPr id="7" name="Text Placeholder 33">
            <a:extLst xmlns:a="http://schemas.openxmlformats.org/drawingml/2006/main">
              <a:ext uri="{FF2B5EF4-FFF2-40B4-BE49-F238E27FC236}">
                <a16:creationId xmlns:a16="http://schemas.microsoft.com/office/drawing/2014/main" id="{0715FEE8-35E5-A66D-91EB-17A751EFD8E6}"/>
              </a:ext>
            </a:extLst>
          </p:cNvPr>
          <p:cNvSpPr>
            <a:spLocks xmlns:a="http://schemas.openxmlformats.org/drawingml/2006/main" noGrp="1"/>
          </p:cNvSpPr>
          <p:nvPr>
            <p:ph type="body" idx="14" hasCustomPrompt="1"/>
          </p:nvPr>
        </p:nvSpPr>
        <p:spPr>
          <a:xfrm xmlns:a="http://schemas.openxmlformats.org/drawingml/2006/main">
            <a:off x="807676" y="2576660"/>
            <a:ext cx="5120640" cy="640073"/>
          </a:xfrm>
        </p:spPr>
        <p:txBody>
          <a:bodyPr xmlns:a="http://schemas.openxmlformats.org/drawingml/2006/main" vert="horz" lIns="0" tIns="0" rIns="0" bIns="0" anchor="t">
            <a:noAutofit/>
          </a:bodyPr>
          <a:lstStyle xmlns:a="http://schemas.openxmlformats.org/drawingml/2006/main">
            <a:lvl1pPr algn="l">
              <a:lnSpc>
                <a:spcPct val="100000"/>
              </a:lnSpc>
              <a:buNone/>
              <a:defRPr sz="2000" b="0" i="0">
                <a:solidFill>
                  <a:schemeClr val="tx1"/>
                </a:solidFill>
                <a:latin typeface="Oracle Sans Tab"/>
                <a:ea typeface="Oracle Sans Tab"/>
                <a:cs typeface="Oracle Sans Tab"/>
              </a:defRPr>
            </a:lvl1pPr>
          </a:lstStyle>
          <a:p xmlns:a="http://schemas.openxmlformats.org/drawingml/2006/main">
            <a:pPr lvl="0">
              <a:spcBef>
                <a:spcPct val="0"/>
              </a:spcBef>
              <a:buNone/>
            </a:pPr>
            <a:r>
              <a:t>Add speaker title</a:t>
            </a:r>
          </a:p>
        </p:txBody>
      </p:sp>
      <p:sp>
        <p:nvSpPr>
          <p:cNvPr id="12" name="Text Placeholder 33">
            <a:extLst xmlns:a="http://schemas.openxmlformats.org/drawingml/2006/main">
              <a:ext uri="{FF2B5EF4-FFF2-40B4-BE49-F238E27FC236}">
                <a16:creationId xmlns:a16="http://schemas.microsoft.com/office/drawing/2014/main" id="{A476E992-5CB8-77CD-3D59-FC21C7FE9867}"/>
              </a:ext>
            </a:extLst>
          </p:cNvPr>
          <p:cNvSpPr>
            <a:spLocks xmlns:a="http://schemas.openxmlformats.org/drawingml/2006/main" noGrp="1"/>
          </p:cNvSpPr>
          <p:nvPr>
            <p:ph type="body" idx="19" hasCustomPrompt="1"/>
          </p:nvPr>
        </p:nvSpPr>
        <p:spPr>
          <a:xfrm xmlns:a="http://schemas.openxmlformats.org/drawingml/2006/main">
            <a:off x="792538" y="3429000"/>
            <a:ext cx="5120640" cy="640073"/>
          </a:xfrm>
        </p:spPr>
        <p:txBody>
          <a:bodyPr xmlns:a="http://schemas.openxmlformats.org/drawingml/2006/main" vert="horz" lIns="0" tIns="0" rIns="0" bIns="0" anchor="b">
            <a:noAutofit/>
          </a:bodyPr>
          <a:lstStyle xmlns:a="http://schemas.openxmlformats.org/drawingml/2006/main">
            <a:lvl1pPr algn="l">
              <a:lnSpc>
                <a:spcPct val="100000"/>
              </a:lnSpc>
              <a:buNone/>
              <a:defRPr sz="2000" b="1" i="0">
                <a:solidFill>
                  <a:schemeClr val="tx1"/>
                </a:solidFill>
                <a:latin typeface="Oracle Sans Tab"/>
                <a:ea typeface="Oracle Sans Tab"/>
                <a:cs typeface="Oracle Sans Tab"/>
              </a:defRPr>
            </a:lvl1pPr>
          </a:lstStyle>
          <a:p xmlns:a="http://schemas.openxmlformats.org/drawingml/2006/main">
            <a:pPr lvl="0">
              <a:spcBef>
                <a:spcPct val="0"/>
              </a:spcBef>
              <a:buNone/>
            </a:pPr>
            <a:r>
              <a:t>Add speaker name</a:t>
            </a:r>
          </a:p>
        </p:txBody>
      </p:sp>
      <p:sp>
        <p:nvSpPr>
          <p:cNvPr id="13" name="Text Placeholder 33">
            <a:extLst xmlns:a="http://schemas.openxmlformats.org/drawingml/2006/main">
              <a:ext uri="{FF2B5EF4-FFF2-40B4-BE49-F238E27FC236}">
                <a16:creationId xmlns:a16="http://schemas.microsoft.com/office/drawing/2014/main" id="{A493C7D7-4F9B-DA7C-D7EB-59661A8EBDF7}"/>
              </a:ext>
            </a:extLst>
          </p:cNvPr>
          <p:cNvSpPr>
            <a:spLocks xmlns:a="http://schemas.openxmlformats.org/drawingml/2006/main" noGrp="1"/>
          </p:cNvSpPr>
          <p:nvPr>
            <p:ph type="body" idx="20" hasCustomPrompt="1"/>
          </p:nvPr>
        </p:nvSpPr>
        <p:spPr>
          <a:xfrm xmlns:a="http://schemas.openxmlformats.org/drawingml/2006/main">
            <a:off x="792538" y="4068053"/>
            <a:ext cx="5120640" cy="640073"/>
          </a:xfrm>
        </p:spPr>
        <p:txBody>
          <a:bodyPr xmlns:a="http://schemas.openxmlformats.org/drawingml/2006/main" vert="horz" lIns="0" tIns="0" rIns="0" bIns="0" anchor="t">
            <a:noAutofit/>
          </a:bodyPr>
          <a:lstStyle xmlns:a="http://schemas.openxmlformats.org/drawingml/2006/main">
            <a:lvl1pPr algn="l">
              <a:lnSpc>
                <a:spcPct val="100000"/>
              </a:lnSpc>
              <a:buNone/>
              <a:defRPr sz="2000" b="0" i="0">
                <a:solidFill>
                  <a:schemeClr val="tx1"/>
                </a:solidFill>
                <a:latin typeface="Oracle Sans Tab"/>
                <a:ea typeface="Oracle Sans Tab"/>
                <a:cs typeface="Oracle Sans Tab"/>
              </a:defRPr>
            </a:lvl1pPr>
          </a:lstStyle>
          <a:p xmlns:a="http://schemas.openxmlformats.org/drawingml/2006/main">
            <a:pPr lvl="0">
              <a:spcBef>
                <a:spcPct val="0"/>
              </a:spcBef>
              <a:buNone/>
            </a:pPr>
            <a:r>
              <a:t>Add speaker title</a:t>
            </a:r>
          </a:p>
        </p:txBody>
      </p:sp>
      <p:sp>
        <p:nvSpPr>
          <p:cNvPr id="11" name="Slide Number Placeholder 10">
            <a:extLst xmlns:a="http://schemas.openxmlformats.org/drawingml/2006/main">
              <a:ext uri="{FF2B5EF4-FFF2-40B4-BE49-F238E27FC236}">
                <a16:creationId xmlns:a16="http://schemas.microsoft.com/office/drawing/2014/main" id="{B01A2761-9610-DAD1-E4E2-18899B9B522F}"/>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lvl1pPr>
              <a:buNone/>
              <a:defRPr>
                <a:solidFill>
                  <a:srgbClr val="AEA8A2"/>
                </a:solidFill>
              </a:defRPr>
            </a:lvl1pPr>
          </a:lstStyle>
          <a:p xmlns:a="http://schemas.openxmlformats.org/drawingml/2006/main">
            <a:fld id="{345D60D9-5372-5F40-9443-0F9AE5BDC3C8}" type="slidenum">
              <a:t>‹#›</a:t>
            </a:fld>
            <a:endParaRPr/>
          </a:p>
        </p:txBody>
      </p:sp>
      <p:sp>
        <p:nvSpPr>
          <p:cNvPr id="9" name="Date Placeholder 8">
            <a:extLst xmlns:a="http://schemas.openxmlformats.org/drawingml/2006/main">
              <a:ext uri="{FF2B5EF4-FFF2-40B4-BE49-F238E27FC236}">
                <a16:creationId xmlns:a16="http://schemas.microsoft.com/office/drawing/2014/main" id="{4ACA5DC3-86B0-1F65-3F2B-CA7D6A4147D2}"/>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lvl1pPr>
              <a:buNone/>
              <a:defRPr>
                <a:solidFill>
                  <a:srgbClr val="AEA8A2"/>
                </a:solidFill>
              </a:defRPr>
            </a:lvl1pPr>
          </a:lstStyle>
          <a:p xmlns:a="http://schemas.openxmlformats.org/drawingml/2006/main">
            <a:r>
              <a:t>[Date]</a:t>
            </a:r>
            <a:endParaRPr/>
          </a:p>
        </p:txBody>
      </p:sp>
    </p:spTree>
  </p:cSld>
</p:sldLayout>
</file>

<file path=ppt/slideLayouts/slideLayout42.xml><?xml version="1.0" encoding="utf-8"?>
<p:sldLayout xmlns:p="http://schemas.openxmlformats.org/presentationml/2006/main" preserve="1" userDrawn="1">
  <p:cSld name="Speaker_3_Name">
    <p:bg>
      <p:bgRef idx="1001">
        <a:schemeClr xmlns:a="http://schemas.openxmlformats.org/drawingml/2006/main" val="bg2"/>
      </p:bgRef>
    </p:bg>
    <p:spTree>
      <p:nvGrpSpPr>
        <p:cNvPr id="1" name=""/>
        <p:cNvGrpSpPr/>
        <p:nvPr/>
      </p:nvGrpSpPr>
      <p:grpSpPr>
        <a:xfrm xmlns:a="http://schemas.openxmlformats.org/drawingml/2006/main"/>
      </p:grpSpPr>
      <p:sp>
        <p:nvSpPr>
          <p:cNvPr id="8" name="Title 3">
            <a:extLst xmlns:a="http://schemas.openxmlformats.org/drawingml/2006/main">
              <a:ext uri="{FF2B5EF4-FFF2-40B4-BE49-F238E27FC236}">
                <a16:creationId xmlns:a16="http://schemas.microsoft.com/office/drawing/2014/main" id="{0638DF7B-BBB6-684E-A5BB-80F1125943EF}"/>
              </a:ext>
            </a:extLst>
          </p:cNvPr>
          <p:cNvSpPr>
            <a:spLocks xmlns:a="http://schemas.openxmlformats.org/drawingml/2006/main" noGrp="1"/>
          </p:cNvSpPr>
          <p:nvPr>
            <p:ph type="title" idx="0" hasCustomPrompt="1"/>
          </p:nvPr>
        </p:nvSpPr>
        <p:spPr>
          <a:xfrm xmlns:a="http://schemas.openxmlformats.org/drawingml/2006/main">
            <a:off x="768875" y="182403"/>
            <a:ext cx="10671048" cy="822960"/>
          </a:xfrm>
        </p:spPr>
        <p:txBody>
          <a:bodyPr xmlns:a="http://schemas.openxmlformats.org/drawingml/2006/main"/>
          <a:lstStyle xmlns:a="http://schemas.openxmlformats.org/drawingml/2006/main">
            <a:lvl1pPr>
              <a:lnSpc>
                <a:spcPct val="100000"/>
              </a:lnSpc>
              <a:buNone/>
              <a:defRPr b="1" i="0">
                <a:solidFill>
                  <a:schemeClr val="tx1"/>
                </a:solidFill>
                <a:latin typeface="Oracle Sans Tab"/>
                <a:ea typeface="Oracle Sans Tab"/>
                <a:cs typeface="Oracle Sans Tab"/>
              </a:defRPr>
            </a:lvl1pPr>
          </a:lstStyle>
          <a:p xmlns:a="http://schemas.openxmlformats.org/drawingml/2006/main">
            <a:r>
              <a:t>Three speakers on stage</a:t>
            </a:r>
          </a:p>
        </p:txBody>
      </p:sp>
      <p:pic>
        <p:nvPicPr>
          <p:cNvPr id="3" name="Graphic 2">
            <a:extLst xmlns:a="http://schemas.openxmlformats.org/drawingml/2006/main">
              <a:ext uri="{FF2B5EF4-FFF2-40B4-BE49-F238E27FC236}">
                <a16:creationId xmlns:a16="http://schemas.microsoft.com/office/drawing/2014/main" id="{6DF02B99-DE6B-42D2-A1C4-403B61771CAB}"/>
              </a:ext>
            </a:extLst>
          </p:cNvPr>
          <p:cNvPicPr>
            <a:picLocks xmlns:a="http://schemas.openxmlformats.org/drawingml/2006/main" noChangeAspect="1"/>
          </p:cNvPicPr>
          <p:nvPr/>
        </p:nvPicPr>
        <p:blipFill>
          <a:blip xmlns:r="http://schemas.openxmlformats.org/officeDocument/2006/relationships" xmlns:a="http://schemas.openxmlformats.org/drawingml/2006/main" r:embed="R25223bf5673a406a">
            <a:extLst>
              <a:ext uri="{96DAC541-7B7A-43D3-8B79-37D633B846F1}">
                <asvg:svgBlip xmlns:asvg="http://schemas.microsoft.com/office/drawing/2016/SVG/main" r:embed="R10e0f7b48f5f43b7"/>
              </a:ext>
            </a:extLst>
          </a:blip>
          <a:srcRect xmlns:a="http://schemas.openxmlformats.org/drawingml/2006/main" l="5687" t="0" r="0" b="27270"/>
          <a:stretch xmlns:a="http://schemas.openxmlformats.org/drawingml/2006/main"/>
        </p:blipFill>
        <p:spPr>
          <a:xfrm xmlns:a="http://schemas.openxmlformats.org/drawingml/2006/main">
            <a:off x="5877887" y="1"/>
            <a:ext cx="6314112" cy="3246122"/>
          </a:xfrm>
          <a:prstGeom xmlns:a="http://schemas.openxmlformats.org/drawingml/2006/main" prst="rect">
            <a:avLst/>
          </a:prstGeom>
        </p:spPr>
      </p:pic>
      <p:sp>
        <p:nvSpPr>
          <p:cNvPr id="9" name="Date Placeholder 8">
            <a:extLst xmlns:a="http://schemas.openxmlformats.org/drawingml/2006/main">
              <a:ext uri="{FF2B5EF4-FFF2-40B4-BE49-F238E27FC236}">
                <a16:creationId xmlns:a16="http://schemas.microsoft.com/office/drawing/2014/main" id="{4ACA5DC3-86B0-1F65-3F2B-CA7D6A4147D2}"/>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lvl1pPr>
              <a:buNone/>
              <a:defRPr>
                <a:solidFill>
                  <a:srgbClr val="AEA8A2"/>
                </a:solidFill>
              </a:defRPr>
            </a:lvl1pPr>
          </a:lstStyle>
          <a:p xmlns:a="http://schemas.openxmlformats.org/drawingml/2006/main">
            <a:r>
              <a:t>[Date]</a:t>
            </a:r>
            <a:endParaRPr/>
          </a:p>
        </p:txBody>
      </p:sp>
      <p:sp>
        <p:nvSpPr>
          <p:cNvPr id="2" name="Text Placeholder 33">
            <a:extLst xmlns:a="http://schemas.openxmlformats.org/drawingml/2006/main">
              <a:ext uri="{FF2B5EF4-FFF2-40B4-BE49-F238E27FC236}">
                <a16:creationId xmlns:a16="http://schemas.microsoft.com/office/drawing/2014/main" id="{B9B847CE-1494-EB76-B9F7-38F201281C5C}"/>
              </a:ext>
            </a:extLst>
          </p:cNvPr>
          <p:cNvSpPr>
            <a:spLocks xmlns:a="http://schemas.openxmlformats.org/drawingml/2006/main" noGrp="1"/>
          </p:cNvSpPr>
          <p:nvPr>
            <p:ph type="body" idx="13" hasCustomPrompt="1"/>
          </p:nvPr>
        </p:nvSpPr>
        <p:spPr>
          <a:xfrm xmlns:a="http://schemas.openxmlformats.org/drawingml/2006/main">
            <a:off x="797773" y="1325903"/>
            <a:ext cx="5120640" cy="640080"/>
          </a:xfrm>
        </p:spPr>
        <p:txBody>
          <a:bodyPr xmlns:a="http://schemas.openxmlformats.org/drawingml/2006/main" vert="horz" lIns="0" tIns="0" rIns="0" bIns="0" anchor="b">
            <a:noAutofit/>
          </a:bodyPr>
          <a:lstStyle xmlns:a="http://schemas.openxmlformats.org/drawingml/2006/main">
            <a:lvl1pPr algn="l">
              <a:lnSpc>
                <a:spcPct val="100000"/>
              </a:lnSpc>
              <a:buNone/>
              <a:defRPr sz="2000" b="1" i="0">
                <a:solidFill>
                  <a:schemeClr val="tx1"/>
                </a:solidFill>
                <a:latin typeface="Oracle Sans Tab"/>
                <a:ea typeface="Oracle Sans Tab"/>
                <a:cs typeface="Oracle Sans Tab"/>
              </a:defRPr>
            </a:lvl1pPr>
          </a:lstStyle>
          <a:p xmlns:a="http://schemas.openxmlformats.org/drawingml/2006/main">
            <a:pPr lvl="0">
              <a:spcBef>
                <a:spcPct val="0"/>
              </a:spcBef>
              <a:buNone/>
            </a:pPr>
            <a:r>
              <a:t>Add speaker name</a:t>
            </a:r>
          </a:p>
        </p:txBody>
      </p:sp>
      <p:sp>
        <p:nvSpPr>
          <p:cNvPr id="4" name="Text Placeholder 33">
            <a:extLst xmlns:a="http://schemas.openxmlformats.org/drawingml/2006/main">
              <a:ext uri="{FF2B5EF4-FFF2-40B4-BE49-F238E27FC236}">
                <a16:creationId xmlns:a16="http://schemas.microsoft.com/office/drawing/2014/main" id="{2CBD8601-0EE0-1C22-9AF2-15631BDB0B16}"/>
              </a:ext>
            </a:extLst>
          </p:cNvPr>
          <p:cNvSpPr>
            <a:spLocks xmlns:a="http://schemas.openxmlformats.org/drawingml/2006/main" noGrp="1"/>
          </p:cNvSpPr>
          <p:nvPr>
            <p:ph type="body" idx="14" hasCustomPrompt="1"/>
          </p:nvPr>
        </p:nvSpPr>
        <p:spPr>
          <a:xfrm xmlns:a="http://schemas.openxmlformats.org/drawingml/2006/main">
            <a:off x="797774" y="1964957"/>
            <a:ext cx="5120640" cy="640073"/>
          </a:xfrm>
        </p:spPr>
        <p:txBody>
          <a:bodyPr xmlns:a="http://schemas.openxmlformats.org/drawingml/2006/main" vert="horz" lIns="0" tIns="0" rIns="0" bIns="0" anchor="t">
            <a:noAutofit/>
          </a:bodyPr>
          <a:lstStyle xmlns:a="http://schemas.openxmlformats.org/drawingml/2006/main">
            <a:lvl1pPr algn="l">
              <a:lnSpc>
                <a:spcPct val="100000"/>
              </a:lnSpc>
              <a:buNone/>
              <a:defRPr sz="1800" b="0" i="0">
                <a:solidFill>
                  <a:schemeClr val="tx1"/>
                </a:solidFill>
                <a:latin typeface="Oracle Sans Tab"/>
                <a:ea typeface="Oracle Sans Tab"/>
                <a:cs typeface="Oracle Sans Tab"/>
              </a:defRPr>
            </a:lvl1pPr>
          </a:lstStyle>
          <a:p xmlns:a="http://schemas.openxmlformats.org/drawingml/2006/main">
            <a:pPr lvl="0">
              <a:spcBef>
                <a:spcPct val="0"/>
              </a:spcBef>
              <a:buNone/>
            </a:pPr>
            <a:r>
              <a:t>Add speaker title</a:t>
            </a:r>
          </a:p>
        </p:txBody>
      </p:sp>
      <p:sp>
        <p:nvSpPr>
          <p:cNvPr id="5" name="Text Placeholder 33">
            <a:extLst xmlns:a="http://schemas.openxmlformats.org/drawingml/2006/main">
              <a:ext uri="{FF2B5EF4-FFF2-40B4-BE49-F238E27FC236}">
                <a16:creationId xmlns:a16="http://schemas.microsoft.com/office/drawing/2014/main" id="{0A0EB793-5D1B-7CAC-A983-72F74B5C0FB6}"/>
              </a:ext>
            </a:extLst>
          </p:cNvPr>
          <p:cNvSpPr>
            <a:spLocks xmlns:a="http://schemas.openxmlformats.org/drawingml/2006/main" noGrp="1"/>
          </p:cNvSpPr>
          <p:nvPr>
            <p:ph type="body" idx="28" hasCustomPrompt="1"/>
          </p:nvPr>
        </p:nvSpPr>
        <p:spPr>
          <a:xfrm xmlns:a="http://schemas.openxmlformats.org/drawingml/2006/main">
            <a:off x="792538" y="2792454"/>
            <a:ext cx="5120640" cy="640080"/>
          </a:xfrm>
        </p:spPr>
        <p:txBody>
          <a:bodyPr xmlns:a="http://schemas.openxmlformats.org/drawingml/2006/main" vert="horz" lIns="0" tIns="0" rIns="0" bIns="0" anchor="b">
            <a:noAutofit/>
          </a:bodyPr>
          <a:lstStyle xmlns:a="http://schemas.openxmlformats.org/drawingml/2006/main">
            <a:lvl1pPr algn="l">
              <a:lnSpc>
                <a:spcPct val="100000"/>
              </a:lnSpc>
              <a:buNone/>
              <a:defRPr sz="2000" b="1" i="0">
                <a:solidFill>
                  <a:schemeClr val="tx1"/>
                </a:solidFill>
                <a:latin typeface="Oracle Sans Tab"/>
                <a:ea typeface="Oracle Sans Tab"/>
                <a:cs typeface="Oracle Sans Tab"/>
              </a:defRPr>
            </a:lvl1pPr>
          </a:lstStyle>
          <a:p xmlns:a="http://schemas.openxmlformats.org/drawingml/2006/main">
            <a:pPr lvl="0">
              <a:spcBef>
                <a:spcPct val="0"/>
              </a:spcBef>
              <a:buNone/>
            </a:pPr>
            <a:r>
              <a:t>Add speaker name</a:t>
            </a:r>
          </a:p>
        </p:txBody>
      </p:sp>
      <p:sp>
        <p:nvSpPr>
          <p:cNvPr id="14" name="Text Placeholder 33">
            <a:extLst xmlns:a="http://schemas.openxmlformats.org/drawingml/2006/main">
              <a:ext uri="{FF2B5EF4-FFF2-40B4-BE49-F238E27FC236}">
                <a16:creationId xmlns:a16="http://schemas.microsoft.com/office/drawing/2014/main" id="{C8830B92-077C-42C2-7CF4-32E57CCAA196}"/>
              </a:ext>
            </a:extLst>
          </p:cNvPr>
          <p:cNvSpPr>
            <a:spLocks xmlns:a="http://schemas.openxmlformats.org/drawingml/2006/main" noGrp="1"/>
          </p:cNvSpPr>
          <p:nvPr>
            <p:ph type="body" idx="29" hasCustomPrompt="1"/>
          </p:nvPr>
        </p:nvSpPr>
        <p:spPr>
          <a:xfrm xmlns:a="http://schemas.openxmlformats.org/drawingml/2006/main">
            <a:off x="792539" y="3431508"/>
            <a:ext cx="5120640" cy="640073"/>
          </a:xfrm>
        </p:spPr>
        <p:txBody>
          <a:bodyPr xmlns:a="http://schemas.openxmlformats.org/drawingml/2006/main" vert="horz" lIns="0" tIns="0" rIns="0" bIns="0" anchor="t">
            <a:noAutofit/>
          </a:bodyPr>
          <a:lstStyle xmlns:a="http://schemas.openxmlformats.org/drawingml/2006/main">
            <a:lvl1pPr algn="l">
              <a:lnSpc>
                <a:spcPct val="100000"/>
              </a:lnSpc>
              <a:buNone/>
              <a:defRPr sz="1800" b="0" i="0">
                <a:solidFill>
                  <a:schemeClr val="tx1"/>
                </a:solidFill>
                <a:latin typeface="Oracle Sans Tab"/>
                <a:ea typeface="Oracle Sans Tab"/>
                <a:cs typeface="Oracle Sans Tab"/>
              </a:defRPr>
            </a:lvl1pPr>
          </a:lstStyle>
          <a:p xmlns:a="http://schemas.openxmlformats.org/drawingml/2006/main">
            <a:pPr lvl="0">
              <a:spcBef>
                <a:spcPct val="0"/>
              </a:spcBef>
              <a:buNone/>
            </a:pPr>
            <a:r>
              <a:t>Add speaker title</a:t>
            </a:r>
          </a:p>
        </p:txBody>
      </p:sp>
      <p:sp>
        <p:nvSpPr>
          <p:cNvPr id="15" name="Text Placeholder 33">
            <a:extLst xmlns:a="http://schemas.openxmlformats.org/drawingml/2006/main">
              <a:ext uri="{FF2B5EF4-FFF2-40B4-BE49-F238E27FC236}">
                <a16:creationId xmlns:a16="http://schemas.microsoft.com/office/drawing/2014/main" id="{283801B3-C270-4242-E8A4-95C95B9D6FBD}"/>
              </a:ext>
            </a:extLst>
          </p:cNvPr>
          <p:cNvSpPr>
            <a:spLocks xmlns:a="http://schemas.openxmlformats.org/drawingml/2006/main" noGrp="1"/>
          </p:cNvSpPr>
          <p:nvPr>
            <p:ph type="body" idx="30" hasCustomPrompt="1"/>
          </p:nvPr>
        </p:nvSpPr>
        <p:spPr>
          <a:xfrm xmlns:a="http://schemas.openxmlformats.org/drawingml/2006/main">
            <a:off x="795484" y="4312293"/>
            <a:ext cx="5120640" cy="640080"/>
          </a:xfrm>
        </p:spPr>
        <p:txBody>
          <a:bodyPr xmlns:a="http://schemas.openxmlformats.org/drawingml/2006/main" vert="horz" lIns="0" tIns="0" rIns="0" bIns="0" anchor="b">
            <a:noAutofit/>
          </a:bodyPr>
          <a:lstStyle xmlns:a="http://schemas.openxmlformats.org/drawingml/2006/main">
            <a:lvl1pPr algn="l">
              <a:lnSpc>
                <a:spcPct val="100000"/>
              </a:lnSpc>
              <a:buNone/>
              <a:defRPr sz="2000" b="1" i="0">
                <a:solidFill>
                  <a:schemeClr val="tx1"/>
                </a:solidFill>
                <a:latin typeface="Oracle Sans Tab"/>
                <a:ea typeface="Oracle Sans Tab"/>
                <a:cs typeface="Oracle Sans Tab"/>
              </a:defRPr>
            </a:lvl1pPr>
          </a:lstStyle>
          <a:p xmlns:a="http://schemas.openxmlformats.org/drawingml/2006/main">
            <a:pPr lvl="0">
              <a:spcBef>
                <a:spcPct val="0"/>
              </a:spcBef>
              <a:buNone/>
            </a:pPr>
            <a:r>
              <a:t>Add speaker name</a:t>
            </a:r>
          </a:p>
        </p:txBody>
      </p:sp>
      <p:sp>
        <p:nvSpPr>
          <p:cNvPr id="16" name="Text Placeholder 33">
            <a:extLst xmlns:a="http://schemas.openxmlformats.org/drawingml/2006/main">
              <a:ext uri="{FF2B5EF4-FFF2-40B4-BE49-F238E27FC236}">
                <a16:creationId xmlns:a16="http://schemas.microsoft.com/office/drawing/2014/main" id="{BF454C50-6F7C-4662-4836-A1158EEF6D4C}"/>
              </a:ext>
            </a:extLst>
          </p:cNvPr>
          <p:cNvSpPr>
            <a:spLocks xmlns:a="http://schemas.openxmlformats.org/drawingml/2006/main" noGrp="1"/>
          </p:cNvSpPr>
          <p:nvPr>
            <p:ph type="body" idx="31" hasCustomPrompt="1"/>
          </p:nvPr>
        </p:nvSpPr>
        <p:spPr>
          <a:xfrm xmlns:a="http://schemas.openxmlformats.org/drawingml/2006/main">
            <a:off x="795485" y="4951347"/>
            <a:ext cx="5120640" cy="640073"/>
          </a:xfrm>
        </p:spPr>
        <p:txBody>
          <a:bodyPr xmlns:a="http://schemas.openxmlformats.org/drawingml/2006/main" vert="horz" lIns="0" tIns="0" rIns="0" bIns="0" anchor="t">
            <a:noAutofit/>
          </a:bodyPr>
          <a:lstStyle xmlns:a="http://schemas.openxmlformats.org/drawingml/2006/main">
            <a:lvl1pPr algn="l">
              <a:lnSpc>
                <a:spcPct val="100000"/>
              </a:lnSpc>
              <a:buNone/>
              <a:defRPr sz="1800" b="0" i="0">
                <a:solidFill>
                  <a:schemeClr val="tx1"/>
                </a:solidFill>
                <a:latin typeface="Oracle Sans Tab"/>
                <a:ea typeface="Oracle Sans Tab"/>
                <a:cs typeface="Oracle Sans Tab"/>
              </a:defRPr>
            </a:lvl1pPr>
          </a:lstStyle>
          <a:p xmlns:a="http://schemas.openxmlformats.org/drawingml/2006/main">
            <a:pPr lvl="0">
              <a:spcBef>
                <a:spcPct val="0"/>
              </a:spcBef>
              <a:buNone/>
            </a:pPr>
            <a:r>
              <a:t>Add speaker title</a:t>
            </a:r>
          </a:p>
        </p:txBody>
      </p:sp>
      <p:sp>
        <p:nvSpPr>
          <p:cNvPr id="10" name="Footer Placeholder 9">
            <a:extLst xmlns:a="http://schemas.openxmlformats.org/drawingml/2006/main">
              <a:ext uri="{FF2B5EF4-FFF2-40B4-BE49-F238E27FC236}">
                <a16:creationId xmlns:a16="http://schemas.microsoft.com/office/drawing/2014/main" id="{8EEC5612-9EFC-A5C7-60F5-422AA3E3BA9F}"/>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lvl1pPr>
              <a:buNone/>
              <a:defRPr>
                <a:solidFill>
                  <a:srgbClr val="AEA8A2"/>
                </a:solidFill>
              </a:defRPr>
            </a:lvl1pPr>
          </a:lstStyle>
          <a:p xmlns:a="http://schemas.openxmlformats.org/drawingml/2006/main">
            <a:r>
              <a:t>Copyright © 2025, Oracle and/or its affiliates |  Confidential: Internal/Restricted/Highly Restricted</a:t>
            </a:r>
            <a:endParaRPr/>
          </a:p>
        </p:txBody>
      </p:sp>
      <p:sp>
        <p:nvSpPr>
          <p:cNvPr id="11" name="Slide Number Placeholder 10">
            <a:extLst xmlns:a="http://schemas.openxmlformats.org/drawingml/2006/main">
              <a:ext uri="{FF2B5EF4-FFF2-40B4-BE49-F238E27FC236}">
                <a16:creationId xmlns:a16="http://schemas.microsoft.com/office/drawing/2014/main" id="{B01A2761-9610-DAD1-E4E2-18899B9B522F}"/>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lvl1pPr>
              <a:buNone/>
              <a:defRPr>
                <a:solidFill>
                  <a:srgbClr val="AEA8A2"/>
                </a:solidFill>
              </a:defRPr>
            </a:lvl1pPr>
          </a:lstStyle>
          <a:p xmlns:a="http://schemas.openxmlformats.org/drawingml/2006/main">
            <a:fld id="{345D60D9-5372-5F40-9443-0F9AE5BDC3C8}" type="slidenum">
              <a:t>‹#›</a:t>
            </a:fld>
            <a:endParaRPr/>
          </a:p>
        </p:txBody>
      </p:sp>
    </p:spTree>
  </p:cSld>
</p:sldLayout>
</file>

<file path=ppt/slideLayouts/slideLayout43.xml><?xml version="1.0" encoding="utf-8"?>
<p:sldLayout xmlns:p="http://schemas.openxmlformats.org/presentationml/2006/main" preserve="1" userDrawn="1">
  <p:cSld name="Speaker_4_Name">
    <p:bg>
      <p:bgRef idx="1001">
        <a:schemeClr xmlns:a="http://schemas.openxmlformats.org/drawingml/2006/main" val="bg2"/>
      </p:bgRef>
    </p:bg>
    <p:spTree>
      <p:nvGrpSpPr>
        <p:cNvPr id="1" name=""/>
        <p:cNvGrpSpPr/>
        <p:nvPr/>
      </p:nvGrpSpPr>
      <p:grpSpPr>
        <a:xfrm xmlns:a="http://schemas.openxmlformats.org/drawingml/2006/main"/>
      </p:grpSpPr>
      <p:sp>
        <p:nvSpPr>
          <p:cNvPr id="8" name="Title 3">
            <a:extLst xmlns:a="http://schemas.openxmlformats.org/drawingml/2006/main">
              <a:ext uri="{FF2B5EF4-FFF2-40B4-BE49-F238E27FC236}">
                <a16:creationId xmlns:a16="http://schemas.microsoft.com/office/drawing/2014/main" id="{0638DF7B-BBB6-684E-A5BB-80F1125943EF}"/>
              </a:ext>
            </a:extLst>
          </p:cNvPr>
          <p:cNvSpPr>
            <a:spLocks xmlns:a="http://schemas.openxmlformats.org/drawingml/2006/main" noGrp="1"/>
          </p:cNvSpPr>
          <p:nvPr>
            <p:ph type="title" idx="0" hasCustomPrompt="1"/>
          </p:nvPr>
        </p:nvSpPr>
        <p:spPr>
          <a:xfrm xmlns:a="http://schemas.openxmlformats.org/drawingml/2006/main">
            <a:off x="768875" y="182403"/>
            <a:ext cx="10671048" cy="822960"/>
          </a:xfrm>
        </p:spPr>
        <p:txBody>
          <a:bodyPr xmlns:a="http://schemas.openxmlformats.org/drawingml/2006/main"/>
          <a:lstStyle xmlns:a="http://schemas.openxmlformats.org/drawingml/2006/main">
            <a:lvl1pPr>
              <a:lnSpc>
                <a:spcPct val="100000"/>
              </a:lnSpc>
              <a:buNone/>
              <a:defRPr b="1" i="0">
                <a:solidFill>
                  <a:schemeClr val="tx1"/>
                </a:solidFill>
                <a:latin typeface="Oracle Sans Tab"/>
                <a:ea typeface="Oracle Sans Tab"/>
                <a:cs typeface="Oracle Sans Tab"/>
              </a:defRPr>
            </a:lvl1pPr>
          </a:lstStyle>
          <a:p xmlns:a="http://schemas.openxmlformats.org/drawingml/2006/main">
            <a:r>
              <a:t>Four speakers on stage</a:t>
            </a:r>
          </a:p>
        </p:txBody>
      </p:sp>
      <p:pic>
        <p:nvPicPr>
          <p:cNvPr id="3" name="Graphic 2">
            <a:extLst xmlns:a="http://schemas.openxmlformats.org/drawingml/2006/main">
              <a:ext uri="{FF2B5EF4-FFF2-40B4-BE49-F238E27FC236}">
                <a16:creationId xmlns:a16="http://schemas.microsoft.com/office/drawing/2014/main" id="{6CF69523-F7C3-4D57-B645-22372398356E}"/>
              </a:ext>
            </a:extLst>
          </p:cNvPr>
          <p:cNvPicPr>
            <a:picLocks xmlns:a="http://schemas.openxmlformats.org/drawingml/2006/main" noChangeAspect="1"/>
          </p:cNvPicPr>
          <p:nvPr/>
        </p:nvPicPr>
        <p:blipFill>
          <a:blip xmlns:r="http://schemas.openxmlformats.org/officeDocument/2006/relationships" xmlns:a="http://schemas.openxmlformats.org/drawingml/2006/main" r:embed="Rec943637bce34535">
            <a:extLst>
              <a:ext uri="{96DAC541-7B7A-43D3-8B79-37D633B846F1}">
                <asvg:svgBlip xmlns:asvg="http://schemas.microsoft.com/office/drawing/2016/SVG/main" r:embed="R9fc01658424b4f58"/>
              </a:ext>
            </a:extLst>
          </a:blip>
          <a:srcRect xmlns:a="http://schemas.openxmlformats.org/drawingml/2006/main" l="5687" t="0" r="0" b="27270"/>
          <a:stretch xmlns:a="http://schemas.openxmlformats.org/drawingml/2006/main"/>
        </p:blipFill>
        <p:spPr>
          <a:xfrm xmlns:a="http://schemas.openxmlformats.org/drawingml/2006/main">
            <a:off x="5877887" y="1"/>
            <a:ext cx="6314112" cy="3246122"/>
          </a:xfrm>
          <a:prstGeom xmlns:a="http://schemas.openxmlformats.org/drawingml/2006/main" prst="rect">
            <a:avLst/>
          </a:prstGeom>
        </p:spPr>
      </p:pic>
      <p:sp>
        <p:nvSpPr>
          <p:cNvPr id="9" name="Date Placeholder 8">
            <a:extLst xmlns:a="http://schemas.openxmlformats.org/drawingml/2006/main">
              <a:ext uri="{FF2B5EF4-FFF2-40B4-BE49-F238E27FC236}">
                <a16:creationId xmlns:a16="http://schemas.microsoft.com/office/drawing/2014/main" id="{4ACA5DC3-86B0-1F65-3F2B-CA7D6A4147D2}"/>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lvl1pPr>
              <a:buNone/>
              <a:defRPr>
                <a:solidFill>
                  <a:srgbClr val="AEA8A2"/>
                </a:solidFill>
              </a:defRPr>
            </a:lvl1pPr>
          </a:lstStyle>
          <a:p xmlns:a="http://schemas.openxmlformats.org/drawingml/2006/main">
            <a:r>
              <a:t>[Date]</a:t>
            </a:r>
            <a:endParaRPr/>
          </a:p>
        </p:txBody>
      </p:sp>
      <p:sp>
        <p:nvSpPr>
          <p:cNvPr id="10" name="Footer Placeholder 9">
            <a:extLst xmlns:a="http://schemas.openxmlformats.org/drawingml/2006/main">
              <a:ext uri="{FF2B5EF4-FFF2-40B4-BE49-F238E27FC236}">
                <a16:creationId xmlns:a16="http://schemas.microsoft.com/office/drawing/2014/main" id="{8EEC5612-9EFC-A5C7-60F5-422AA3E3BA9F}"/>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lvl1pPr>
              <a:buNone/>
              <a:defRPr>
                <a:solidFill>
                  <a:srgbClr val="AEA8A2"/>
                </a:solidFill>
              </a:defRPr>
            </a:lvl1pPr>
          </a:lstStyle>
          <a:p xmlns:a="http://schemas.openxmlformats.org/drawingml/2006/main">
            <a:r>
              <a:t>Copyright © 2025, Oracle and/or its affiliates |  Confidential: Internal/Restricted/Highly Restricted</a:t>
            </a:r>
            <a:endParaRPr/>
          </a:p>
        </p:txBody>
      </p:sp>
      <p:sp>
        <p:nvSpPr>
          <p:cNvPr id="11" name="Slide Number Placeholder 10">
            <a:extLst xmlns:a="http://schemas.openxmlformats.org/drawingml/2006/main">
              <a:ext uri="{FF2B5EF4-FFF2-40B4-BE49-F238E27FC236}">
                <a16:creationId xmlns:a16="http://schemas.microsoft.com/office/drawing/2014/main" id="{B01A2761-9610-DAD1-E4E2-18899B9B522F}"/>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lvl1pPr>
              <a:buNone/>
              <a:defRPr>
                <a:solidFill>
                  <a:srgbClr val="AEA8A2"/>
                </a:solidFill>
              </a:defRPr>
            </a:lvl1pPr>
          </a:lstStyle>
          <a:p xmlns:a="http://schemas.openxmlformats.org/drawingml/2006/main">
            <a:fld id="{345D60D9-5372-5F40-9443-0F9AE5BDC3C8}" type="slidenum">
              <a:t>‹#›</a:t>
            </a:fld>
            <a:endParaRPr/>
          </a:p>
        </p:txBody>
      </p:sp>
      <p:sp>
        <p:nvSpPr>
          <p:cNvPr id="6" name="Text Placeholder 33">
            <a:extLst xmlns:a="http://schemas.openxmlformats.org/drawingml/2006/main">
              <a:ext uri="{FF2B5EF4-FFF2-40B4-BE49-F238E27FC236}">
                <a16:creationId xmlns:a16="http://schemas.microsoft.com/office/drawing/2014/main" id="{F9F38D12-CAEB-FD20-511D-40562DCAA1EA}"/>
              </a:ext>
            </a:extLst>
          </p:cNvPr>
          <p:cNvSpPr>
            <a:spLocks xmlns:a="http://schemas.openxmlformats.org/drawingml/2006/main" noGrp="1"/>
          </p:cNvSpPr>
          <p:nvPr>
            <p:ph type="body" idx="13" hasCustomPrompt="1"/>
          </p:nvPr>
        </p:nvSpPr>
        <p:spPr>
          <a:xfrm xmlns:a="http://schemas.openxmlformats.org/drawingml/2006/main">
            <a:off x="784794" y="2108629"/>
            <a:ext cx="4480560" cy="640080"/>
          </a:xfrm>
        </p:spPr>
        <p:txBody>
          <a:bodyPr xmlns:a="http://schemas.openxmlformats.org/drawingml/2006/main" vert="horz" lIns="0" tIns="0" rIns="0" bIns="0" anchor="b">
            <a:noAutofit/>
          </a:bodyPr>
          <a:lstStyle xmlns:a="http://schemas.openxmlformats.org/drawingml/2006/main">
            <a:lvl1pPr algn="l">
              <a:lnSpc>
                <a:spcPct val="100000"/>
              </a:lnSpc>
              <a:buNone/>
              <a:defRPr sz="2000" b="1" i="0">
                <a:solidFill>
                  <a:schemeClr val="tx1"/>
                </a:solidFill>
                <a:latin typeface="Oracle Sans Tab"/>
                <a:ea typeface="Oracle Sans Tab"/>
                <a:cs typeface="Oracle Sans Tab"/>
              </a:defRPr>
            </a:lvl1pPr>
          </a:lstStyle>
          <a:p xmlns:a="http://schemas.openxmlformats.org/drawingml/2006/main">
            <a:pPr lvl="0">
              <a:spcBef>
                <a:spcPct val="0"/>
              </a:spcBef>
              <a:buNone/>
            </a:pPr>
            <a:r>
              <a:t>Add speaker name</a:t>
            </a:r>
          </a:p>
        </p:txBody>
      </p:sp>
      <p:sp>
        <p:nvSpPr>
          <p:cNvPr id="7" name="Text Placeholder 33">
            <a:extLst xmlns:a="http://schemas.openxmlformats.org/drawingml/2006/main">
              <a:ext uri="{FF2B5EF4-FFF2-40B4-BE49-F238E27FC236}">
                <a16:creationId xmlns:a16="http://schemas.microsoft.com/office/drawing/2014/main" id="{A141B714-1A78-6D82-F378-939B470D8736}"/>
              </a:ext>
            </a:extLst>
          </p:cNvPr>
          <p:cNvSpPr>
            <a:spLocks xmlns:a="http://schemas.openxmlformats.org/drawingml/2006/main" noGrp="1"/>
          </p:cNvSpPr>
          <p:nvPr>
            <p:ph type="body" idx="14" hasCustomPrompt="1"/>
          </p:nvPr>
        </p:nvSpPr>
        <p:spPr>
          <a:xfrm xmlns:a="http://schemas.openxmlformats.org/drawingml/2006/main">
            <a:off x="784795" y="2747683"/>
            <a:ext cx="4480560" cy="640073"/>
          </a:xfrm>
        </p:spPr>
        <p:txBody>
          <a:bodyPr xmlns:a="http://schemas.openxmlformats.org/drawingml/2006/main" vert="horz" lIns="0" tIns="0" rIns="0" bIns="0" anchor="t">
            <a:noAutofit/>
          </a:bodyPr>
          <a:lstStyle xmlns:a="http://schemas.openxmlformats.org/drawingml/2006/main">
            <a:lvl1pPr algn="l">
              <a:lnSpc>
                <a:spcPct val="100000"/>
              </a:lnSpc>
              <a:buNone/>
              <a:defRPr sz="1800" b="0" i="0">
                <a:solidFill>
                  <a:schemeClr val="tx1"/>
                </a:solidFill>
                <a:latin typeface="Oracle Sans Tab"/>
                <a:ea typeface="Oracle Sans Tab"/>
                <a:cs typeface="Oracle Sans Tab"/>
              </a:defRPr>
            </a:lvl1pPr>
          </a:lstStyle>
          <a:p xmlns:a="http://schemas.openxmlformats.org/drawingml/2006/main">
            <a:pPr lvl="0">
              <a:spcBef>
                <a:spcPct val="0"/>
              </a:spcBef>
              <a:buNone/>
            </a:pPr>
            <a:r>
              <a:t>Add speaker title</a:t>
            </a:r>
            <a:br/>
            <a:r>
              <a:t>Title</a:t>
            </a:r>
          </a:p>
        </p:txBody>
      </p:sp>
      <p:sp>
        <p:nvSpPr>
          <p:cNvPr id="12" name="Text Placeholder 33">
            <a:extLst xmlns:a="http://schemas.openxmlformats.org/drawingml/2006/main">
              <a:ext uri="{FF2B5EF4-FFF2-40B4-BE49-F238E27FC236}">
                <a16:creationId xmlns:a16="http://schemas.microsoft.com/office/drawing/2014/main" id="{B1EDA4C5-F281-1193-82E6-0BFE5AE994AE}"/>
              </a:ext>
            </a:extLst>
          </p:cNvPr>
          <p:cNvSpPr>
            <a:spLocks xmlns:a="http://schemas.openxmlformats.org/drawingml/2006/main" noGrp="1"/>
          </p:cNvSpPr>
          <p:nvPr>
            <p:ph type="body" idx="35" hasCustomPrompt="1"/>
          </p:nvPr>
        </p:nvSpPr>
        <p:spPr>
          <a:xfrm xmlns:a="http://schemas.openxmlformats.org/drawingml/2006/main">
            <a:off x="784795" y="3484327"/>
            <a:ext cx="4480560" cy="640080"/>
          </a:xfrm>
        </p:spPr>
        <p:txBody>
          <a:bodyPr xmlns:a="http://schemas.openxmlformats.org/drawingml/2006/main" vert="horz" lIns="0" tIns="0" rIns="0" bIns="0" anchor="b">
            <a:noAutofit/>
          </a:bodyPr>
          <a:lstStyle xmlns:a="http://schemas.openxmlformats.org/drawingml/2006/main">
            <a:lvl1pPr algn="l">
              <a:lnSpc>
                <a:spcPct val="100000"/>
              </a:lnSpc>
              <a:buNone/>
              <a:defRPr sz="2000" b="1" i="0">
                <a:solidFill>
                  <a:schemeClr val="tx1"/>
                </a:solidFill>
                <a:latin typeface="Oracle Sans Tab"/>
                <a:ea typeface="Oracle Sans Tab"/>
                <a:cs typeface="Oracle Sans Tab"/>
              </a:defRPr>
            </a:lvl1pPr>
          </a:lstStyle>
          <a:p xmlns:a="http://schemas.openxmlformats.org/drawingml/2006/main">
            <a:pPr lvl="0">
              <a:spcBef>
                <a:spcPct val="0"/>
              </a:spcBef>
              <a:buNone/>
            </a:pPr>
            <a:r>
              <a:t>Add speaker name</a:t>
            </a:r>
          </a:p>
        </p:txBody>
      </p:sp>
      <p:sp>
        <p:nvSpPr>
          <p:cNvPr id="13" name="Text Placeholder 33">
            <a:extLst xmlns:a="http://schemas.openxmlformats.org/drawingml/2006/main">
              <a:ext uri="{FF2B5EF4-FFF2-40B4-BE49-F238E27FC236}">
                <a16:creationId xmlns:a16="http://schemas.microsoft.com/office/drawing/2014/main" id="{F247EF2C-2986-0D95-AC50-EE6C68BB5CE4}"/>
              </a:ext>
            </a:extLst>
          </p:cNvPr>
          <p:cNvSpPr>
            <a:spLocks xmlns:a="http://schemas.openxmlformats.org/drawingml/2006/main" noGrp="1"/>
          </p:cNvSpPr>
          <p:nvPr>
            <p:ph type="body" idx="36" hasCustomPrompt="1"/>
          </p:nvPr>
        </p:nvSpPr>
        <p:spPr>
          <a:xfrm xmlns:a="http://schemas.openxmlformats.org/drawingml/2006/main">
            <a:off x="784796" y="4123381"/>
            <a:ext cx="4480560" cy="640073"/>
          </a:xfrm>
        </p:spPr>
        <p:txBody>
          <a:bodyPr xmlns:a="http://schemas.openxmlformats.org/drawingml/2006/main" vert="horz" lIns="0" tIns="0" rIns="0" bIns="0" anchor="t">
            <a:noAutofit/>
          </a:bodyPr>
          <a:lstStyle xmlns:a="http://schemas.openxmlformats.org/drawingml/2006/main">
            <a:lvl1pPr algn="l">
              <a:lnSpc>
                <a:spcPct val="100000"/>
              </a:lnSpc>
              <a:buNone/>
              <a:defRPr sz="1800" b="0" i="0">
                <a:solidFill>
                  <a:schemeClr val="tx1"/>
                </a:solidFill>
                <a:latin typeface="Oracle Sans Tab"/>
                <a:ea typeface="Oracle Sans Tab"/>
                <a:cs typeface="Oracle Sans Tab"/>
              </a:defRPr>
            </a:lvl1pPr>
          </a:lstStyle>
          <a:p xmlns:a="http://schemas.openxmlformats.org/drawingml/2006/main">
            <a:pPr lvl="0">
              <a:spcBef>
                <a:spcPct val="0"/>
              </a:spcBef>
              <a:buNone/>
            </a:pPr>
            <a:r>
              <a:t>Add speaker title</a:t>
            </a:r>
            <a:br/>
            <a:r>
              <a:t>Title</a:t>
            </a:r>
          </a:p>
        </p:txBody>
      </p:sp>
      <p:sp>
        <p:nvSpPr>
          <p:cNvPr id="17" name="Text Placeholder 33">
            <a:extLst xmlns:a="http://schemas.openxmlformats.org/drawingml/2006/main">
              <a:ext uri="{FF2B5EF4-FFF2-40B4-BE49-F238E27FC236}">
                <a16:creationId xmlns:a16="http://schemas.microsoft.com/office/drawing/2014/main" id="{0B404AA4-79A5-18F0-CE9F-3921A0925B1E}"/>
              </a:ext>
            </a:extLst>
          </p:cNvPr>
          <p:cNvSpPr>
            <a:spLocks xmlns:a="http://schemas.openxmlformats.org/drawingml/2006/main" noGrp="1"/>
          </p:cNvSpPr>
          <p:nvPr>
            <p:ph type="body" idx="37" hasCustomPrompt="1"/>
          </p:nvPr>
        </p:nvSpPr>
        <p:spPr>
          <a:xfrm xmlns:a="http://schemas.openxmlformats.org/drawingml/2006/main">
            <a:off x="5806438" y="2130723"/>
            <a:ext cx="4480560" cy="640080"/>
          </a:xfrm>
        </p:spPr>
        <p:txBody>
          <a:bodyPr xmlns:a="http://schemas.openxmlformats.org/drawingml/2006/main" vert="horz" lIns="0" tIns="0" rIns="0" bIns="0" anchor="b">
            <a:noAutofit/>
          </a:bodyPr>
          <a:lstStyle xmlns:a="http://schemas.openxmlformats.org/drawingml/2006/main">
            <a:lvl1pPr algn="l">
              <a:lnSpc>
                <a:spcPct val="100000"/>
              </a:lnSpc>
              <a:buNone/>
              <a:defRPr sz="2000" b="1" i="0">
                <a:solidFill>
                  <a:schemeClr val="tx1"/>
                </a:solidFill>
                <a:latin typeface="Oracle Sans Tab"/>
                <a:ea typeface="Oracle Sans Tab"/>
                <a:cs typeface="Oracle Sans Tab"/>
              </a:defRPr>
            </a:lvl1pPr>
          </a:lstStyle>
          <a:p xmlns:a="http://schemas.openxmlformats.org/drawingml/2006/main">
            <a:pPr lvl="0">
              <a:spcBef>
                <a:spcPct val="0"/>
              </a:spcBef>
              <a:buNone/>
            </a:pPr>
            <a:r>
              <a:t>Add speaker name</a:t>
            </a:r>
          </a:p>
        </p:txBody>
      </p:sp>
      <p:sp>
        <p:nvSpPr>
          <p:cNvPr id="18" name="Text Placeholder 33">
            <a:extLst xmlns:a="http://schemas.openxmlformats.org/drawingml/2006/main">
              <a:ext uri="{FF2B5EF4-FFF2-40B4-BE49-F238E27FC236}">
                <a16:creationId xmlns:a16="http://schemas.microsoft.com/office/drawing/2014/main" id="{097CCA77-6454-4A36-DDFB-A9DE63B5C7E2}"/>
              </a:ext>
            </a:extLst>
          </p:cNvPr>
          <p:cNvSpPr>
            <a:spLocks xmlns:a="http://schemas.openxmlformats.org/drawingml/2006/main" noGrp="1"/>
          </p:cNvSpPr>
          <p:nvPr>
            <p:ph type="body" idx="38" hasCustomPrompt="1"/>
          </p:nvPr>
        </p:nvSpPr>
        <p:spPr>
          <a:xfrm xmlns:a="http://schemas.openxmlformats.org/drawingml/2006/main">
            <a:off x="5806439" y="2769777"/>
            <a:ext cx="4480560" cy="640073"/>
          </a:xfrm>
        </p:spPr>
        <p:txBody>
          <a:bodyPr xmlns:a="http://schemas.openxmlformats.org/drawingml/2006/main" vert="horz" lIns="0" tIns="0" rIns="0" bIns="0" anchor="t">
            <a:noAutofit/>
          </a:bodyPr>
          <a:lstStyle xmlns:a="http://schemas.openxmlformats.org/drawingml/2006/main">
            <a:lvl1pPr algn="l">
              <a:lnSpc>
                <a:spcPct val="100000"/>
              </a:lnSpc>
              <a:buNone/>
              <a:defRPr sz="1800" b="0" i="0">
                <a:solidFill>
                  <a:schemeClr val="tx1"/>
                </a:solidFill>
                <a:latin typeface="Oracle Sans Tab"/>
                <a:ea typeface="Oracle Sans Tab"/>
                <a:cs typeface="Oracle Sans Tab"/>
              </a:defRPr>
            </a:lvl1pPr>
          </a:lstStyle>
          <a:p xmlns:a="http://schemas.openxmlformats.org/drawingml/2006/main">
            <a:pPr lvl="0">
              <a:spcBef>
                <a:spcPct val="0"/>
              </a:spcBef>
              <a:buNone/>
            </a:pPr>
            <a:r>
              <a:t>Add speaker title</a:t>
            </a:r>
            <a:br/>
            <a:r>
              <a:t>Title</a:t>
            </a:r>
          </a:p>
        </p:txBody>
      </p:sp>
      <p:sp>
        <p:nvSpPr>
          <p:cNvPr id="19" name="Text Placeholder 33">
            <a:extLst xmlns:a="http://schemas.openxmlformats.org/drawingml/2006/main">
              <a:ext uri="{FF2B5EF4-FFF2-40B4-BE49-F238E27FC236}">
                <a16:creationId xmlns:a16="http://schemas.microsoft.com/office/drawing/2014/main" id="{644A9E89-1875-451D-C69D-99660290007D}"/>
              </a:ext>
            </a:extLst>
          </p:cNvPr>
          <p:cNvSpPr>
            <a:spLocks xmlns:a="http://schemas.openxmlformats.org/drawingml/2006/main" noGrp="1"/>
          </p:cNvSpPr>
          <p:nvPr>
            <p:ph type="body" idx="39" hasCustomPrompt="1"/>
          </p:nvPr>
        </p:nvSpPr>
        <p:spPr>
          <a:xfrm xmlns:a="http://schemas.openxmlformats.org/drawingml/2006/main">
            <a:off x="5806439" y="3506421"/>
            <a:ext cx="4480560" cy="640080"/>
          </a:xfrm>
        </p:spPr>
        <p:txBody>
          <a:bodyPr xmlns:a="http://schemas.openxmlformats.org/drawingml/2006/main" vert="horz" lIns="0" tIns="0" rIns="0" bIns="0" anchor="b">
            <a:noAutofit/>
          </a:bodyPr>
          <a:lstStyle xmlns:a="http://schemas.openxmlformats.org/drawingml/2006/main">
            <a:lvl1pPr algn="l">
              <a:lnSpc>
                <a:spcPct val="100000"/>
              </a:lnSpc>
              <a:buNone/>
              <a:defRPr sz="2000" b="1" i="0">
                <a:solidFill>
                  <a:schemeClr val="tx1"/>
                </a:solidFill>
                <a:latin typeface="Oracle Sans Tab"/>
                <a:ea typeface="Oracle Sans Tab"/>
                <a:cs typeface="Oracle Sans Tab"/>
              </a:defRPr>
            </a:lvl1pPr>
          </a:lstStyle>
          <a:p xmlns:a="http://schemas.openxmlformats.org/drawingml/2006/main">
            <a:pPr lvl="0">
              <a:spcBef>
                <a:spcPct val="0"/>
              </a:spcBef>
              <a:buNone/>
            </a:pPr>
            <a:r>
              <a:t>Add speaker name</a:t>
            </a:r>
          </a:p>
        </p:txBody>
      </p:sp>
      <p:sp>
        <p:nvSpPr>
          <p:cNvPr id="20" name="Text Placeholder 33">
            <a:extLst xmlns:a="http://schemas.openxmlformats.org/drawingml/2006/main">
              <a:ext uri="{FF2B5EF4-FFF2-40B4-BE49-F238E27FC236}">
                <a16:creationId xmlns:a16="http://schemas.microsoft.com/office/drawing/2014/main" id="{EC89510A-FA47-936C-E9A3-AD214B164A82}"/>
              </a:ext>
            </a:extLst>
          </p:cNvPr>
          <p:cNvSpPr>
            <a:spLocks xmlns:a="http://schemas.openxmlformats.org/drawingml/2006/main" noGrp="1"/>
          </p:cNvSpPr>
          <p:nvPr>
            <p:ph type="body" idx="40" hasCustomPrompt="1"/>
          </p:nvPr>
        </p:nvSpPr>
        <p:spPr>
          <a:xfrm xmlns:a="http://schemas.openxmlformats.org/drawingml/2006/main">
            <a:off x="5806440" y="4145475"/>
            <a:ext cx="4480560" cy="640073"/>
          </a:xfrm>
        </p:spPr>
        <p:txBody>
          <a:bodyPr xmlns:a="http://schemas.openxmlformats.org/drawingml/2006/main" vert="horz" lIns="0" tIns="0" rIns="0" bIns="0" anchor="t">
            <a:noAutofit/>
          </a:bodyPr>
          <a:lstStyle xmlns:a="http://schemas.openxmlformats.org/drawingml/2006/main">
            <a:lvl1pPr algn="l">
              <a:lnSpc>
                <a:spcPct val="100000"/>
              </a:lnSpc>
              <a:buNone/>
              <a:defRPr sz="1800" b="0" i="0">
                <a:solidFill>
                  <a:schemeClr val="tx1"/>
                </a:solidFill>
                <a:latin typeface="Oracle Sans Tab"/>
                <a:ea typeface="Oracle Sans Tab"/>
                <a:cs typeface="Oracle Sans Tab"/>
              </a:defRPr>
            </a:lvl1pPr>
          </a:lstStyle>
          <a:p xmlns:a="http://schemas.openxmlformats.org/drawingml/2006/main">
            <a:pPr lvl="0">
              <a:spcBef>
                <a:spcPct val="0"/>
              </a:spcBef>
              <a:buNone/>
            </a:pPr>
            <a:r>
              <a:t>Add speaker title</a:t>
            </a:r>
            <a:br/>
            <a:r>
              <a:t>Title</a:t>
            </a:r>
          </a:p>
        </p:txBody>
      </p:sp>
    </p:spTree>
  </p:cSld>
</p:sldLayout>
</file>

<file path=ppt/slideLayouts/slideLayout44.xml><?xml version="1.0" encoding="utf-8"?>
<p:sldLayout xmlns:p="http://schemas.openxmlformats.org/presentationml/2006/main" preserve="1" userDrawn="1">
  <p:cSld name="Dark - Agenda">
    <p:bg>
      <p:bgPr>
        <a:solidFill xmlns:a="http://schemas.openxmlformats.org/drawingml/2006/main">
          <a:schemeClr val="bg2"/>
        </a:solidFill>
      </p:bgPr>
    </p:bg>
    <p:spTree>
      <p:nvGrpSpPr>
        <p:cNvPr id="1" name=""/>
        <p:cNvGrpSpPr/>
        <p:nvPr/>
      </p:nvGrpSpPr>
      <p:grpSpPr>
        <a:xfrm xmlns:a="http://schemas.openxmlformats.org/drawingml/2006/main"/>
      </p:grpSpPr>
      <p:sp>
        <p:nvSpPr>
          <p:cNvPr id="3" name="Title 2">
            <a:extLst xmlns:a="http://schemas.openxmlformats.org/drawingml/2006/main">
              <a:ext uri="{FF2B5EF4-FFF2-40B4-BE49-F238E27FC236}">
                <a16:creationId xmlns:a16="http://schemas.microsoft.com/office/drawing/2014/main" id="{6E5F7DB7-92B5-4EA1-8540-53C2A222376E}"/>
              </a:ext>
            </a:extLst>
          </p:cNvPr>
          <p:cNvSpPr>
            <a:spLocks xmlns:a="http://schemas.openxmlformats.org/drawingml/2006/main" noGrp="1"/>
          </p:cNvSpPr>
          <p:nvPr>
            <p:ph type="title" idx="0" hasCustomPrompt="1"/>
          </p:nvPr>
        </p:nvSpPr>
        <p:spPr>
          <a:xfrm xmlns:a="http://schemas.openxmlformats.org/drawingml/2006/main">
            <a:off x="768875" y="182403"/>
            <a:ext cx="5383380" cy="822960"/>
          </a:xfrm>
        </p:spPr>
        <p:txBody>
          <a:bodyPr xmlns:a="http://schemas.openxmlformats.org/drawingml/2006/main"/>
          <a:lstStyle xmlns:a="http://schemas.openxmlformats.org/drawingml/2006/main">
            <a:lvl1pPr>
              <a:lnSpc>
                <a:spcPct val="100000"/>
              </a:lnSpc>
              <a:buNone/>
              <a:defRPr b="1" i="0">
                <a:solidFill>
                  <a:schemeClr val="tx1"/>
                </a:solidFill>
                <a:latin typeface="Oracle Sans Tab"/>
                <a:ea typeface="Oracle Sans Tab"/>
                <a:cs typeface="Oracle Sans Tab"/>
              </a:defRPr>
            </a:lvl1pPr>
          </a:lstStyle>
          <a:p xmlns:a="http://schemas.openxmlformats.org/drawingml/2006/main">
            <a:r>
              <a:t>Agenda title</a:t>
            </a:r>
          </a:p>
        </p:txBody>
      </p:sp>
      <p:sp>
        <p:nvSpPr>
          <p:cNvPr id="2" name="Slide Number Placeholder 7">
            <a:extLst xmlns:a="http://schemas.openxmlformats.org/drawingml/2006/main">
              <a:ext uri="{FF2B5EF4-FFF2-40B4-BE49-F238E27FC236}">
                <a16:creationId xmlns:a16="http://schemas.microsoft.com/office/drawing/2014/main" id="{28D9ACAF-6547-62AC-0612-33ACEEA4384B}"/>
              </a:ext>
            </a:extLst>
          </p:cNvPr>
          <p:cNvSpPr>
            <a:spLocks xmlns:a="http://schemas.openxmlformats.org/drawingml/2006/main" noGrp="1"/>
          </p:cNvSpPr>
          <p:nvPr>
            <p:ph type="sldNum" idx="17"/>
          </p:nvPr>
        </p:nvSpPr>
        <p:spPr>
          <a:xfrm xmlns:a="http://schemas.openxmlformats.org/drawingml/2006/main">
            <a:off x="762000" y="6423660"/>
            <a:ext cx="365760" cy="365760"/>
          </a:xfrm>
        </p:spPr>
        <p:txBody>
          <a:bodyPr xmlns:a="http://schemas.openxmlformats.org/drawingml/2006/main"/>
          <a:lstStyle xmlns:a="http://schemas.openxmlformats.org/drawingml/2006/main">
            <a:lvl1pPr>
              <a:buNone/>
              <a:defRPr>
                <a:solidFill>
                  <a:srgbClr val="AEA8A2"/>
                </a:solidFill>
              </a:defRPr>
            </a:lvl1pPr>
          </a:lstStyle>
          <a:p xmlns:a="http://schemas.openxmlformats.org/drawingml/2006/main">
            <a:fld id="{345D60D9-5372-5F40-9443-0F9AE5BDC3C8}" type="slidenum">
              <a:t>‹#›</a:t>
            </a:fld>
            <a:endParaRPr/>
          </a:p>
        </p:txBody>
      </p:sp>
      <p:sp>
        <p:nvSpPr>
          <p:cNvPr id="5" name="Footer Placeholder 6">
            <a:extLst xmlns:a="http://schemas.openxmlformats.org/drawingml/2006/main">
              <a:ext uri="{FF2B5EF4-FFF2-40B4-BE49-F238E27FC236}">
                <a16:creationId xmlns:a16="http://schemas.microsoft.com/office/drawing/2014/main" id="{9C717BFB-739A-8ECB-A222-BA193D79F699}"/>
              </a:ext>
            </a:extLst>
          </p:cNvPr>
          <p:cNvSpPr>
            <a:spLocks xmlns:a="http://schemas.openxmlformats.org/drawingml/2006/main" noGrp="1"/>
          </p:cNvSpPr>
          <p:nvPr>
            <p:ph type="ftr" idx="16"/>
          </p:nvPr>
        </p:nvSpPr>
        <p:spPr>
          <a:xfrm xmlns:a="http://schemas.openxmlformats.org/drawingml/2006/main">
            <a:off x="1127759" y="6423978"/>
            <a:ext cx="5745379" cy="365125"/>
          </a:xfrm>
        </p:spPr>
        <p:txBody>
          <a:bodyPr xmlns:a="http://schemas.openxmlformats.org/drawingml/2006/main"/>
          <a:lstStyle xmlns:a="http://schemas.openxmlformats.org/drawingml/2006/main">
            <a:lvl1pPr>
              <a:buNone/>
              <a:defRPr>
                <a:solidFill>
                  <a:srgbClr val="AEA8A2"/>
                </a:solidFill>
              </a:defRPr>
            </a:lvl1pPr>
          </a:lstStyle>
          <a:p xmlns:a="http://schemas.openxmlformats.org/drawingml/2006/main">
            <a:r>
              <a:t>Copyright © 2025, Oracle and/or its affiliates |  Confidential: Internal/Restricted/Highly Restricted</a:t>
            </a:r>
            <a:endParaRPr/>
          </a:p>
        </p:txBody>
      </p:sp>
      <p:sp>
        <p:nvSpPr>
          <p:cNvPr id="8" name="Date Placeholder 4">
            <a:extLst xmlns:a="http://schemas.openxmlformats.org/drawingml/2006/main">
              <a:ext uri="{FF2B5EF4-FFF2-40B4-BE49-F238E27FC236}">
                <a16:creationId xmlns:a16="http://schemas.microsoft.com/office/drawing/2014/main" id="{D6AB9331-6119-874E-6BF2-D968C0DB95A7}"/>
              </a:ext>
            </a:extLst>
          </p:cNvPr>
          <p:cNvSpPr>
            <a:spLocks xmlns:a="http://schemas.openxmlformats.org/drawingml/2006/main" noGrp="1"/>
          </p:cNvSpPr>
          <p:nvPr>
            <p:ph type="dt" idx="15"/>
          </p:nvPr>
        </p:nvSpPr>
        <p:spPr>
          <a:xfrm xmlns:a="http://schemas.openxmlformats.org/drawingml/2006/main">
            <a:off x="6873138" y="6425604"/>
            <a:ext cx="2743200" cy="363500"/>
          </a:xfrm>
        </p:spPr>
        <p:txBody>
          <a:bodyPr xmlns:a="http://schemas.openxmlformats.org/drawingml/2006/main"/>
          <a:lstStyle xmlns:a="http://schemas.openxmlformats.org/drawingml/2006/main">
            <a:lvl1pPr>
              <a:buNone/>
              <a:defRPr>
                <a:solidFill>
                  <a:srgbClr val="AEA8A2"/>
                </a:solidFill>
              </a:defRPr>
            </a:lvl1pPr>
          </a:lstStyle>
          <a:p xmlns:a="http://schemas.openxmlformats.org/drawingml/2006/main">
            <a:r>
              <a:t>[Date]</a:t>
            </a:r>
            <a:endParaRPr/>
          </a:p>
        </p:txBody>
      </p:sp>
      <p:pic>
        <p:nvPicPr>
          <p:cNvPr id="6" name="Graphic 5">
            <a:extLst xmlns:a="http://schemas.openxmlformats.org/drawingml/2006/main">
              <a:ext uri="{FF2B5EF4-FFF2-40B4-BE49-F238E27FC236}">
                <a16:creationId xmlns:a16="http://schemas.microsoft.com/office/drawing/2014/main" id="{5FB8DEDA-E9FF-45C8-B558-BBA1D1C6DAEA}"/>
              </a:ext>
            </a:extLst>
          </p:cNvPr>
          <p:cNvPicPr>
            <a:picLocks xmlns:a="http://schemas.openxmlformats.org/drawingml/2006/main" noChangeAspect="1"/>
          </p:cNvPicPr>
          <p:nvPr/>
        </p:nvPicPr>
        <p:blipFill>
          <a:blip xmlns:r="http://schemas.openxmlformats.org/officeDocument/2006/relationships" xmlns:a="http://schemas.openxmlformats.org/drawingml/2006/main" r:embed="Re41fd01195c046bb">
            <a:extLst>
              <a:ext uri="{96DAC541-7B7A-43D3-8B79-37D633B846F1}">
                <asvg:svgBlip xmlns:asvg="http://schemas.microsoft.com/office/drawing/2016/SVG/main" r:embed="Rbc32b6f66869444b"/>
              </a:ext>
            </a:extLst>
          </a:blip>
          <a:srcRect xmlns:a="http://schemas.openxmlformats.org/drawingml/2006/main" l="5687" t="0" r="0" b="27270"/>
          <a:stretch xmlns:a="http://schemas.openxmlformats.org/drawingml/2006/main"/>
        </p:blipFill>
        <p:spPr>
          <a:xfrm xmlns:a="http://schemas.openxmlformats.org/drawingml/2006/main">
            <a:off x="6856133" y="0"/>
            <a:ext cx="5335866" cy="2743200"/>
          </a:xfrm>
          <a:prstGeom xmlns:a="http://schemas.openxmlformats.org/drawingml/2006/main" prst="rect">
            <a:avLst/>
          </a:prstGeom>
        </p:spPr>
      </p:pic>
    </p:spTree>
  </p:cSld>
</p:sldLayout>
</file>

<file path=ppt/slideLayouts/slideLayout45.xml><?xml version="1.0" encoding="utf-8"?>
<p:sldLayout xmlns:p="http://schemas.openxmlformats.org/presentationml/2006/main" preserve="1" userDrawn="1">
  <p:cSld name="Light - Agenda">
    <p:bg>
      <p:bgRef idx="1001">
        <a:schemeClr xmlns:a="http://schemas.openxmlformats.org/drawingml/2006/main" val="bg2"/>
      </p:bgRef>
    </p:bg>
    <p:spTree>
      <p:nvGrpSpPr>
        <p:cNvPr id="1" name=""/>
        <p:cNvGrpSpPr/>
        <p:nvPr/>
      </p:nvGrpSpPr>
      <p:grpSpPr>
        <a:xfrm xmlns:a="http://schemas.openxmlformats.org/drawingml/2006/main"/>
      </p:grpSpPr>
      <p:sp>
        <p:nvSpPr>
          <p:cNvPr id="3" name="Title 2">
            <a:extLst xmlns:a="http://schemas.openxmlformats.org/drawingml/2006/main">
              <a:ext uri="{FF2B5EF4-FFF2-40B4-BE49-F238E27FC236}">
                <a16:creationId xmlns:a16="http://schemas.microsoft.com/office/drawing/2014/main" id="{6E5F7DB7-92B5-4EA1-8540-53C2A222376E}"/>
              </a:ext>
            </a:extLst>
          </p:cNvPr>
          <p:cNvSpPr>
            <a:spLocks xmlns:a="http://schemas.openxmlformats.org/drawingml/2006/main" noGrp="1"/>
          </p:cNvSpPr>
          <p:nvPr>
            <p:ph type="title" idx="0" hasCustomPrompt="1"/>
          </p:nvPr>
        </p:nvSpPr>
        <p:spPr>
          <a:xfrm xmlns:a="http://schemas.openxmlformats.org/drawingml/2006/main">
            <a:off x="768875" y="182403"/>
            <a:ext cx="5383380" cy="822960"/>
          </a:xfrm>
        </p:spPr>
        <p:txBody>
          <a:bodyPr xmlns:a="http://schemas.openxmlformats.org/drawingml/2006/main"/>
          <a:lstStyle xmlns:a="http://schemas.openxmlformats.org/drawingml/2006/main">
            <a:lvl1pPr>
              <a:lnSpc>
                <a:spcPct val="100000"/>
              </a:lnSpc>
              <a:buNone/>
              <a:defRPr b="1" i="0">
                <a:solidFill>
                  <a:schemeClr val="tx1"/>
                </a:solidFill>
                <a:latin typeface="Oracle Sans Tab"/>
                <a:ea typeface="Oracle Sans Tab"/>
                <a:cs typeface="Oracle Sans Tab"/>
              </a:defRPr>
            </a:lvl1pPr>
          </a:lstStyle>
          <a:p xmlns:a="http://schemas.openxmlformats.org/drawingml/2006/main">
            <a:r>
              <a:t>Agenda title</a:t>
            </a:r>
          </a:p>
        </p:txBody>
      </p:sp>
      <p:sp>
        <p:nvSpPr>
          <p:cNvPr id="2" name="Slide Number Placeholder 7">
            <a:extLst xmlns:a="http://schemas.openxmlformats.org/drawingml/2006/main">
              <a:ext uri="{FF2B5EF4-FFF2-40B4-BE49-F238E27FC236}">
                <a16:creationId xmlns:a16="http://schemas.microsoft.com/office/drawing/2014/main" id="{28D9ACAF-6547-62AC-0612-33ACEEA4384B}"/>
              </a:ext>
            </a:extLst>
          </p:cNvPr>
          <p:cNvSpPr>
            <a:spLocks xmlns:a="http://schemas.openxmlformats.org/drawingml/2006/main" noGrp="1"/>
          </p:cNvSpPr>
          <p:nvPr>
            <p:ph type="sldNum" idx="17"/>
          </p:nvPr>
        </p:nvSpPr>
        <p:spPr>
          <a:xfrm xmlns:a="http://schemas.openxmlformats.org/drawingml/2006/main">
            <a:off x="762000" y="6423660"/>
            <a:ext cx="365760" cy="365760"/>
          </a:xfrm>
        </p:spPr>
        <p:txBody>
          <a:bodyPr xmlns:a="http://schemas.openxmlformats.org/drawingml/2006/main"/>
          <a:lstStyle xmlns:a="http://schemas.openxmlformats.org/drawingml/2006/main">
            <a:lvl1pPr>
              <a:buNone/>
              <a:defRPr>
                <a:solidFill>
                  <a:srgbClr val="514C47"/>
                </a:solidFill>
              </a:defRPr>
            </a:lvl1pPr>
          </a:lstStyle>
          <a:p xmlns:a="http://schemas.openxmlformats.org/drawingml/2006/main">
            <a:fld id="{345D60D9-5372-5F40-9443-0F9AE5BDC3C8}" type="slidenum">
              <a:t>‹#›</a:t>
            </a:fld>
            <a:endParaRPr/>
          </a:p>
        </p:txBody>
      </p:sp>
      <p:sp>
        <p:nvSpPr>
          <p:cNvPr id="5" name="Footer Placeholder 6">
            <a:extLst xmlns:a="http://schemas.openxmlformats.org/drawingml/2006/main">
              <a:ext uri="{FF2B5EF4-FFF2-40B4-BE49-F238E27FC236}">
                <a16:creationId xmlns:a16="http://schemas.microsoft.com/office/drawing/2014/main" id="{9C717BFB-739A-8ECB-A222-BA193D79F699}"/>
              </a:ext>
            </a:extLst>
          </p:cNvPr>
          <p:cNvSpPr>
            <a:spLocks xmlns:a="http://schemas.openxmlformats.org/drawingml/2006/main" noGrp="1"/>
          </p:cNvSpPr>
          <p:nvPr>
            <p:ph type="ftr" idx="16"/>
          </p:nvPr>
        </p:nvSpPr>
        <p:spPr>
          <a:xfrm xmlns:a="http://schemas.openxmlformats.org/drawingml/2006/main">
            <a:off x="1127759" y="6423978"/>
            <a:ext cx="5745379" cy="365125"/>
          </a:xfrm>
        </p:spPr>
        <p:txBody>
          <a:bodyPr xmlns:a="http://schemas.openxmlformats.org/drawingml/2006/main"/>
          <a:lstStyle xmlns:a="http://schemas.openxmlformats.org/drawingml/2006/main">
            <a:lvl1pPr>
              <a:buNone/>
              <a:defRPr>
                <a:solidFill>
                  <a:srgbClr val="514C47"/>
                </a:solidFill>
              </a:defRPr>
            </a:lvl1pPr>
          </a:lstStyle>
          <a:p xmlns:a="http://schemas.openxmlformats.org/drawingml/2006/main">
            <a:r>
              <a:t>Copyright © 2025, Oracle and/or its affiliates |  Confidential: Internal/Restricted/Highly Restricted</a:t>
            </a:r>
            <a:endParaRPr/>
          </a:p>
        </p:txBody>
      </p:sp>
      <p:sp>
        <p:nvSpPr>
          <p:cNvPr id="8" name="Date Placeholder 4">
            <a:extLst xmlns:a="http://schemas.openxmlformats.org/drawingml/2006/main">
              <a:ext uri="{FF2B5EF4-FFF2-40B4-BE49-F238E27FC236}">
                <a16:creationId xmlns:a16="http://schemas.microsoft.com/office/drawing/2014/main" id="{D6AB9331-6119-874E-6BF2-D968C0DB95A7}"/>
              </a:ext>
            </a:extLst>
          </p:cNvPr>
          <p:cNvSpPr>
            <a:spLocks xmlns:a="http://schemas.openxmlformats.org/drawingml/2006/main" noGrp="1"/>
          </p:cNvSpPr>
          <p:nvPr>
            <p:ph type="dt" idx="15"/>
          </p:nvPr>
        </p:nvSpPr>
        <p:spPr>
          <a:xfrm xmlns:a="http://schemas.openxmlformats.org/drawingml/2006/main">
            <a:off x="6873138" y="6425604"/>
            <a:ext cx="2743200" cy="363500"/>
          </a:xfrm>
        </p:spPr>
        <p:txBody>
          <a:bodyPr xmlns:a="http://schemas.openxmlformats.org/drawingml/2006/main"/>
          <a:lstStyle xmlns:a="http://schemas.openxmlformats.org/drawingml/2006/main">
            <a:lvl1pPr>
              <a:buNone/>
              <a:defRPr>
                <a:solidFill>
                  <a:srgbClr val="514C47"/>
                </a:solidFill>
              </a:defRPr>
            </a:lvl1pPr>
          </a:lstStyle>
          <a:p xmlns:a="http://schemas.openxmlformats.org/drawingml/2006/main">
            <a:r>
              <a:t>[Date]</a:t>
            </a:r>
            <a:endParaRPr/>
          </a:p>
        </p:txBody>
      </p:sp>
      <p:pic>
        <p:nvPicPr>
          <p:cNvPr id="6" name="Graphic 5">
            <a:extLst xmlns:a="http://schemas.openxmlformats.org/drawingml/2006/main">
              <a:ext uri="{FF2B5EF4-FFF2-40B4-BE49-F238E27FC236}">
                <a16:creationId xmlns:a16="http://schemas.microsoft.com/office/drawing/2014/main" id="{DEC76A36-EF59-4724-9887-E224EF2AA571}"/>
              </a:ext>
            </a:extLst>
          </p:cNvPr>
          <p:cNvPicPr>
            <a:picLocks xmlns:a="http://schemas.openxmlformats.org/drawingml/2006/main" noChangeAspect="1"/>
          </p:cNvPicPr>
          <p:nvPr/>
        </p:nvPicPr>
        <p:blipFill>
          <a:blip xmlns:r="http://schemas.openxmlformats.org/officeDocument/2006/relationships" xmlns:a="http://schemas.openxmlformats.org/drawingml/2006/main" r:embed="R835e1ca9b2ae4cfb">
            <a:extLst>
              <a:ext uri="{96DAC541-7B7A-43D3-8B79-37D633B846F1}">
                <asvg:svgBlip xmlns:asvg="http://schemas.microsoft.com/office/drawing/2016/SVG/main" r:embed="R815cde13642a46f1"/>
              </a:ext>
            </a:extLst>
          </a:blip>
          <a:srcRect xmlns:a="http://schemas.openxmlformats.org/drawingml/2006/main" l="5687" t="0" r="0" b="27270"/>
          <a:stretch xmlns:a="http://schemas.openxmlformats.org/drawingml/2006/main"/>
        </p:blipFill>
        <p:spPr>
          <a:xfrm xmlns:a="http://schemas.openxmlformats.org/drawingml/2006/main">
            <a:off x="6856133" y="0"/>
            <a:ext cx="5335866" cy="2743200"/>
          </a:xfrm>
          <a:prstGeom xmlns:a="http://schemas.openxmlformats.org/drawingml/2006/main" prst="rect">
            <a:avLst/>
          </a:prstGeom>
        </p:spPr>
      </p:pic>
    </p:spTree>
  </p:cSld>
</p:sldLayout>
</file>

<file path=ppt/slideLayouts/slideLayout46.xml><?xml version="1.0" encoding="utf-8"?>
<p:sldLayout xmlns:p="http://schemas.openxmlformats.org/presentationml/2006/main" preserve="1" userDrawn="1">
  <p:cSld name="Dark - Agenda Table">
    <p:bg>
      <p:bgPr>
        <a:solidFill xmlns:a="http://schemas.openxmlformats.org/drawingml/2006/main">
          <a:schemeClr val="bg2"/>
        </a:solidFill>
      </p:bgPr>
    </p:bg>
    <p:spTree>
      <p:nvGrpSpPr>
        <p:cNvPr id="1" name=""/>
        <p:cNvGrpSpPr/>
        <p:nvPr/>
      </p:nvGrpSpPr>
      <p:grpSpPr>
        <a:xfrm xmlns:a="http://schemas.openxmlformats.org/drawingml/2006/main"/>
      </p:grpSpPr>
      <p:sp>
        <p:nvSpPr>
          <p:cNvPr id="3" name="Title 2">
            <a:extLst xmlns:a="http://schemas.openxmlformats.org/drawingml/2006/main">
              <a:ext uri="{FF2B5EF4-FFF2-40B4-BE49-F238E27FC236}">
                <a16:creationId xmlns:a16="http://schemas.microsoft.com/office/drawing/2014/main" id="{6E5F7DB7-92B5-4EA1-8540-53C2A222376E}"/>
              </a:ext>
            </a:extLst>
          </p:cNvPr>
          <p:cNvSpPr>
            <a:spLocks xmlns:a="http://schemas.openxmlformats.org/drawingml/2006/main" noGrp="1"/>
          </p:cNvSpPr>
          <p:nvPr>
            <p:ph type="title" idx="0" hasCustomPrompt="1"/>
          </p:nvPr>
        </p:nvSpPr>
        <p:spPr>
          <a:xfrm xmlns:a="http://schemas.openxmlformats.org/drawingml/2006/main">
            <a:off x="768875" y="182403"/>
            <a:ext cx="5383380" cy="822960"/>
          </a:xfrm>
        </p:spPr>
        <p:txBody>
          <a:bodyPr xmlns:a="http://schemas.openxmlformats.org/drawingml/2006/main"/>
          <a:lstStyle xmlns:a="http://schemas.openxmlformats.org/drawingml/2006/main">
            <a:lvl1pPr>
              <a:lnSpc>
                <a:spcPct val="100000"/>
              </a:lnSpc>
              <a:buNone/>
              <a:defRPr b="1" i="0">
                <a:solidFill>
                  <a:schemeClr val="tx1"/>
                </a:solidFill>
                <a:latin typeface="Oracle Sans Tab"/>
                <a:ea typeface="Oracle Sans Tab"/>
                <a:cs typeface="Oracle Sans Tab"/>
              </a:defRPr>
            </a:lvl1pPr>
          </a:lstStyle>
          <a:p xmlns:a="http://schemas.openxmlformats.org/drawingml/2006/main">
            <a:r>
              <a:t>Agenda table title</a:t>
            </a:r>
          </a:p>
        </p:txBody>
      </p:sp>
      <p:sp>
        <p:nvSpPr>
          <p:cNvPr id="2" name="Slide Number Placeholder 7">
            <a:extLst xmlns:a="http://schemas.openxmlformats.org/drawingml/2006/main">
              <a:ext uri="{FF2B5EF4-FFF2-40B4-BE49-F238E27FC236}">
                <a16:creationId xmlns:a16="http://schemas.microsoft.com/office/drawing/2014/main" id="{28D9ACAF-6547-62AC-0612-33ACEEA4384B}"/>
              </a:ext>
            </a:extLst>
          </p:cNvPr>
          <p:cNvSpPr>
            <a:spLocks xmlns:a="http://schemas.openxmlformats.org/drawingml/2006/main" noGrp="1"/>
          </p:cNvSpPr>
          <p:nvPr>
            <p:ph type="sldNum" idx="17"/>
          </p:nvPr>
        </p:nvSpPr>
        <p:spPr>
          <a:xfrm xmlns:a="http://schemas.openxmlformats.org/drawingml/2006/main">
            <a:off x="762000" y="6423660"/>
            <a:ext cx="365760" cy="365760"/>
          </a:xfrm>
        </p:spPr>
        <p:txBody>
          <a:bodyPr xmlns:a="http://schemas.openxmlformats.org/drawingml/2006/main"/>
          <a:lstStyle xmlns:a="http://schemas.openxmlformats.org/drawingml/2006/main">
            <a:lvl1pPr>
              <a:buNone/>
              <a:defRPr>
                <a:solidFill>
                  <a:srgbClr val="AEA8A2"/>
                </a:solidFill>
              </a:defRPr>
            </a:lvl1pPr>
          </a:lstStyle>
          <a:p xmlns:a="http://schemas.openxmlformats.org/drawingml/2006/main">
            <a:fld id="{345D60D9-5372-5F40-9443-0F9AE5BDC3C8}" type="slidenum">
              <a:t>‹#›</a:t>
            </a:fld>
            <a:endParaRPr/>
          </a:p>
        </p:txBody>
      </p:sp>
      <p:sp>
        <p:nvSpPr>
          <p:cNvPr id="5" name="Footer Placeholder 6">
            <a:extLst xmlns:a="http://schemas.openxmlformats.org/drawingml/2006/main">
              <a:ext uri="{FF2B5EF4-FFF2-40B4-BE49-F238E27FC236}">
                <a16:creationId xmlns:a16="http://schemas.microsoft.com/office/drawing/2014/main" id="{9C717BFB-739A-8ECB-A222-BA193D79F699}"/>
              </a:ext>
            </a:extLst>
          </p:cNvPr>
          <p:cNvSpPr>
            <a:spLocks xmlns:a="http://schemas.openxmlformats.org/drawingml/2006/main" noGrp="1"/>
          </p:cNvSpPr>
          <p:nvPr>
            <p:ph type="ftr" idx="16"/>
          </p:nvPr>
        </p:nvSpPr>
        <p:spPr>
          <a:xfrm xmlns:a="http://schemas.openxmlformats.org/drawingml/2006/main">
            <a:off x="1127759" y="6423978"/>
            <a:ext cx="5745379" cy="365125"/>
          </a:xfrm>
        </p:spPr>
        <p:txBody>
          <a:bodyPr xmlns:a="http://schemas.openxmlformats.org/drawingml/2006/main"/>
          <a:lstStyle xmlns:a="http://schemas.openxmlformats.org/drawingml/2006/main">
            <a:lvl1pPr>
              <a:buNone/>
              <a:defRPr>
                <a:solidFill>
                  <a:srgbClr val="AEA8A2"/>
                </a:solidFill>
              </a:defRPr>
            </a:lvl1pPr>
          </a:lstStyle>
          <a:p xmlns:a="http://schemas.openxmlformats.org/drawingml/2006/main">
            <a:r>
              <a:t>Copyright © 2025, Oracle and/or its affiliates |  Confidential: Internal/Restricted/Highly Restricted</a:t>
            </a:r>
            <a:endParaRPr/>
          </a:p>
        </p:txBody>
      </p:sp>
      <p:sp>
        <p:nvSpPr>
          <p:cNvPr id="8" name="Date Placeholder 4">
            <a:extLst xmlns:a="http://schemas.openxmlformats.org/drawingml/2006/main">
              <a:ext uri="{FF2B5EF4-FFF2-40B4-BE49-F238E27FC236}">
                <a16:creationId xmlns:a16="http://schemas.microsoft.com/office/drawing/2014/main" id="{D6AB9331-6119-874E-6BF2-D968C0DB95A7}"/>
              </a:ext>
            </a:extLst>
          </p:cNvPr>
          <p:cNvSpPr>
            <a:spLocks xmlns:a="http://schemas.openxmlformats.org/drawingml/2006/main" noGrp="1"/>
          </p:cNvSpPr>
          <p:nvPr>
            <p:ph type="dt" idx="15"/>
          </p:nvPr>
        </p:nvSpPr>
        <p:spPr>
          <a:xfrm xmlns:a="http://schemas.openxmlformats.org/drawingml/2006/main">
            <a:off x="6873138" y="6425604"/>
            <a:ext cx="2743200" cy="363500"/>
          </a:xfrm>
        </p:spPr>
        <p:txBody>
          <a:bodyPr xmlns:a="http://schemas.openxmlformats.org/drawingml/2006/main"/>
          <a:lstStyle xmlns:a="http://schemas.openxmlformats.org/drawingml/2006/main">
            <a:lvl1pPr>
              <a:buNone/>
              <a:defRPr>
                <a:solidFill>
                  <a:srgbClr val="AEA8A2"/>
                </a:solidFill>
              </a:defRPr>
            </a:lvl1pPr>
          </a:lstStyle>
          <a:p xmlns:a="http://schemas.openxmlformats.org/drawingml/2006/main">
            <a:r>
              <a:t>[Date]</a:t>
            </a:r>
            <a:endParaRPr/>
          </a:p>
        </p:txBody>
      </p:sp>
      <p:pic>
        <p:nvPicPr>
          <p:cNvPr id="6" name="Graphic 5">
            <a:extLst xmlns:a="http://schemas.openxmlformats.org/drawingml/2006/main">
              <a:ext uri="{FF2B5EF4-FFF2-40B4-BE49-F238E27FC236}">
                <a16:creationId xmlns:a16="http://schemas.microsoft.com/office/drawing/2014/main" id="{A931B3EA-5620-46DE-9BAF-D24DBBC58226}"/>
              </a:ext>
            </a:extLst>
          </p:cNvPr>
          <p:cNvPicPr>
            <a:picLocks xmlns:a="http://schemas.openxmlformats.org/drawingml/2006/main" noChangeAspect="1"/>
          </p:cNvPicPr>
          <p:nvPr/>
        </p:nvPicPr>
        <p:blipFill>
          <a:blip xmlns:r="http://schemas.openxmlformats.org/officeDocument/2006/relationships" xmlns:a="http://schemas.openxmlformats.org/drawingml/2006/main" r:embed="R14f7bc2f2b6d4445">
            <a:extLst>
              <a:ext uri="{96DAC541-7B7A-43D3-8B79-37D633B846F1}">
                <asvg:svgBlip xmlns:asvg="http://schemas.microsoft.com/office/drawing/2016/SVG/main" r:embed="R9fd7ac8a8aa74b9b"/>
              </a:ext>
            </a:extLst>
          </a:blip>
          <a:srcRect xmlns:a="http://schemas.openxmlformats.org/drawingml/2006/main" l="5687" t="0" r="0" b="27270"/>
          <a:stretch xmlns:a="http://schemas.openxmlformats.org/drawingml/2006/main"/>
        </p:blipFill>
        <p:spPr>
          <a:xfrm xmlns:a="http://schemas.openxmlformats.org/drawingml/2006/main">
            <a:off x="6856133" y="0"/>
            <a:ext cx="5335866" cy="2743200"/>
          </a:xfrm>
          <a:prstGeom xmlns:a="http://schemas.openxmlformats.org/drawingml/2006/main" prst="rect">
            <a:avLst/>
          </a:prstGeom>
        </p:spPr>
      </p:pic>
      <p:sp>
        <p:nvSpPr>
          <p:cNvPr id="4" name="Content">
            <a:extLst xmlns:a="http://schemas.openxmlformats.org/drawingml/2006/main">
              <a:ext uri="{FF2B5EF4-FFF2-40B4-BE49-F238E27FC236}">
                <a16:creationId xmlns:a16="http://schemas.microsoft.com/office/drawing/2014/main" id="{7C26F066-12CB-D353-59F3-1C902B9ED83A}"/>
              </a:ext>
            </a:extLst>
          </p:cNvPr>
          <p:cNvSpPr>
            <a:spLocks xmlns:a="http://schemas.openxmlformats.org/drawingml/2006/main" noGrp="1"/>
          </p:cNvSpPr>
          <p:nvPr>
            <p:ph idx="14" hasCustomPrompt="1"/>
          </p:nvPr>
        </p:nvSpPr>
        <p:spPr>
          <a:xfrm xmlns:a="http://schemas.openxmlformats.org/drawingml/2006/main">
            <a:off x="769939" y="1286828"/>
            <a:ext cx="439101" cy="3711892"/>
          </a:xfrm>
        </p:spPr>
        <p:txBody>
          <a:bodyPr xmlns:a="http://schemas.openxmlformats.org/drawingml/2006/main"/>
          <a:lstStyle xmlns:a="http://schemas.openxmlformats.org/drawingml/2006/main">
            <a:lvl1pPr>
              <a:lnSpc>
                <a:spcPct val="200000"/>
              </a:lnSpc>
              <a:buNone/>
              <a:defRPr sz="1800" b="1"/>
            </a:lvl1pPr>
            <a:lvl2pPr>
              <a:lnSpc>
                <a:spcPct val="200000"/>
              </a:lnSpc>
              <a:buNone/>
              <a:defRPr sz="1800" b="1"/>
            </a:lvl2pPr>
            <a:lvl3pPr>
              <a:lnSpc>
                <a:spcPct val="200000"/>
              </a:lnSpc>
              <a:buNone/>
              <a:defRPr sz="1800" b="1"/>
            </a:lvl3pPr>
            <a:lvl4pPr>
              <a:lnSpc>
                <a:spcPct val="200000"/>
              </a:lnSpc>
              <a:buNone/>
              <a:defRPr sz="1800" b="1"/>
            </a:lvl4pPr>
            <a:lvl5pPr>
              <a:lnSpc>
                <a:spcPct val="200000"/>
              </a:lnSpc>
              <a:buNone/>
              <a:defRPr sz="1800" b="1"/>
            </a:lvl5pPr>
          </a:lstStyle>
          <a:p xmlns:a="http://schemas.openxmlformats.org/drawingml/2006/main">
            <a:pPr lvl="0">
              <a:buNone/>
            </a:pPr>
            <a:r>
              <a:t>1</a:t>
            </a:r>
          </a:p>
          <a:p xmlns:a="http://schemas.openxmlformats.org/drawingml/2006/main">
            <a:pPr lvl="0">
              <a:buNone/>
            </a:pPr>
            <a:r>
              <a:t>2</a:t>
            </a:r>
          </a:p>
          <a:p xmlns:a="http://schemas.openxmlformats.org/drawingml/2006/main">
            <a:pPr lvl="0">
              <a:buNone/>
            </a:pPr>
            <a:r>
              <a:t>3</a:t>
            </a:r>
          </a:p>
          <a:p xmlns:a="http://schemas.openxmlformats.org/drawingml/2006/main">
            <a:pPr lvl="0">
              <a:buNone/>
            </a:pPr>
            <a:r>
              <a:t>4</a:t>
            </a:r>
          </a:p>
          <a:p xmlns:a="http://schemas.openxmlformats.org/drawingml/2006/main">
            <a:pPr lvl="0">
              <a:buNone/>
            </a:pPr>
            <a:r>
              <a:t>5</a:t>
            </a:r>
          </a:p>
          <a:p xmlns:a="http://schemas.openxmlformats.org/drawingml/2006/main">
            <a:pPr lvl="0">
              <a:buNone/>
            </a:pPr>
            <a:r>
              <a:t>5</a:t>
            </a:r>
          </a:p>
        </p:txBody>
      </p:sp>
      <p:sp>
        <p:nvSpPr>
          <p:cNvPr id="7" name="Content">
            <a:extLst xmlns:a="http://schemas.openxmlformats.org/drawingml/2006/main">
              <a:ext uri="{FF2B5EF4-FFF2-40B4-BE49-F238E27FC236}">
                <a16:creationId xmlns:a16="http://schemas.microsoft.com/office/drawing/2014/main" id="{B179DF50-86A5-C843-43AD-752F0FB33DCB}"/>
              </a:ext>
            </a:extLst>
          </p:cNvPr>
          <p:cNvSpPr>
            <a:spLocks xmlns:a="http://schemas.openxmlformats.org/drawingml/2006/main" noGrp="1"/>
          </p:cNvSpPr>
          <p:nvPr>
            <p:ph idx="18"/>
          </p:nvPr>
        </p:nvSpPr>
        <p:spPr>
          <a:xfrm xmlns:a="http://schemas.openxmlformats.org/drawingml/2006/main">
            <a:off x="1389699" y="1286828"/>
            <a:ext cx="6880541" cy="3711892"/>
          </a:xfrm>
        </p:spPr>
        <p:txBody>
          <a:bodyPr xmlns:a="http://schemas.openxmlformats.org/drawingml/2006/main"/>
          <a:lstStyle xmlns:a="http://schemas.openxmlformats.org/drawingml/2006/main">
            <a:lvl1pPr>
              <a:lnSpc>
                <a:spcPct val="200000"/>
              </a:lnSpc>
              <a:buNone/>
              <a:defRPr sz="1800" b="0"/>
            </a:lvl1pPr>
            <a:lvl2pPr>
              <a:lnSpc>
                <a:spcPct val="200000"/>
              </a:lnSpc>
              <a:buNone/>
              <a:defRPr sz="1800" b="0"/>
            </a:lvl2pPr>
            <a:lvl3pPr>
              <a:lnSpc>
                <a:spcPct val="200000"/>
              </a:lnSpc>
              <a:buNone/>
              <a:defRPr sz="1800" b="0"/>
            </a:lvl3pPr>
            <a:lvl4pPr>
              <a:lnSpc>
                <a:spcPct val="200000"/>
              </a:lnSpc>
              <a:buNone/>
              <a:defRPr sz="1800" b="0"/>
            </a:lvl4pPr>
            <a:lvl5pPr>
              <a:lnSpc>
                <a:spcPct val="200000"/>
              </a:lnSpc>
              <a:buNone/>
              <a:defRPr sz="1800" b="0"/>
            </a:lvl5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Tree>
  </p:cSld>
</p:sldLayout>
</file>

<file path=ppt/slideLayouts/slideLayout47.xml><?xml version="1.0" encoding="utf-8"?>
<p:sldLayout xmlns:p="http://schemas.openxmlformats.org/presentationml/2006/main" preserve="1" userDrawn="1">
  <p:cSld name="Light - Agenda Table">
    <p:bg>
      <p:bgRef idx="1001">
        <a:schemeClr xmlns:a="http://schemas.openxmlformats.org/drawingml/2006/main" val="bg2"/>
      </p:bgRef>
    </p:bg>
    <p:spTree>
      <p:nvGrpSpPr>
        <p:cNvPr id="1" name=""/>
        <p:cNvGrpSpPr/>
        <p:nvPr/>
      </p:nvGrpSpPr>
      <p:grpSpPr>
        <a:xfrm xmlns:a="http://schemas.openxmlformats.org/drawingml/2006/main"/>
      </p:grpSpPr>
      <p:sp>
        <p:nvSpPr>
          <p:cNvPr id="3" name="Title 2">
            <a:extLst xmlns:a="http://schemas.openxmlformats.org/drawingml/2006/main">
              <a:ext uri="{FF2B5EF4-FFF2-40B4-BE49-F238E27FC236}">
                <a16:creationId xmlns:a16="http://schemas.microsoft.com/office/drawing/2014/main" id="{6E5F7DB7-92B5-4EA1-8540-53C2A222376E}"/>
              </a:ext>
            </a:extLst>
          </p:cNvPr>
          <p:cNvSpPr>
            <a:spLocks xmlns:a="http://schemas.openxmlformats.org/drawingml/2006/main" noGrp="1"/>
          </p:cNvSpPr>
          <p:nvPr>
            <p:ph type="title" idx="0" hasCustomPrompt="1"/>
          </p:nvPr>
        </p:nvSpPr>
        <p:spPr>
          <a:xfrm xmlns:a="http://schemas.openxmlformats.org/drawingml/2006/main">
            <a:off x="768875" y="182403"/>
            <a:ext cx="5383380" cy="822960"/>
          </a:xfrm>
        </p:spPr>
        <p:txBody>
          <a:bodyPr xmlns:a="http://schemas.openxmlformats.org/drawingml/2006/main"/>
          <a:lstStyle xmlns:a="http://schemas.openxmlformats.org/drawingml/2006/main">
            <a:lvl1pPr>
              <a:lnSpc>
                <a:spcPct val="100000"/>
              </a:lnSpc>
              <a:buNone/>
              <a:defRPr b="1" i="0">
                <a:solidFill>
                  <a:schemeClr val="tx1"/>
                </a:solidFill>
                <a:latin typeface="Oracle Sans Tab"/>
                <a:ea typeface="Oracle Sans Tab"/>
                <a:cs typeface="Oracle Sans Tab"/>
              </a:defRPr>
            </a:lvl1pPr>
          </a:lstStyle>
          <a:p xmlns:a="http://schemas.openxmlformats.org/drawingml/2006/main">
            <a:r>
              <a:t>Agenda table title</a:t>
            </a:r>
          </a:p>
        </p:txBody>
      </p:sp>
      <p:sp>
        <p:nvSpPr>
          <p:cNvPr id="2" name="Slide Number Placeholder 7">
            <a:extLst xmlns:a="http://schemas.openxmlformats.org/drawingml/2006/main">
              <a:ext uri="{FF2B5EF4-FFF2-40B4-BE49-F238E27FC236}">
                <a16:creationId xmlns:a16="http://schemas.microsoft.com/office/drawing/2014/main" id="{28D9ACAF-6547-62AC-0612-33ACEEA4384B}"/>
              </a:ext>
            </a:extLst>
          </p:cNvPr>
          <p:cNvSpPr>
            <a:spLocks xmlns:a="http://schemas.openxmlformats.org/drawingml/2006/main" noGrp="1"/>
          </p:cNvSpPr>
          <p:nvPr>
            <p:ph type="sldNum" idx="17"/>
          </p:nvPr>
        </p:nvSpPr>
        <p:spPr>
          <a:xfrm xmlns:a="http://schemas.openxmlformats.org/drawingml/2006/main">
            <a:off x="762000" y="6423660"/>
            <a:ext cx="365760" cy="365760"/>
          </a:xfrm>
        </p:spPr>
        <p:txBody>
          <a:bodyPr xmlns:a="http://schemas.openxmlformats.org/drawingml/2006/main"/>
          <a:lstStyle xmlns:a="http://schemas.openxmlformats.org/drawingml/2006/main">
            <a:lvl1pPr>
              <a:buNone/>
              <a:defRPr>
                <a:solidFill>
                  <a:srgbClr val="514C47"/>
                </a:solidFill>
              </a:defRPr>
            </a:lvl1pPr>
          </a:lstStyle>
          <a:p xmlns:a="http://schemas.openxmlformats.org/drawingml/2006/main">
            <a:fld id="{345D60D9-5372-5F40-9443-0F9AE5BDC3C8}" type="slidenum">
              <a:t>‹#›</a:t>
            </a:fld>
            <a:endParaRPr/>
          </a:p>
        </p:txBody>
      </p:sp>
      <p:sp>
        <p:nvSpPr>
          <p:cNvPr id="5" name="Footer Placeholder 6">
            <a:extLst xmlns:a="http://schemas.openxmlformats.org/drawingml/2006/main">
              <a:ext uri="{FF2B5EF4-FFF2-40B4-BE49-F238E27FC236}">
                <a16:creationId xmlns:a16="http://schemas.microsoft.com/office/drawing/2014/main" id="{9C717BFB-739A-8ECB-A222-BA193D79F699}"/>
              </a:ext>
            </a:extLst>
          </p:cNvPr>
          <p:cNvSpPr>
            <a:spLocks xmlns:a="http://schemas.openxmlformats.org/drawingml/2006/main" noGrp="1"/>
          </p:cNvSpPr>
          <p:nvPr>
            <p:ph type="ftr" idx="16"/>
          </p:nvPr>
        </p:nvSpPr>
        <p:spPr>
          <a:xfrm xmlns:a="http://schemas.openxmlformats.org/drawingml/2006/main">
            <a:off x="1127759" y="6423978"/>
            <a:ext cx="5745379" cy="365125"/>
          </a:xfrm>
        </p:spPr>
        <p:txBody>
          <a:bodyPr xmlns:a="http://schemas.openxmlformats.org/drawingml/2006/main"/>
          <a:lstStyle xmlns:a="http://schemas.openxmlformats.org/drawingml/2006/main">
            <a:lvl1pPr>
              <a:buNone/>
              <a:defRPr>
                <a:solidFill>
                  <a:srgbClr val="514C47"/>
                </a:solidFill>
              </a:defRPr>
            </a:lvl1pPr>
          </a:lstStyle>
          <a:p xmlns:a="http://schemas.openxmlformats.org/drawingml/2006/main">
            <a:r>
              <a:t>Copyright © 2025, Oracle and/or its affiliates |  Confidential: Internal/Restricted/Highly Restricted</a:t>
            </a:r>
            <a:endParaRPr/>
          </a:p>
        </p:txBody>
      </p:sp>
      <p:sp>
        <p:nvSpPr>
          <p:cNvPr id="8" name="Date Placeholder 4">
            <a:extLst xmlns:a="http://schemas.openxmlformats.org/drawingml/2006/main">
              <a:ext uri="{FF2B5EF4-FFF2-40B4-BE49-F238E27FC236}">
                <a16:creationId xmlns:a16="http://schemas.microsoft.com/office/drawing/2014/main" id="{D6AB9331-6119-874E-6BF2-D968C0DB95A7}"/>
              </a:ext>
            </a:extLst>
          </p:cNvPr>
          <p:cNvSpPr>
            <a:spLocks xmlns:a="http://schemas.openxmlformats.org/drawingml/2006/main" noGrp="1"/>
          </p:cNvSpPr>
          <p:nvPr>
            <p:ph type="dt" idx="15"/>
          </p:nvPr>
        </p:nvSpPr>
        <p:spPr>
          <a:xfrm xmlns:a="http://schemas.openxmlformats.org/drawingml/2006/main">
            <a:off x="6873138" y="6425604"/>
            <a:ext cx="2743200" cy="363500"/>
          </a:xfrm>
        </p:spPr>
        <p:txBody>
          <a:bodyPr xmlns:a="http://schemas.openxmlformats.org/drawingml/2006/main"/>
          <a:lstStyle xmlns:a="http://schemas.openxmlformats.org/drawingml/2006/main">
            <a:lvl1pPr>
              <a:buNone/>
              <a:defRPr>
                <a:solidFill>
                  <a:srgbClr val="514C47"/>
                </a:solidFill>
              </a:defRPr>
            </a:lvl1pPr>
          </a:lstStyle>
          <a:p xmlns:a="http://schemas.openxmlformats.org/drawingml/2006/main">
            <a:r>
              <a:t>[Date]</a:t>
            </a:r>
            <a:endParaRPr/>
          </a:p>
        </p:txBody>
      </p:sp>
      <p:pic>
        <p:nvPicPr>
          <p:cNvPr id="6" name="Graphic 5">
            <a:extLst xmlns:a="http://schemas.openxmlformats.org/drawingml/2006/main">
              <a:ext uri="{FF2B5EF4-FFF2-40B4-BE49-F238E27FC236}">
                <a16:creationId xmlns:a16="http://schemas.microsoft.com/office/drawing/2014/main" id="{F03271DB-B163-4E58-8DD1-00D60CAC05F9}"/>
              </a:ext>
            </a:extLst>
          </p:cNvPr>
          <p:cNvPicPr>
            <a:picLocks xmlns:a="http://schemas.openxmlformats.org/drawingml/2006/main" noChangeAspect="1"/>
          </p:cNvPicPr>
          <p:nvPr/>
        </p:nvPicPr>
        <p:blipFill>
          <a:blip xmlns:r="http://schemas.openxmlformats.org/officeDocument/2006/relationships" xmlns:a="http://schemas.openxmlformats.org/drawingml/2006/main" r:embed="R262b6c8eb5964238">
            <a:extLst>
              <a:ext uri="{96DAC541-7B7A-43D3-8B79-37D633B846F1}">
                <asvg:svgBlip xmlns:asvg="http://schemas.microsoft.com/office/drawing/2016/SVG/main" r:embed="Rcbd2830bf321460b"/>
              </a:ext>
            </a:extLst>
          </a:blip>
          <a:srcRect xmlns:a="http://schemas.openxmlformats.org/drawingml/2006/main" l="5687" t="0" r="0" b="27270"/>
          <a:stretch xmlns:a="http://schemas.openxmlformats.org/drawingml/2006/main"/>
        </p:blipFill>
        <p:spPr>
          <a:xfrm xmlns:a="http://schemas.openxmlformats.org/drawingml/2006/main">
            <a:off x="6856133" y="0"/>
            <a:ext cx="5335866" cy="2743200"/>
          </a:xfrm>
          <a:prstGeom xmlns:a="http://schemas.openxmlformats.org/drawingml/2006/main" prst="rect">
            <a:avLst/>
          </a:prstGeom>
        </p:spPr>
      </p:pic>
      <p:sp>
        <p:nvSpPr>
          <p:cNvPr id="4" name="Content">
            <a:extLst xmlns:a="http://schemas.openxmlformats.org/drawingml/2006/main">
              <a:ext uri="{FF2B5EF4-FFF2-40B4-BE49-F238E27FC236}">
                <a16:creationId xmlns:a16="http://schemas.microsoft.com/office/drawing/2014/main" id="{7C26F066-12CB-D353-59F3-1C902B9ED83A}"/>
              </a:ext>
            </a:extLst>
          </p:cNvPr>
          <p:cNvSpPr>
            <a:spLocks xmlns:a="http://schemas.openxmlformats.org/drawingml/2006/main" noGrp="1"/>
          </p:cNvSpPr>
          <p:nvPr>
            <p:ph idx="14" hasCustomPrompt="1"/>
          </p:nvPr>
        </p:nvSpPr>
        <p:spPr>
          <a:xfrm xmlns:a="http://schemas.openxmlformats.org/drawingml/2006/main">
            <a:off x="769939" y="1286828"/>
            <a:ext cx="439101" cy="3711892"/>
          </a:xfrm>
        </p:spPr>
        <p:txBody>
          <a:bodyPr xmlns:a="http://schemas.openxmlformats.org/drawingml/2006/main"/>
          <a:lstStyle xmlns:a="http://schemas.openxmlformats.org/drawingml/2006/main">
            <a:lvl1pPr>
              <a:lnSpc>
                <a:spcPct val="200000"/>
              </a:lnSpc>
              <a:buNone/>
              <a:defRPr sz="1800" b="1"/>
            </a:lvl1pPr>
            <a:lvl2pPr>
              <a:lnSpc>
                <a:spcPct val="200000"/>
              </a:lnSpc>
              <a:buNone/>
              <a:defRPr sz="1800" b="1"/>
            </a:lvl2pPr>
            <a:lvl3pPr>
              <a:lnSpc>
                <a:spcPct val="200000"/>
              </a:lnSpc>
              <a:buNone/>
              <a:defRPr sz="1800" b="1"/>
            </a:lvl3pPr>
            <a:lvl4pPr>
              <a:lnSpc>
                <a:spcPct val="200000"/>
              </a:lnSpc>
              <a:buNone/>
              <a:defRPr sz="1800" b="1"/>
            </a:lvl4pPr>
            <a:lvl5pPr>
              <a:lnSpc>
                <a:spcPct val="200000"/>
              </a:lnSpc>
              <a:buNone/>
              <a:defRPr sz="1800" b="1"/>
            </a:lvl5pPr>
          </a:lstStyle>
          <a:p xmlns:a="http://schemas.openxmlformats.org/drawingml/2006/main">
            <a:pPr lvl="0">
              <a:buNone/>
            </a:pPr>
            <a:r>
              <a:t>1</a:t>
            </a:r>
          </a:p>
          <a:p xmlns:a="http://schemas.openxmlformats.org/drawingml/2006/main">
            <a:pPr lvl="0">
              <a:buNone/>
            </a:pPr>
            <a:r>
              <a:t>2</a:t>
            </a:r>
          </a:p>
          <a:p xmlns:a="http://schemas.openxmlformats.org/drawingml/2006/main">
            <a:pPr lvl="0">
              <a:buNone/>
            </a:pPr>
            <a:r>
              <a:t>3</a:t>
            </a:r>
          </a:p>
          <a:p xmlns:a="http://schemas.openxmlformats.org/drawingml/2006/main">
            <a:pPr lvl="0">
              <a:buNone/>
            </a:pPr>
            <a:r>
              <a:t>4</a:t>
            </a:r>
          </a:p>
          <a:p xmlns:a="http://schemas.openxmlformats.org/drawingml/2006/main">
            <a:pPr lvl="0">
              <a:buNone/>
            </a:pPr>
            <a:r>
              <a:t>5</a:t>
            </a:r>
          </a:p>
          <a:p xmlns:a="http://schemas.openxmlformats.org/drawingml/2006/main">
            <a:pPr lvl="0">
              <a:buNone/>
            </a:pPr>
            <a:r>
              <a:t>5</a:t>
            </a:r>
          </a:p>
        </p:txBody>
      </p:sp>
      <p:sp>
        <p:nvSpPr>
          <p:cNvPr id="7" name="Content">
            <a:extLst xmlns:a="http://schemas.openxmlformats.org/drawingml/2006/main">
              <a:ext uri="{FF2B5EF4-FFF2-40B4-BE49-F238E27FC236}">
                <a16:creationId xmlns:a16="http://schemas.microsoft.com/office/drawing/2014/main" id="{B179DF50-86A5-C843-43AD-752F0FB33DCB}"/>
              </a:ext>
            </a:extLst>
          </p:cNvPr>
          <p:cNvSpPr>
            <a:spLocks xmlns:a="http://schemas.openxmlformats.org/drawingml/2006/main" noGrp="1"/>
          </p:cNvSpPr>
          <p:nvPr>
            <p:ph idx="18"/>
          </p:nvPr>
        </p:nvSpPr>
        <p:spPr>
          <a:xfrm xmlns:a="http://schemas.openxmlformats.org/drawingml/2006/main">
            <a:off x="1389699" y="1286828"/>
            <a:ext cx="6880541" cy="3711892"/>
          </a:xfrm>
        </p:spPr>
        <p:txBody>
          <a:bodyPr xmlns:a="http://schemas.openxmlformats.org/drawingml/2006/main"/>
          <a:lstStyle xmlns:a="http://schemas.openxmlformats.org/drawingml/2006/main">
            <a:lvl1pPr>
              <a:lnSpc>
                <a:spcPct val="200000"/>
              </a:lnSpc>
              <a:buNone/>
              <a:defRPr sz="1800" b="0"/>
            </a:lvl1pPr>
            <a:lvl2pPr>
              <a:lnSpc>
                <a:spcPct val="200000"/>
              </a:lnSpc>
              <a:buNone/>
              <a:defRPr sz="1800" b="0"/>
            </a:lvl2pPr>
            <a:lvl3pPr>
              <a:lnSpc>
                <a:spcPct val="200000"/>
              </a:lnSpc>
              <a:buNone/>
              <a:defRPr sz="1800" b="0"/>
            </a:lvl3pPr>
            <a:lvl4pPr>
              <a:lnSpc>
                <a:spcPct val="200000"/>
              </a:lnSpc>
              <a:buNone/>
              <a:defRPr sz="1800" b="0"/>
            </a:lvl4pPr>
            <a:lvl5pPr>
              <a:lnSpc>
                <a:spcPct val="200000"/>
              </a:lnSpc>
              <a:buNone/>
              <a:defRPr sz="1800" b="0"/>
            </a:lvl5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Tree>
  </p:cSld>
</p:sldLayout>
</file>

<file path=ppt/slideLayouts/slideLayout48.xml><?xml version="1.0" encoding="utf-8"?>
<p:sldLayout xmlns:p="http://schemas.openxmlformats.org/presentationml/2006/main" preserve="1" userDrawn="1">
  <p:cSld name="Multi Statement – Dark">
    <p:bg>
      <p:bgPr>
        <a:solidFill xmlns:a="http://schemas.openxmlformats.org/drawingml/2006/main">
          <a:schemeClr val="bg2"/>
        </a:solidFill>
      </p:bgPr>
    </p:bg>
    <p:spTree>
      <p:nvGrpSpPr>
        <p:cNvPr id="1" name=""/>
        <p:cNvGrpSpPr/>
        <p:nvPr/>
      </p:nvGrpSpPr>
      <p:grpSpPr>
        <a:xfrm xmlns:a="http://schemas.openxmlformats.org/drawingml/2006/main"/>
      </p:grpSpPr>
      <p:pic>
        <p:nvPicPr>
          <p:cNvPr id="3" name="Graphic 2">
            <a:extLst xmlns:a="http://schemas.openxmlformats.org/drawingml/2006/main">
              <a:ext uri="{FF2B5EF4-FFF2-40B4-BE49-F238E27FC236}">
                <a16:creationId xmlns:a16="http://schemas.microsoft.com/office/drawing/2014/main" id="{8A9745BF-5888-4102-B5E2-C1F155C2BA51}"/>
              </a:ext>
            </a:extLst>
          </p:cNvPr>
          <p:cNvPicPr>
            <a:picLocks xmlns:a="http://schemas.openxmlformats.org/drawingml/2006/main" noChangeAspect="1"/>
          </p:cNvPicPr>
          <p:nvPr/>
        </p:nvPicPr>
        <p:blipFill>
          <a:blip xmlns:r="http://schemas.openxmlformats.org/officeDocument/2006/relationships" xmlns:a="http://schemas.openxmlformats.org/drawingml/2006/main" r:embed="Rcf68a6bbefa1451a">
            <a:extLst>
              <a:ext uri="{96DAC541-7B7A-43D3-8B79-37D633B846F1}">
                <asvg:svgBlip xmlns:asvg="http://schemas.microsoft.com/office/drawing/2016/SVG/main" r:embed="R3cd2d1e931824394"/>
              </a:ext>
            </a:extLst>
          </a:blip>
          <a:srcRect xmlns:a="http://schemas.openxmlformats.org/drawingml/2006/main" l="5687" t="0" r="0" b="27270"/>
          <a:stretch xmlns:a="http://schemas.openxmlformats.org/drawingml/2006/main"/>
        </p:blipFill>
        <p:spPr>
          <a:xfrm xmlns:a="http://schemas.openxmlformats.org/drawingml/2006/main">
            <a:off x="4861624" y="0"/>
            <a:ext cx="7330375" cy="3768589"/>
          </a:xfrm>
          <a:prstGeom xmlns:a="http://schemas.openxmlformats.org/drawingml/2006/main" prst="rect">
            <a:avLst/>
          </a:prstGeom>
        </p:spPr>
      </p:pic>
      <p:sp>
        <p:nvSpPr>
          <p:cNvPr id="9" name="Date Placeholder 4">
            <a:extLst xmlns:a="http://schemas.openxmlformats.org/drawingml/2006/main">
              <a:ext uri="{FF2B5EF4-FFF2-40B4-BE49-F238E27FC236}">
                <a16:creationId xmlns:a16="http://schemas.microsoft.com/office/drawing/2014/main" id="{22E0D5EC-D2F7-32C7-0542-FE33CC5E7C63}"/>
              </a:ext>
            </a:extLst>
          </p:cNvPr>
          <p:cNvSpPr>
            <a:spLocks xmlns:a="http://schemas.openxmlformats.org/drawingml/2006/main" noGrp="1"/>
          </p:cNvSpPr>
          <p:nvPr>
            <p:ph type="dt" idx="15"/>
          </p:nvPr>
        </p:nvSpPr>
        <p:spPr>
          <a:xfrm xmlns:a="http://schemas.openxmlformats.org/drawingml/2006/main">
            <a:off x="6873138" y="6425604"/>
            <a:ext cx="2743200" cy="363500"/>
          </a:xfrm>
        </p:spPr>
        <p:txBody>
          <a:bodyPr xmlns:a="http://schemas.openxmlformats.org/drawingml/2006/main"/>
          <a:lstStyle xmlns:a="http://schemas.openxmlformats.org/drawingml/2006/main">
            <a:lvl1pPr>
              <a:buNone/>
              <a:defRPr>
                <a:solidFill>
                  <a:srgbClr val="AEA8A2"/>
                </a:solidFill>
              </a:defRPr>
            </a:lvl1pPr>
          </a:lstStyle>
          <a:p xmlns:a="http://schemas.openxmlformats.org/drawingml/2006/main">
            <a:r>
              <a:t>[Date]</a:t>
            </a:r>
            <a:endParaRPr/>
          </a:p>
        </p:txBody>
      </p:sp>
      <p:sp>
        <p:nvSpPr>
          <p:cNvPr id="6" name="Text Placeholder 2">
            <a:extLst xmlns:a="http://schemas.openxmlformats.org/drawingml/2006/main">
              <a:ext uri="{FF2B5EF4-FFF2-40B4-BE49-F238E27FC236}">
                <a16:creationId xmlns:a16="http://schemas.microsoft.com/office/drawing/2014/main" id="{E4DCF24B-59BC-04B0-B557-EEF59BF81E12}"/>
              </a:ext>
            </a:extLst>
          </p:cNvPr>
          <p:cNvSpPr>
            <a:spLocks xmlns:a="http://schemas.openxmlformats.org/drawingml/2006/main" noGrp="1"/>
          </p:cNvSpPr>
          <p:nvPr>
            <p:ph type="body" idx="17" hasCustomPrompt="1"/>
          </p:nvPr>
        </p:nvSpPr>
        <p:spPr>
          <a:xfrm xmlns:a="http://schemas.openxmlformats.org/drawingml/2006/main">
            <a:off x="777284" y="1143025"/>
            <a:ext cx="7330143" cy="1158571"/>
          </a:xfrm>
        </p:spPr>
        <p:txBody>
          <a:bodyPr xmlns:a="http://schemas.openxmlformats.org/drawingml/2006/main" anchor="ctr">
            <a:normAutofit/>
          </a:bodyPr>
          <a:lstStyle xmlns:a="http://schemas.openxmlformats.org/drawingml/2006/main">
            <a:lvl1pPr>
              <a:lnSpc>
                <a:spcPct val="100000"/>
              </a:lnSpc>
              <a:spcBef>
                <a:spcPts val="0"/>
              </a:spcBef>
              <a:buNone/>
              <a:defRPr sz="2800" b="1" i="0">
                <a:latin typeface="Oracle Sans Tab"/>
                <a:ea typeface="Oracle Sans Tab"/>
                <a:cs typeface="Oracle Sans Tab"/>
              </a:defRPr>
            </a:lvl1pPr>
          </a:lstStyle>
          <a:p xmlns:a="http://schemas.openxmlformats.org/drawingml/2006/main">
            <a:pPr lvl="0">
              <a:buNone/>
            </a:pPr>
            <a:r>
              <a:t>Click to edit Headline</a:t>
            </a:r>
          </a:p>
        </p:txBody>
      </p:sp>
      <p:sp>
        <p:nvSpPr>
          <p:cNvPr id="10" name="Text Placeholder 4">
            <a:extLst xmlns:a="http://schemas.openxmlformats.org/drawingml/2006/main">
              <a:ext uri="{FF2B5EF4-FFF2-40B4-BE49-F238E27FC236}">
                <a16:creationId xmlns:a16="http://schemas.microsoft.com/office/drawing/2014/main" id="{44B2EADF-9C30-D624-9DFD-FDBFF41F8B1B}"/>
              </a:ext>
            </a:extLst>
          </p:cNvPr>
          <p:cNvSpPr>
            <a:spLocks xmlns:a="http://schemas.openxmlformats.org/drawingml/2006/main" noGrp="1"/>
          </p:cNvSpPr>
          <p:nvPr>
            <p:ph type="body" idx="18" hasCustomPrompt="1"/>
          </p:nvPr>
        </p:nvSpPr>
        <p:spPr>
          <a:xfrm xmlns:a="http://schemas.openxmlformats.org/drawingml/2006/main">
            <a:off x="777285" y="2602080"/>
            <a:ext cx="7330373" cy="1166509"/>
          </a:xfrm>
        </p:spPr>
        <p:txBody>
          <a:bodyPr xmlns:a="http://schemas.openxmlformats.org/drawingml/2006/main" anchor="ctr">
            <a:normAutofit/>
          </a:bodyPr>
          <a:lstStyle xmlns:a="http://schemas.openxmlformats.org/drawingml/2006/main">
            <a:lvl1pPr>
              <a:lnSpc>
                <a:spcPct val="100000"/>
              </a:lnSpc>
              <a:spcBef>
                <a:spcPts val="0"/>
              </a:spcBef>
              <a:buNone/>
              <a:defRPr sz="2800" b="1" i="0">
                <a:latin typeface="Oracle Sans Tab"/>
                <a:ea typeface="Oracle Sans Tab"/>
                <a:cs typeface="Oracle Sans Tab"/>
              </a:defRPr>
            </a:lvl1pPr>
          </a:lstStyle>
          <a:p xmlns:a="http://schemas.openxmlformats.org/drawingml/2006/main">
            <a:pPr lvl="0">
              <a:buNone/>
            </a:pPr>
            <a:r>
              <a:t>Click to edit Headline</a:t>
            </a:r>
          </a:p>
        </p:txBody>
      </p:sp>
      <p:sp>
        <p:nvSpPr>
          <p:cNvPr id="11" name="Text Placeholder 7">
            <a:extLst xmlns:a="http://schemas.openxmlformats.org/drawingml/2006/main">
              <a:ext uri="{FF2B5EF4-FFF2-40B4-BE49-F238E27FC236}">
                <a16:creationId xmlns:a16="http://schemas.microsoft.com/office/drawing/2014/main" id="{E7E762A4-B873-A5F3-276F-B1A4DD5DC4A0}"/>
              </a:ext>
            </a:extLst>
          </p:cNvPr>
          <p:cNvSpPr>
            <a:spLocks xmlns:a="http://schemas.openxmlformats.org/drawingml/2006/main" noGrp="1"/>
          </p:cNvSpPr>
          <p:nvPr>
            <p:ph type="body" idx="19" hasCustomPrompt="1"/>
          </p:nvPr>
        </p:nvSpPr>
        <p:spPr>
          <a:xfrm xmlns:a="http://schemas.openxmlformats.org/drawingml/2006/main">
            <a:off x="777283" y="4069073"/>
            <a:ext cx="7330375" cy="1182688"/>
          </a:xfrm>
        </p:spPr>
        <p:txBody>
          <a:bodyPr xmlns:a="http://schemas.openxmlformats.org/drawingml/2006/main" anchor="ctr">
            <a:normAutofit/>
          </a:bodyPr>
          <a:lstStyle xmlns:a="http://schemas.openxmlformats.org/drawingml/2006/main">
            <a:lvl1pPr>
              <a:lnSpc>
                <a:spcPct val="100000"/>
              </a:lnSpc>
              <a:spcBef>
                <a:spcPts val="0"/>
              </a:spcBef>
              <a:buNone/>
              <a:defRPr sz="2800" b="1" i="0">
                <a:latin typeface="Oracle Sans Tab"/>
                <a:ea typeface="Oracle Sans Tab"/>
                <a:cs typeface="Oracle Sans Tab"/>
              </a:defRPr>
            </a:lvl1pPr>
          </a:lstStyle>
          <a:p xmlns:a="http://schemas.openxmlformats.org/drawingml/2006/main">
            <a:pPr lvl="0">
              <a:buNone/>
            </a:pPr>
            <a:r>
              <a:t>Click to edit Headline</a:t>
            </a:r>
          </a:p>
        </p:txBody>
      </p:sp>
      <p:sp>
        <p:nvSpPr>
          <p:cNvPr id="2" name="Slide Number Placeholder 7">
            <a:extLst xmlns:a="http://schemas.openxmlformats.org/drawingml/2006/main">
              <a:ext uri="{FF2B5EF4-FFF2-40B4-BE49-F238E27FC236}">
                <a16:creationId xmlns:a16="http://schemas.microsoft.com/office/drawing/2014/main" id="{7987ACB5-95D6-365C-795A-D276B2B66E15}"/>
              </a:ext>
            </a:extLst>
          </p:cNvPr>
          <p:cNvSpPr>
            <a:spLocks xmlns:a="http://schemas.openxmlformats.org/drawingml/2006/main" noGrp="1"/>
          </p:cNvSpPr>
          <p:nvPr>
            <p:ph type="sldNum" idx="20"/>
          </p:nvPr>
        </p:nvSpPr>
        <p:spPr>
          <a:xfrm xmlns:a="http://schemas.openxmlformats.org/drawingml/2006/main">
            <a:off x="762000" y="6423660"/>
            <a:ext cx="365760" cy="365760"/>
          </a:xfrm>
        </p:spPr>
        <p:txBody>
          <a:bodyPr xmlns:a="http://schemas.openxmlformats.org/drawingml/2006/main"/>
          <a:lstStyle xmlns:a="http://schemas.openxmlformats.org/drawingml/2006/main">
            <a:lvl1pPr>
              <a:buNone/>
              <a:defRPr>
                <a:solidFill>
                  <a:srgbClr val="AEA8A2"/>
                </a:solidFill>
              </a:defRPr>
            </a:lvl1pPr>
          </a:lstStyle>
          <a:p xmlns:a="http://schemas.openxmlformats.org/drawingml/2006/main">
            <a:fld id="{345D60D9-5372-5F40-9443-0F9AE5BDC3C8}" type="slidenum">
              <a:t>‹#›</a:t>
            </a:fld>
            <a:endParaRPr/>
          </a:p>
        </p:txBody>
      </p:sp>
      <p:sp>
        <p:nvSpPr>
          <p:cNvPr id="7" name="Footer Placeholder 6">
            <a:extLst xmlns:a="http://schemas.openxmlformats.org/drawingml/2006/main">
              <a:ext uri="{FF2B5EF4-FFF2-40B4-BE49-F238E27FC236}">
                <a16:creationId xmlns:a16="http://schemas.microsoft.com/office/drawing/2014/main" id="{2CDB5C85-6ACF-BB32-518A-0AE8B7DD3CEC}"/>
              </a:ext>
            </a:extLst>
          </p:cNvPr>
          <p:cNvSpPr>
            <a:spLocks xmlns:a="http://schemas.openxmlformats.org/drawingml/2006/main" noGrp="1"/>
          </p:cNvSpPr>
          <p:nvPr>
            <p:ph type="ftr" idx="16"/>
          </p:nvPr>
        </p:nvSpPr>
        <p:spPr>
          <a:xfrm xmlns:a="http://schemas.openxmlformats.org/drawingml/2006/main">
            <a:off x="1127759" y="6423978"/>
            <a:ext cx="5745379" cy="365125"/>
          </a:xfrm>
        </p:spPr>
        <p:txBody>
          <a:bodyPr xmlns:a="http://schemas.openxmlformats.org/drawingml/2006/main"/>
          <a:lstStyle xmlns:a="http://schemas.openxmlformats.org/drawingml/2006/main">
            <a:lvl1pPr>
              <a:buNone/>
              <a:defRPr>
                <a:solidFill>
                  <a:srgbClr val="AEA8A2"/>
                </a:solidFill>
              </a:defRPr>
            </a:lvl1pPr>
          </a:lstStyle>
          <a:p xmlns:a="http://schemas.openxmlformats.org/drawingml/2006/main">
            <a:r>
              <a:t>Copyright © 2025, Oracle and/or its affiliates |  Confidential: Internal/Restricted/Highly Restricted</a:t>
            </a:r>
            <a:endParaRPr/>
          </a:p>
        </p:txBody>
      </p:sp>
      <p:pic>
        <p:nvPicPr>
          <p:cNvPr id="24" name="OTag" hidden="1">
            <a:extLst xmlns:a="http://schemas.openxmlformats.org/drawingml/2006/main">
              <a:ext uri="{FF2B5EF4-FFF2-40B4-BE49-F238E27FC236}">
                <a16:creationId xmlns:a16="http://schemas.microsoft.com/office/drawing/2014/main" id="{C6DEC672-92A6-45F1-B575-B972BFA226C7}"/>
              </a:ext>
            </a:extLst>
          </p:cNvPr>
          <p:cNvPicPr>
            <a:picLocks xmlns:a="http://schemas.openxmlformats.org/drawingml/2006/main" noChangeAspect="1"/>
          </p:cNvPicPr>
          <p:nvPr/>
        </p:nvPicPr>
        <p:blipFill>
          <a:blip xmlns:r="http://schemas.openxmlformats.org/officeDocument/2006/relationships" xmlns:a="http://schemas.openxmlformats.org/drawingml/2006/main" r:embed="Rf35f72babb80426d"/>
          <a:stretch xmlns:a="http://schemas.openxmlformats.org/drawingml/2006/main">
            <a:fillRect l="0" t="0" r="0" b="0"/>
          </a:stretch>
        </p:blipFill>
        <p:spPr>
          <a:xfrm xmlns:a="http://schemas.openxmlformats.org/drawingml/2006/main">
            <a:off x="11405616" y="6464808"/>
            <a:ext cx="393192" cy="393192"/>
          </a:xfrm>
          <a:prstGeom xmlns:a="http://schemas.openxmlformats.org/drawingml/2006/main" prst="rect">
            <a:avLst/>
          </a:prstGeom>
        </p:spPr>
      </p:pic>
      <p:sp>
        <p:nvSpPr>
          <p:cNvPr id="26" name="Freeform 25">
            <a:extLst xmlns:a="http://schemas.openxmlformats.org/drawingml/2006/main">
              <a:ext uri="{FF2B5EF4-FFF2-40B4-BE49-F238E27FC236}">
                <a16:creationId xmlns:a16="http://schemas.microsoft.com/office/drawing/2014/main" id="{2ECFE8BC-FBC3-206E-F574-E904CA38AAAE}"/>
              </a:ext>
            </a:extLst>
          </p:cNvPr>
          <p:cNvSpPr>
            <a:spLocks xmlns:a="http://schemas.openxmlformats.org/drawingml/2006/main" noGrp="1"/>
          </p:cNvSpPr>
          <p:nvPr/>
        </p:nvSpPr>
        <p:spPr>
          <a:xfrm xmlns:a="http://schemas.openxmlformats.org/drawingml/2006/main">
            <a:off x="11405616" y="6857748"/>
            <a:ext cx="393192" cy="253"/>
          </a:xfrm>
          <a:custGeom xmlns:a="http://schemas.openxmlformats.org/drawingml/2006/main">
            <a:gdLst>
              <a:gd name="connsiteX0" fmla="*/ 0 w 393192"/>
              <a:gd name="connsiteY0" fmla="*/ 0 h 253"/>
              <a:gd name="connsiteX1" fmla="*/ 393192 w 393192"/>
              <a:gd name="connsiteY1" fmla="*/ 0 h 253"/>
              <a:gd name="connsiteX2" fmla="*/ 393192 w 393192"/>
              <a:gd name="connsiteY2" fmla="*/ 253 h 253"/>
              <a:gd name="connsiteX3" fmla="*/ 0 w 393192"/>
              <a:gd name="connsiteY3" fmla="*/ 253 h 253"/>
              <a:gd name="connsiteX4" fmla="*/ 0 w 393192"/>
              <a:gd name="connsiteY4" fmla="*/ 0 h 253"/>
            </a:gdLst>
            <a:rect l="l" t="t" r="r" b="b"/>
            <a:pathLst>
              <a:path w="393192" h="253">
                <a:moveTo>
                  <a:pt x="0" y="0"/>
                </a:moveTo>
                <a:lnTo>
                  <a:pt x="393192" y="0"/>
                </a:lnTo>
                <a:lnTo>
                  <a:pt x="393192" y="253"/>
                </a:lnTo>
                <a:lnTo>
                  <a:pt x="0" y="253"/>
                </a:lnTo>
                <a:lnTo>
                  <a:pt x="0" y="0"/>
                </a:lnTo>
                <a:close/>
              </a:path>
            </a:pathLst>
          </a:custGeom>
          <a:solidFill xmlns:a="http://schemas.openxmlformats.org/drawingml/2006/main">
            <a:schemeClr val="accent1"/>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wrap="square" anchor="ctr">
            <a:noAutofit/>
          </a:bodyPr>
          <a:lstStyle xmlns:a="http://schemas.openxmlformats.org/drawingml/2006/main"/>
          <a:p xmlns:a="http://schemas.openxmlformats.org/drawingml/2006/main">
            <a:pPr algn="ctr">
              <a:buNone/>
            </a:pPr>
            <a:endParaRPr/>
          </a:p>
        </p:txBody>
      </p:sp>
    </p:spTree>
  </p:cSld>
</p:sldLayout>
</file>

<file path=ppt/slideLayouts/slideLayout49.xml><?xml version="1.0" encoding="utf-8"?>
<p:sldLayout xmlns:p="http://schemas.openxmlformats.org/presentationml/2006/main" preserve="1" userDrawn="1">
  <p:cSld name="Multi Statement – Light">
    <p:bg>
      <p:bgPr>
        <a:solidFill xmlns:a="http://schemas.openxmlformats.org/drawingml/2006/main">
          <a:schemeClr val="bg2"/>
        </a:solidFill>
      </p:bgPr>
    </p:bg>
    <p:spTree>
      <p:nvGrpSpPr>
        <p:cNvPr id="1" name=""/>
        <p:cNvGrpSpPr/>
        <p:nvPr/>
      </p:nvGrpSpPr>
      <p:grpSpPr>
        <a:xfrm xmlns:a="http://schemas.openxmlformats.org/drawingml/2006/main"/>
      </p:grpSpPr>
      <p:pic>
        <p:nvPicPr>
          <p:cNvPr id="10" name="Graphic 9">
            <a:extLst xmlns:a="http://schemas.openxmlformats.org/drawingml/2006/main">
              <a:ext uri="{FF2B5EF4-FFF2-40B4-BE49-F238E27FC236}">
                <a16:creationId xmlns:a16="http://schemas.microsoft.com/office/drawing/2014/main" id="{E7B5CFDE-1F52-48EC-A6A4-F3AC126E3D9F}"/>
              </a:ext>
            </a:extLst>
          </p:cNvPr>
          <p:cNvPicPr>
            <a:picLocks xmlns:a="http://schemas.openxmlformats.org/drawingml/2006/main" noChangeAspect="1"/>
          </p:cNvPicPr>
          <p:nvPr/>
        </p:nvPicPr>
        <p:blipFill>
          <a:blip xmlns:r="http://schemas.openxmlformats.org/officeDocument/2006/relationships" xmlns:a="http://schemas.openxmlformats.org/drawingml/2006/main" r:embed="R376a68f153474aac">
            <a:extLst>
              <a:ext uri="{96DAC541-7B7A-43D3-8B79-37D633B846F1}">
                <asvg:svgBlip xmlns:asvg="http://schemas.microsoft.com/office/drawing/2016/SVG/main" r:embed="Re48544cedc3b4e84"/>
              </a:ext>
            </a:extLst>
          </a:blip>
          <a:srcRect xmlns:a="http://schemas.openxmlformats.org/drawingml/2006/main" l="5687" t="0" r="0" b="27270"/>
          <a:stretch xmlns:a="http://schemas.openxmlformats.org/drawingml/2006/main"/>
        </p:blipFill>
        <p:spPr>
          <a:xfrm xmlns:a="http://schemas.openxmlformats.org/drawingml/2006/main">
            <a:off x="4861624" y="0"/>
            <a:ext cx="7330375" cy="3768589"/>
          </a:xfrm>
          <a:prstGeom xmlns:a="http://schemas.openxmlformats.org/drawingml/2006/main" prst="rect">
            <a:avLst/>
          </a:prstGeom>
        </p:spPr>
      </p:pic>
      <p:sp>
        <p:nvSpPr>
          <p:cNvPr id="8" name="Date Placeholder 3">
            <a:extLst xmlns:a="http://schemas.openxmlformats.org/drawingml/2006/main">
              <a:ext uri="{FF2B5EF4-FFF2-40B4-BE49-F238E27FC236}">
                <a16:creationId xmlns:a16="http://schemas.microsoft.com/office/drawing/2014/main" id="{B215CC06-6A9B-37FA-76CA-2CC091DA6489}"/>
              </a:ext>
            </a:extLst>
          </p:cNvPr>
          <p:cNvSpPr>
            <a:spLocks xmlns:a="http://schemas.openxmlformats.org/drawingml/2006/main" noGrp="1"/>
          </p:cNvSpPr>
          <p:nvPr>
            <p:ph type="dt" idx="38"/>
          </p:nvPr>
        </p:nvSpPr>
        <p:spPr>
          <a:xfrm xmlns:a="http://schemas.openxmlformats.org/drawingml/2006/main">
            <a:off x="6873138" y="6425604"/>
            <a:ext cx="2743200" cy="363500"/>
          </a:xfrm>
        </p:spPr>
        <p:txBody>
          <a:bodyPr xmlns:a="http://schemas.openxmlformats.org/drawingml/2006/main"/>
          <a:lstStyle xmlns:a="http://schemas.openxmlformats.org/drawingml/2006/main">
            <a:lvl1pPr>
              <a:buNone/>
              <a:defRPr>
                <a:solidFill>
                  <a:srgbClr val="514C47"/>
                </a:solidFill>
              </a:defRPr>
            </a:lvl1pPr>
          </a:lstStyle>
          <a:p xmlns:a="http://schemas.openxmlformats.org/drawingml/2006/main">
            <a:r>
              <a:t>[Date]</a:t>
            </a:r>
            <a:endParaRPr/>
          </a:p>
        </p:txBody>
      </p:sp>
      <p:sp>
        <p:nvSpPr>
          <p:cNvPr id="3" name="Slide Number Placeholder 5">
            <a:extLst xmlns:a="http://schemas.openxmlformats.org/drawingml/2006/main">
              <a:ext uri="{FF2B5EF4-FFF2-40B4-BE49-F238E27FC236}">
                <a16:creationId xmlns:a16="http://schemas.microsoft.com/office/drawing/2014/main" id="{4CB7A4E7-BA75-2474-D545-863B866F6A23}"/>
              </a:ext>
            </a:extLst>
          </p:cNvPr>
          <p:cNvSpPr>
            <a:spLocks xmlns:a="http://schemas.openxmlformats.org/drawingml/2006/main" noGrp="1"/>
          </p:cNvSpPr>
          <p:nvPr>
            <p:ph type="sldNum" idx="40"/>
          </p:nvPr>
        </p:nvSpPr>
        <p:spPr>
          <a:xfrm xmlns:a="http://schemas.openxmlformats.org/drawingml/2006/main">
            <a:off x="762000" y="6423660"/>
            <a:ext cx="365760" cy="365760"/>
          </a:xfrm>
        </p:spPr>
        <p:txBody>
          <a:bodyPr xmlns:a="http://schemas.openxmlformats.org/drawingml/2006/main"/>
          <a:lstStyle xmlns:a="http://schemas.openxmlformats.org/drawingml/2006/main">
            <a:lvl1pPr>
              <a:buNone/>
              <a:defRPr>
                <a:solidFill>
                  <a:srgbClr val="514C47"/>
                </a:solidFill>
              </a:defRPr>
            </a:lvl1pPr>
          </a:lstStyle>
          <a:p xmlns:a="http://schemas.openxmlformats.org/drawingml/2006/main">
            <a:fld id="{345D60D9-5372-5F40-9443-0F9AE5BDC3C8}" type="slidenum">
              <a:t>‹#›</a:t>
            </a:fld>
            <a:endParaRPr/>
          </a:p>
        </p:txBody>
      </p:sp>
      <p:sp>
        <p:nvSpPr>
          <p:cNvPr id="5" name="Footer Placeholder 4">
            <a:extLst xmlns:a="http://schemas.openxmlformats.org/drawingml/2006/main">
              <a:ext uri="{FF2B5EF4-FFF2-40B4-BE49-F238E27FC236}">
                <a16:creationId xmlns:a16="http://schemas.microsoft.com/office/drawing/2014/main" id="{5C0E802C-9235-4781-9E8F-2C922A88134B}"/>
              </a:ext>
            </a:extLst>
          </p:cNvPr>
          <p:cNvSpPr>
            <a:spLocks xmlns:a="http://schemas.openxmlformats.org/drawingml/2006/main" noGrp="1"/>
          </p:cNvSpPr>
          <p:nvPr>
            <p:ph type="ftr" idx="39"/>
          </p:nvPr>
        </p:nvSpPr>
        <p:spPr>
          <a:xfrm xmlns:a="http://schemas.openxmlformats.org/drawingml/2006/main">
            <a:off x="1127759" y="6423978"/>
            <a:ext cx="5745379" cy="365125"/>
          </a:xfrm>
        </p:spPr>
        <p:txBody>
          <a:bodyPr xmlns:a="http://schemas.openxmlformats.org/drawingml/2006/main"/>
          <a:lstStyle xmlns:a="http://schemas.openxmlformats.org/drawingml/2006/main">
            <a:lvl1pPr>
              <a:buNone/>
              <a:defRPr>
                <a:solidFill>
                  <a:srgbClr val="514C47"/>
                </a:solidFill>
              </a:defRPr>
            </a:lvl1pPr>
          </a:lstStyle>
          <a:p xmlns:a="http://schemas.openxmlformats.org/drawingml/2006/main">
            <a:r>
              <a:t>Copyright © 2025, Oracle and/or its affiliates |  Confidential: Internal/Restricted/Highly Restricted</a:t>
            </a:r>
            <a:endParaRPr/>
          </a:p>
        </p:txBody>
      </p:sp>
      <p:sp>
        <p:nvSpPr>
          <p:cNvPr id="2" name="Text Placeholder 2">
            <a:extLst xmlns:a="http://schemas.openxmlformats.org/drawingml/2006/main">
              <a:ext uri="{FF2B5EF4-FFF2-40B4-BE49-F238E27FC236}">
                <a16:creationId xmlns:a16="http://schemas.microsoft.com/office/drawing/2014/main" id="{BC4944C4-BCA7-F523-CDDB-B2F7B43789BD}"/>
              </a:ext>
            </a:extLst>
          </p:cNvPr>
          <p:cNvSpPr>
            <a:spLocks xmlns:a="http://schemas.openxmlformats.org/drawingml/2006/main" noGrp="1"/>
          </p:cNvSpPr>
          <p:nvPr>
            <p:ph type="body" idx="17" hasCustomPrompt="1"/>
          </p:nvPr>
        </p:nvSpPr>
        <p:spPr>
          <a:xfrm xmlns:a="http://schemas.openxmlformats.org/drawingml/2006/main">
            <a:off x="777284" y="1143025"/>
            <a:ext cx="7330143" cy="1158571"/>
          </a:xfrm>
        </p:spPr>
        <p:txBody>
          <a:bodyPr xmlns:a="http://schemas.openxmlformats.org/drawingml/2006/main" anchor="ctr">
            <a:normAutofit/>
          </a:bodyPr>
          <a:lstStyle xmlns:a="http://schemas.openxmlformats.org/drawingml/2006/main">
            <a:lvl1pPr>
              <a:lnSpc>
                <a:spcPct val="100000"/>
              </a:lnSpc>
              <a:spcBef>
                <a:spcPts val="0"/>
              </a:spcBef>
              <a:buNone/>
              <a:defRPr sz="2800" b="1" i="0">
                <a:latin typeface="Oracle Sans Tab"/>
                <a:ea typeface="Oracle Sans Tab"/>
                <a:cs typeface="Oracle Sans Tab"/>
              </a:defRPr>
            </a:lvl1pPr>
          </a:lstStyle>
          <a:p xmlns:a="http://schemas.openxmlformats.org/drawingml/2006/main">
            <a:pPr lvl="0">
              <a:buNone/>
            </a:pPr>
            <a:r>
              <a:t>Click to edit Headline</a:t>
            </a:r>
          </a:p>
        </p:txBody>
      </p:sp>
      <p:sp>
        <p:nvSpPr>
          <p:cNvPr id="7" name="Text Placeholder 4">
            <a:extLst xmlns:a="http://schemas.openxmlformats.org/drawingml/2006/main">
              <a:ext uri="{FF2B5EF4-FFF2-40B4-BE49-F238E27FC236}">
                <a16:creationId xmlns:a16="http://schemas.microsoft.com/office/drawing/2014/main" id="{D42F262B-FAC2-7DDF-70B7-0EBEADDA66A9}"/>
              </a:ext>
            </a:extLst>
          </p:cNvPr>
          <p:cNvSpPr>
            <a:spLocks xmlns:a="http://schemas.openxmlformats.org/drawingml/2006/main" noGrp="1"/>
          </p:cNvSpPr>
          <p:nvPr>
            <p:ph type="body" idx="18" hasCustomPrompt="1"/>
          </p:nvPr>
        </p:nvSpPr>
        <p:spPr>
          <a:xfrm xmlns:a="http://schemas.openxmlformats.org/drawingml/2006/main">
            <a:off x="777285" y="2602080"/>
            <a:ext cx="7330373" cy="1166509"/>
          </a:xfrm>
        </p:spPr>
        <p:txBody>
          <a:bodyPr xmlns:a="http://schemas.openxmlformats.org/drawingml/2006/main" anchor="ctr">
            <a:normAutofit/>
          </a:bodyPr>
          <a:lstStyle xmlns:a="http://schemas.openxmlformats.org/drawingml/2006/main">
            <a:lvl1pPr>
              <a:lnSpc>
                <a:spcPct val="100000"/>
              </a:lnSpc>
              <a:spcBef>
                <a:spcPts val="0"/>
              </a:spcBef>
              <a:buNone/>
              <a:defRPr sz="2800" b="1" i="0">
                <a:latin typeface="Oracle Sans Tab"/>
                <a:ea typeface="Oracle Sans Tab"/>
                <a:cs typeface="Oracle Sans Tab"/>
              </a:defRPr>
            </a:lvl1pPr>
          </a:lstStyle>
          <a:p xmlns:a="http://schemas.openxmlformats.org/drawingml/2006/main">
            <a:pPr lvl="0">
              <a:buNone/>
            </a:pPr>
            <a:r>
              <a:t>Click to edit Headline</a:t>
            </a:r>
          </a:p>
        </p:txBody>
      </p:sp>
      <p:sp>
        <p:nvSpPr>
          <p:cNvPr id="9" name="Text Placeholder 7">
            <a:extLst xmlns:a="http://schemas.openxmlformats.org/drawingml/2006/main">
              <a:ext uri="{FF2B5EF4-FFF2-40B4-BE49-F238E27FC236}">
                <a16:creationId xmlns:a16="http://schemas.microsoft.com/office/drawing/2014/main" id="{90E686AD-7CAC-8695-D0AC-A474A9002ACB}"/>
              </a:ext>
            </a:extLst>
          </p:cNvPr>
          <p:cNvSpPr>
            <a:spLocks xmlns:a="http://schemas.openxmlformats.org/drawingml/2006/main" noGrp="1"/>
          </p:cNvSpPr>
          <p:nvPr>
            <p:ph type="body" idx="19" hasCustomPrompt="1"/>
          </p:nvPr>
        </p:nvSpPr>
        <p:spPr>
          <a:xfrm xmlns:a="http://schemas.openxmlformats.org/drawingml/2006/main">
            <a:off x="777283" y="4069073"/>
            <a:ext cx="7330375" cy="1182688"/>
          </a:xfrm>
        </p:spPr>
        <p:txBody>
          <a:bodyPr xmlns:a="http://schemas.openxmlformats.org/drawingml/2006/main" anchor="ctr">
            <a:normAutofit/>
          </a:bodyPr>
          <a:lstStyle xmlns:a="http://schemas.openxmlformats.org/drawingml/2006/main">
            <a:lvl1pPr>
              <a:lnSpc>
                <a:spcPct val="100000"/>
              </a:lnSpc>
              <a:spcBef>
                <a:spcPts val="0"/>
              </a:spcBef>
              <a:buNone/>
              <a:defRPr sz="2800" b="1" i="0">
                <a:latin typeface="Oracle Sans Tab"/>
                <a:ea typeface="Oracle Sans Tab"/>
                <a:cs typeface="Oracle Sans Tab"/>
              </a:defRPr>
            </a:lvl1pPr>
          </a:lstStyle>
          <a:p xmlns:a="http://schemas.openxmlformats.org/drawingml/2006/main">
            <a:pPr lvl="0">
              <a:buNone/>
            </a:pPr>
            <a:r>
              <a:t>Click to edit Headline</a:t>
            </a:r>
          </a:p>
        </p:txBody>
      </p:sp>
    </p:spTree>
  </p:cSld>
</p:sldLayout>
</file>

<file path=ppt/slideLayouts/slideLayout50.xml><?xml version="1.0" encoding="utf-8"?>
<p:sldLayout xmlns:p="http://schemas.openxmlformats.org/presentationml/2006/main" preserve="1" userDrawn="1">
  <p:cSld name="Speaker_1">
    <p:bg>
      <p:bgRef idx="1001">
        <a:schemeClr xmlns:a="http://schemas.openxmlformats.org/drawingml/2006/main" val="bg2"/>
      </p:bgRef>
    </p:bg>
    <p:spTree>
      <p:nvGrpSpPr>
        <p:cNvPr id="1" name=""/>
        <p:cNvGrpSpPr/>
        <p:nvPr/>
      </p:nvGrpSpPr>
      <p:grpSpPr>
        <a:xfrm xmlns:a="http://schemas.openxmlformats.org/drawingml/2006/main"/>
      </p:grpSpPr>
      <p:pic>
        <p:nvPicPr>
          <p:cNvPr id="6" name="Graphic 5">
            <a:extLst xmlns:a="http://schemas.openxmlformats.org/drawingml/2006/main">
              <a:ext uri="{FF2B5EF4-FFF2-40B4-BE49-F238E27FC236}">
                <a16:creationId xmlns:a16="http://schemas.microsoft.com/office/drawing/2014/main" id="{C67FA069-7E92-45D1-8DB2-29BD01C4716A}"/>
              </a:ext>
            </a:extLst>
          </p:cNvPr>
          <p:cNvPicPr>
            <a:picLocks xmlns:a="http://schemas.openxmlformats.org/drawingml/2006/main" noChangeAspect="1"/>
          </p:cNvPicPr>
          <p:nvPr/>
        </p:nvPicPr>
        <p:blipFill>
          <a:blip xmlns:r="http://schemas.openxmlformats.org/officeDocument/2006/relationships" xmlns:a="http://schemas.openxmlformats.org/drawingml/2006/main" r:embed="R843d16005fc54e33">
            <a:extLst>
              <a:ext uri="{96DAC541-7B7A-43D3-8B79-37D633B846F1}">
                <asvg:svgBlip xmlns:asvg="http://schemas.microsoft.com/office/drawing/2016/SVG/main" r:embed="R9917f0d4bd524b72"/>
              </a:ext>
            </a:extLst>
          </a:blip>
          <a:srcRect xmlns:a="http://schemas.openxmlformats.org/drawingml/2006/main" l="42612" t="12210" r="14437" b="12837"/>
          <a:stretch xmlns:a="http://schemas.openxmlformats.org/drawingml/2006/main"/>
        </p:blipFill>
        <p:spPr>
          <a:xfrm xmlns:a="http://schemas.openxmlformats.org/drawingml/2006/main">
            <a:off x="6307189" y="868568"/>
            <a:ext cx="4093374" cy="4103470"/>
          </a:xfrm>
          <a:prstGeom xmlns:a="http://schemas.openxmlformats.org/drawingml/2006/main" prst="rect">
            <a:avLst/>
          </a:prstGeom>
        </p:spPr>
      </p:pic>
      <p:sp>
        <p:nvSpPr>
          <p:cNvPr id="2" name="Title 1">
            <a:extLst xmlns:a="http://schemas.openxmlformats.org/drawingml/2006/main">
              <a:ext uri="{FF2B5EF4-FFF2-40B4-BE49-F238E27FC236}">
                <a16:creationId xmlns:a16="http://schemas.microsoft.com/office/drawing/2014/main" id="{5F8DD237-1E40-4383-9C51-545B9C5DD604}"/>
              </a:ext>
            </a:extLst>
          </p:cNvPr>
          <p:cNvSpPr>
            <a:spLocks xmlns:a="http://schemas.openxmlformats.org/drawingml/2006/main" noGrp="1"/>
          </p:cNvSpPr>
          <p:nvPr>
            <p:ph type="title" idx="0" hasCustomPrompt="1"/>
          </p:nvPr>
        </p:nvSpPr>
        <p:spPr>
          <a:xfrm xmlns:a="http://schemas.openxmlformats.org/drawingml/2006/main">
            <a:off x="762000" y="1600200"/>
            <a:ext cx="3697357" cy="1320103"/>
          </a:xfrm>
        </p:spPr>
        <p:txBody>
          <a:bodyPr xmlns:a="http://schemas.openxmlformats.org/drawingml/2006/main" vert="horz" wrap="square" lIns="0" tIns="0" rIns="0" bIns="0" anchor="b">
            <a:normAutofit/>
          </a:bodyPr>
          <a:lstStyle xmlns:a="http://schemas.openxmlformats.org/drawingml/2006/main">
            <a:lvl1pPr>
              <a:buNone/>
              <a:defRPr sz="3200" b="1" i="0">
                <a:latin typeface="Oracle Sans Tab"/>
                <a:ea typeface="Oracle Sans Tab"/>
                <a:cs typeface="Oracle Sans Tab"/>
              </a:defRPr>
            </a:lvl1pPr>
          </a:lstStyle>
          <a:p xmlns:a="http://schemas.openxmlformats.org/drawingml/2006/main">
            <a:pPr marL="0" lvl="0">
              <a:lnSpc>
                <a:spcPct val="100000"/>
              </a:lnSpc>
              <a:buNone/>
            </a:pPr>
            <a:r>
              <a:t>Speaker</a:t>
            </a:r>
          </a:p>
        </p:txBody>
      </p:sp>
      <p:sp>
        <p:nvSpPr>
          <p:cNvPr id="19" name="Picture Placeholder 4">
            <a:extLst xmlns:a="http://schemas.openxmlformats.org/drawingml/2006/main">
              <a:ext uri="{FF2B5EF4-FFF2-40B4-BE49-F238E27FC236}">
                <a16:creationId xmlns:a16="http://schemas.microsoft.com/office/drawing/2014/main" id="{DEEA7EE7-413E-4F05-94D2-2DA6180164CA}"/>
              </a:ext>
            </a:extLst>
          </p:cNvPr>
          <p:cNvSpPr>
            <a:spLocks xmlns:a="http://schemas.openxmlformats.org/drawingml/2006/main" noGrp="1"/>
          </p:cNvSpPr>
          <p:nvPr>
            <p:ph type="pic" idx="10"/>
          </p:nvPr>
        </p:nvSpPr>
        <p:spPr>
          <a:xfrm xmlns:a="http://schemas.openxmlformats.org/drawingml/2006/main">
            <a:off x="6730914" y="1325903"/>
            <a:ext cx="3227476" cy="3247119"/>
          </a:xfrm>
          <a:prstGeom xmlns:a="http://schemas.openxmlformats.org/drawingml/2006/main" prst="ellipse">
            <a:avLst/>
          </a:prstGeom>
        </p:spPr>
        <p:txBody>
          <a:bodyPr xmlns:a="http://schemas.openxmlformats.org/drawingml/2006/main"/>
          <a:lstStyle xmlns:a="http://schemas.openxmlformats.org/drawingml/2006/main">
            <a:lvl1pPr algn="ctr">
              <a:buNone/>
              <a:defRPr>
                <a:solidFill>
                  <a:schemeClr val="tx1"/>
                </a:solidFill>
              </a:defRPr>
            </a:lvl1pPr>
          </a:lstStyle>
          <a:p xmlns:a="http://schemas.openxmlformats.org/drawingml/2006/main">
            <a:r>
              <a:t>Click icon to add picture</a:t>
            </a:r>
            <a:endParaRPr/>
          </a:p>
        </p:txBody>
      </p:sp>
      <p:sp>
        <p:nvSpPr>
          <p:cNvPr id="37" name="Text Placeholder 33">
            <a:extLst xmlns:a="http://schemas.openxmlformats.org/drawingml/2006/main">
              <a:ext uri="{FF2B5EF4-FFF2-40B4-BE49-F238E27FC236}">
                <a16:creationId xmlns:a16="http://schemas.microsoft.com/office/drawing/2014/main" id="{4B94D438-35CF-4631-8709-33AB89A0307E}"/>
              </a:ext>
            </a:extLst>
          </p:cNvPr>
          <p:cNvSpPr>
            <a:spLocks xmlns:a="http://schemas.openxmlformats.org/drawingml/2006/main" noGrp="1"/>
          </p:cNvSpPr>
          <p:nvPr>
            <p:ph type="body" idx="12" hasCustomPrompt="1"/>
          </p:nvPr>
        </p:nvSpPr>
        <p:spPr>
          <a:xfrm xmlns:a="http://schemas.openxmlformats.org/drawingml/2006/main">
            <a:off x="6730914" y="4847342"/>
            <a:ext cx="3236480" cy="365125"/>
          </a:xfrm>
        </p:spPr>
        <p:txBody>
          <a:bodyPr xmlns:a="http://schemas.openxmlformats.org/drawingml/2006/main" vert="horz" lIns="0" tIns="0" rIns="0" bIns="0" anchor="t">
            <a:noAutofit/>
          </a:bodyPr>
          <a:lstStyle xmlns:a="http://schemas.openxmlformats.org/drawingml/2006/main">
            <a:lvl1pPr algn="ctr">
              <a:lnSpc>
                <a:spcPct val="100000"/>
              </a:lnSpc>
              <a:buNone/>
              <a:defRPr sz="2000" b="1" i="0">
                <a:solidFill>
                  <a:schemeClr val="tx1"/>
                </a:solidFill>
                <a:latin typeface="Oracle Sans Tab"/>
                <a:ea typeface="Oracle Sans Tab"/>
                <a:cs typeface="Oracle Sans Tab"/>
              </a:defRPr>
            </a:lvl1pPr>
          </a:lstStyle>
          <a:p xmlns:a="http://schemas.openxmlformats.org/drawingml/2006/main">
            <a:pPr lvl="0">
              <a:spcBef>
                <a:spcPct val="0"/>
              </a:spcBef>
              <a:buNone/>
            </a:pPr>
            <a:r>
              <a:t>Add speaker name</a:t>
            </a:r>
          </a:p>
        </p:txBody>
      </p:sp>
      <p:sp>
        <p:nvSpPr>
          <p:cNvPr id="38" name="Text Placeholder 33">
            <a:extLst xmlns:a="http://schemas.openxmlformats.org/drawingml/2006/main">
              <a:ext uri="{FF2B5EF4-FFF2-40B4-BE49-F238E27FC236}">
                <a16:creationId xmlns:a16="http://schemas.microsoft.com/office/drawing/2014/main" id="{F34D25E2-243D-4B96-8C35-F96C56B3482F}"/>
              </a:ext>
            </a:extLst>
          </p:cNvPr>
          <p:cNvSpPr>
            <a:spLocks xmlns:a="http://schemas.openxmlformats.org/drawingml/2006/main" noGrp="1"/>
          </p:cNvSpPr>
          <p:nvPr>
            <p:ph type="body" idx="13" hasCustomPrompt="1"/>
          </p:nvPr>
        </p:nvSpPr>
        <p:spPr>
          <a:xfrm xmlns:a="http://schemas.openxmlformats.org/drawingml/2006/main">
            <a:off x="6730914" y="5211447"/>
            <a:ext cx="3236480" cy="365125"/>
          </a:xfrm>
        </p:spPr>
        <p:txBody>
          <a:bodyPr xmlns:a="http://schemas.openxmlformats.org/drawingml/2006/main" vert="horz" lIns="0" tIns="0" rIns="0" bIns="0" anchor="t">
            <a:noAutofit/>
          </a:bodyPr>
          <a:lstStyle xmlns:a="http://schemas.openxmlformats.org/drawingml/2006/main">
            <a:lvl1pPr algn="ctr">
              <a:lnSpc>
                <a:spcPct val="100000"/>
              </a:lnSpc>
              <a:buNone/>
              <a:defRPr b="0" i="0">
                <a:solidFill>
                  <a:schemeClr val="tx1"/>
                </a:solidFill>
                <a:latin typeface="Oracle Sans Tab"/>
                <a:ea typeface="Oracle Sans Tab"/>
                <a:cs typeface="Oracle Sans Tab"/>
              </a:defRPr>
            </a:lvl1pPr>
          </a:lstStyle>
          <a:p xmlns:a="http://schemas.openxmlformats.org/drawingml/2006/main">
            <a:pPr lvl="0">
              <a:spcBef>
                <a:spcPct val="0"/>
              </a:spcBef>
              <a:buNone/>
            </a:pPr>
            <a:r>
              <a:t>Add speaker title</a:t>
            </a:r>
          </a:p>
        </p:txBody>
      </p:sp>
      <p:sp>
        <p:nvSpPr>
          <p:cNvPr id="3" name="Slide Number Placeholder 7">
            <a:extLst xmlns:a="http://schemas.openxmlformats.org/drawingml/2006/main">
              <a:ext uri="{FF2B5EF4-FFF2-40B4-BE49-F238E27FC236}">
                <a16:creationId xmlns:a16="http://schemas.microsoft.com/office/drawing/2014/main" id="{372A12C9-976F-C50B-EE5B-FC3F2A92A432}"/>
              </a:ext>
            </a:extLst>
          </p:cNvPr>
          <p:cNvSpPr>
            <a:spLocks xmlns:a="http://schemas.openxmlformats.org/drawingml/2006/main" noGrp="1"/>
          </p:cNvSpPr>
          <p:nvPr>
            <p:ph type="sldNum" idx="17"/>
          </p:nvPr>
        </p:nvSpPr>
        <p:spPr>
          <a:xfrm xmlns:a="http://schemas.openxmlformats.org/drawingml/2006/main">
            <a:off x="762000" y="6423660"/>
            <a:ext cx="365760" cy="365760"/>
          </a:xfrm>
        </p:spPr>
        <p:txBody>
          <a:bodyPr xmlns:a="http://schemas.openxmlformats.org/drawingml/2006/main"/>
          <a:lstStyle xmlns:a="http://schemas.openxmlformats.org/drawingml/2006/main">
            <a:lvl1pPr>
              <a:buNone/>
              <a:defRPr>
                <a:solidFill>
                  <a:srgbClr val="AEA8A2"/>
                </a:solidFill>
              </a:defRPr>
            </a:lvl1pPr>
          </a:lstStyle>
          <a:p xmlns:a="http://schemas.openxmlformats.org/drawingml/2006/main">
            <a:fld id="{345D60D9-5372-5F40-9443-0F9AE5BDC3C8}" type="slidenum">
              <a:t>‹#›</a:t>
            </a:fld>
            <a:endParaRPr/>
          </a:p>
        </p:txBody>
      </p:sp>
      <p:sp>
        <p:nvSpPr>
          <p:cNvPr id="4" name="Footer Placeholder 6">
            <a:extLst xmlns:a="http://schemas.openxmlformats.org/drawingml/2006/main">
              <a:ext uri="{FF2B5EF4-FFF2-40B4-BE49-F238E27FC236}">
                <a16:creationId xmlns:a16="http://schemas.microsoft.com/office/drawing/2014/main" id="{6D5DD198-A04A-6BCB-84FC-559437A1F042}"/>
              </a:ext>
            </a:extLst>
          </p:cNvPr>
          <p:cNvSpPr>
            <a:spLocks xmlns:a="http://schemas.openxmlformats.org/drawingml/2006/main" noGrp="1"/>
          </p:cNvSpPr>
          <p:nvPr>
            <p:ph type="ftr" idx="16"/>
          </p:nvPr>
        </p:nvSpPr>
        <p:spPr>
          <a:xfrm xmlns:a="http://schemas.openxmlformats.org/drawingml/2006/main">
            <a:off x="1127759" y="6423978"/>
            <a:ext cx="5745379" cy="365125"/>
          </a:xfrm>
        </p:spPr>
        <p:txBody>
          <a:bodyPr xmlns:a="http://schemas.openxmlformats.org/drawingml/2006/main"/>
          <a:lstStyle xmlns:a="http://schemas.openxmlformats.org/drawingml/2006/main">
            <a:lvl1pPr>
              <a:buNone/>
              <a:defRPr>
                <a:solidFill>
                  <a:srgbClr val="AEA8A2"/>
                </a:solidFill>
              </a:defRPr>
            </a:lvl1pPr>
          </a:lstStyle>
          <a:p xmlns:a="http://schemas.openxmlformats.org/drawingml/2006/main">
            <a:r>
              <a:t>Copyright © 2025, Oracle and/or its affiliates |  Confidential: Internal/Restricted/Highly Restricted</a:t>
            </a:r>
            <a:endParaRPr/>
          </a:p>
        </p:txBody>
      </p:sp>
      <p:sp>
        <p:nvSpPr>
          <p:cNvPr id="5" name="Date Placeholder 4">
            <a:extLst xmlns:a="http://schemas.openxmlformats.org/drawingml/2006/main">
              <a:ext uri="{FF2B5EF4-FFF2-40B4-BE49-F238E27FC236}">
                <a16:creationId xmlns:a16="http://schemas.microsoft.com/office/drawing/2014/main" id="{9D89F2E8-180E-4047-0986-0F230D404FF7}"/>
              </a:ext>
            </a:extLst>
          </p:cNvPr>
          <p:cNvSpPr>
            <a:spLocks xmlns:a="http://schemas.openxmlformats.org/drawingml/2006/main" noGrp="1"/>
          </p:cNvSpPr>
          <p:nvPr>
            <p:ph type="dt" idx="15"/>
          </p:nvPr>
        </p:nvSpPr>
        <p:spPr>
          <a:xfrm xmlns:a="http://schemas.openxmlformats.org/drawingml/2006/main">
            <a:off x="6873138" y="6425604"/>
            <a:ext cx="2743200" cy="363500"/>
          </a:xfrm>
        </p:spPr>
        <p:txBody>
          <a:bodyPr xmlns:a="http://schemas.openxmlformats.org/drawingml/2006/main"/>
          <a:lstStyle xmlns:a="http://schemas.openxmlformats.org/drawingml/2006/main">
            <a:lvl1pPr>
              <a:buNone/>
              <a:defRPr>
                <a:solidFill>
                  <a:srgbClr val="AEA8A2"/>
                </a:solidFill>
              </a:defRPr>
            </a:lvl1pPr>
          </a:lstStyle>
          <a:p xmlns:a="http://schemas.openxmlformats.org/drawingml/2006/main">
            <a:r>
              <a:t>[Date]</a:t>
            </a:r>
            <a:endParaRPr/>
          </a:p>
        </p:txBody>
      </p:sp>
    </p:spTree>
  </p:cSld>
</p:sldLayout>
</file>

<file path=ppt/slideLayouts/slideLayout51.xml><?xml version="1.0" encoding="utf-8"?>
<p:sldLayout xmlns:p="http://schemas.openxmlformats.org/presentationml/2006/main" preserve="1" userDrawn="1">
  <p:cSld name="Speaker_1-Profile">
    <p:bg>
      <p:bgPr>
        <a:solidFill xmlns:a="http://schemas.openxmlformats.org/drawingml/2006/main">
          <a:schemeClr val="bg2"/>
        </a:solidFill>
      </p:bgPr>
    </p:bg>
    <p:spTree>
      <p:nvGrpSpPr>
        <p:cNvPr id="1" name=""/>
        <p:cNvGrpSpPr/>
        <p:nvPr/>
      </p:nvGrpSpPr>
      <p:grpSpPr>
        <a:xfrm xmlns:a="http://schemas.openxmlformats.org/drawingml/2006/main"/>
      </p:grpSpPr>
      <p:pic>
        <p:nvPicPr>
          <p:cNvPr id="7" name="Graphic 6">
            <a:extLst xmlns:a="http://schemas.openxmlformats.org/drawingml/2006/main">
              <a:ext uri="{FF2B5EF4-FFF2-40B4-BE49-F238E27FC236}">
                <a16:creationId xmlns:a16="http://schemas.microsoft.com/office/drawing/2014/main" id="{932C9F95-0B2D-496D-879E-477EE66DE7C7}"/>
              </a:ext>
            </a:extLst>
          </p:cNvPr>
          <p:cNvPicPr>
            <a:picLocks xmlns:a="http://schemas.openxmlformats.org/drawingml/2006/main" noChangeAspect="1"/>
          </p:cNvPicPr>
          <p:nvPr/>
        </p:nvPicPr>
        <p:blipFill>
          <a:blip xmlns:r="http://schemas.openxmlformats.org/officeDocument/2006/relationships" xmlns:a="http://schemas.openxmlformats.org/drawingml/2006/main" r:embed="Rfb58f07fedc3497c">
            <a:extLst>
              <a:ext uri="{96DAC541-7B7A-43D3-8B79-37D633B846F1}">
                <asvg:svgBlip xmlns:asvg="http://schemas.microsoft.com/office/drawing/2016/SVG/main" r:embed="R1ac9de6557e048d7"/>
              </a:ext>
            </a:extLst>
          </a:blip>
          <a:srcRect xmlns:a="http://schemas.openxmlformats.org/drawingml/2006/main" l="42612" t="12210" r="14437" b="12837"/>
          <a:stretch xmlns:a="http://schemas.openxmlformats.org/drawingml/2006/main"/>
        </p:blipFill>
        <p:spPr>
          <a:xfrm xmlns:a="http://schemas.openxmlformats.org/drawingml/2006/main">
            <a:off x="456701" y="1247933"/>
            <a:ext cx="3908153" cy="3917792"/>
          </a:xfrm>
          <a:prstGeom xmlns:a="http://schemas.openxmlformats.org/drawingml/2006/main" prst="rect">
            <a:avLst/>
          </a:prstGeom>
        </p:spPr>
      </p:pic>
      <p:sp>
        <p:nvSpPr>
          <p:cNvPr id="3" name="Title 3">
            <a:extLst xmlns:a="http://schemas.openxmlformats.org/drawingml/2006/main">
              <a:ext uri="{FF2B5EF4-FFF2-40B4-BE49-F238E27FC236}">
                <a16:creationId xmlns:a16="http://schemas.microsoft.com/office/drawing/2014/main" id="{7B692C7B-23D2-F815-AA7B-2A7E53056DF4}"/>
              </a:ext>
            </a:extLst>
          </p:cNvPr>
          <p:cNvSpPr>
            <a:spLocks xmlns:a="http://schemas.openxmlformats.org/drawingml/2006/main" noGrp="1"/>
          </p:cNvSpPr>
          <p:nvPr>
            <p:ph type="title" idx="0" hasCustomPrompt="1"/>
          </p:nvPr>
        </p:nvSpPr>
        <p:spPr>
          <a:xfrm xmlns:a="http://schemas.openxmlformats.org/drawingml/2006/main">
            <a:off x="768875" y="182403"/>
            <a:ext cx="10671048" cy="822960"/>
          </a:xfrm>
        </p:spPr>
        <p:txBody>
          <a:bodyPr xmlns:a="http://schemas.openxmlformats.org/drawingml/2006/main"/>
          <a:lstStyle xmlns:a="http://schemas.openxmlformats.org/drawingml/2006/main">
            <a:lvl1pPr>
              <a:lnSpc>
                <a:spcPct val="100000"/>
              </a:lnSpc>
              <a:buNone/>
              <a:defRPr b="1" i="0">
                <a:latin typeface="Oracle Sans Tab"/>
                <a:ea typeface="Oracle Sans Tab"/>
                <a:cs typeface="Oracle Sans Tab"/>
              </a:defRPr>
            </a:lvl1pPr>
          </a:lstStyle>
          <a:p xmlns:a="http://schemas.openxmlformats.org/drawingml/2006/main">
            <a:r>
              <a:t>Title</a:t>
            </a:r>
          </a:p>
        </p:txBody>
      </p:sp>
      <p:sp>
        <p:nvSpPr>
          <p:cNvPr id="19" name="Picture Placeholder 4">
            <a:extLst xmlns:a="http://schemas.openxmlformats.org/drawingml/2006/main">
              <a:ext uri="{FF2B5EF4-FFF2-40B4-BE49-F238E27FC236}">
                <a16:creationId xmlns:a16="http://schemas.microsoft.com/office/drawing/2014/main" id="{DEEA7EE7-413E-4F05-94D2-2DA6180164CA}"/>
              </a:ext>
            </a:extLst>
          </p:cNvPr>
          <p:cNvSpPr>
            <a:spLocks xmlns:a="http://schemas.openxmlformats.org/drawingml/2006/main" noGrp="1"/>
          </p:cNvSpPr>
          <p:nvPr>
            <p:ph type="pic" idx="10"/>
          </p:nvPr>
        </p:nvSpPr>
        <p:spPr>
          <a:xfrm xmlns:a="http://schemas.openxmlformats.org/drawingml/2006/main">
            <a:off x="797039" y="1583270"/>
            <a:ext cx="3227476" cy="3247119"/>
          </a:xfrm>
          <a:prstGeom xmlns:a="http://schemas.openxmlformats.org/drawingml/2006/main" prst="ellipse">
            <a:avLst/>
          </a:prstGeom>
        </p:spPr>
        <p:txBody>
          <a:bodyPr xmlns:a="http://schemas.openxmlformats.org/drawingml/2006/main"/>
          <a:lstStyle xmlns:a="http://schemas.openxmlformats.org/drawingml/2006/main">
            <a:lvl1pPr algn="ctr">
              <a:buNone/>
              <a:defRPr>
                <a:solidFill>
                  <a:schemeClr val="tx1"/>
                </a:solidFill>
              </a:defRPr>
            </a:lvl1pPr>
          </a:lstStyle>
          <a:p xmlns:a="http://schemas.openxmlformats.org/drawingml/2006/main">
            <a:r>
              <a:t>Click icon to add picture</a:t>
            </a:r>
            <a:endParaRPr/>
          </a:p>
        </p:txBody>
      </p:sp>
      <p:sp>
        <p:nvSpPr>
          <p:cNvPr id="37" name="Text Placeholder 33">
            <a:extLst xmlns:a="http://schemas.openxmlformats.org/drawingml/2006/main">
              <a:ext uri="{FF2B5EF4-FFF2-40B4-BE49-F238E27FC236}">
                <a16:creationId xmlns:a16="http://schemas.microsoft.com/office/drawing/2014/main" id="{4B94D438-35CF-4631-8709-33AB89A0307E}"/>
              </a:ext>
            </a:extLst>
          </p:cNvPr>
          <p:cNvSpPr>
            <a:spLocks xmlns:a="http://schemas.openxmlformats.org/drawingml/2006/main" noGrp="1"/>
          </p:cNvSpPr>
          <p:nvPr>
            <p:ph type="body" idx="12" hasCustomPrompt="1"/>
          </p:nvPr>
        </p:nvSpPr>
        <p:spPr>
          <a:xfrm xmlns:a="http://schemas.openxmlformats.org/drawingml/2006/main">
            <a:off x="792538" y="5135879"/>
            <a:ext cx="3236480" cy="365125"/>
          </a:xfrm>
        </p:spPr>
        <p:txBody>
          <a:bodyPr xmlns:a="http://schemas.openxmlformats.org/drawingml/2006/main" vert="horz" lIns="0" tIns="0" rIns="0" bIns="0" anchor="t">
            <a:noAutofit/>
          </a:bodyPr>
          <a:lstStyle xmlns:a="http://schemas.openxmlformats.org/drawingml/2006/main">
            <a:lvl1pPr algn="ctr">
              <a:lnSpc>
                <a:spcPct val="100000"/>
              </a:lnSpc>
              <a:buNone/>
              <a:defRPr sz="2000" b="1" i="0">
                <a:solidFill>
                  <a:schemeClr val="tx1"/>
                </a:solidFill>
                <a:latin typeface="Oracle Sans Tab"/>
                <a:ea typeface="Oracle Sans Tab"/>
                <a:cs typeface="Oracle Sans Tab"/>
              </a:defRPr>
            </a:lvl1pPr>
          </a:lstStyle>
          <a:p xmlns:a="http://schemas.openxmlformats.org/drawingml/2006/main">
            <a:pPr lvl="0">
              <a:spcBef>
                <a:spcPct val="0"/>
              </a:spcBef>
              <a:buNone/>
            </a:pPr>
            <a:r>
              <a:t>Add speaker name</a:t>
            </a:r>
          </a:p>
        </p:txBody>
      </p:sp>
      <p:sp>
        <p:nvSpPr>
          <p:cNvPr id="38" name="Text Placeholder 33">
            <a:extLst xmlns:a="http://schemas.openxmlformats.org/drawingml/2006/main">
              <a:ext uri="{FF2B5EF4-FFF2-40B4-BE49-F238E27FC236}">
                <a16:creationId xmlns:a16="http://schemas.microsoft.com/office/drawing/2014/main" id="{F34D25E2-243D-4B96-8C35-F96C56B3482F}"/>
              </a:ext>
            </a:extLst>
          </p:cNvPr>
          <p:cNvSpPr>
            <a:spLocks xmlns:a="http://schemas.openxmlformats.org/drawingml/2006/main" noGrp="1"/>
          </p:cNvSpPr>
          <p:nvPr>
            <p:ph type="body" idx="13" hasCustomPrompt="1"/>
          </p:nvPr>
        </p:nvSpPr>
        <p:spPr>
          <a:xfrm xmlns:a="http://schemas.openxmlformats.org/drawingml/2006/main">
            <a:off x="792538" y="5499984"/>
            <a:ext cx="3236480" cy="365125"/>
          </a:xfrm>
        </p:spPr>
        <p:txBody>
          <a:bodyPr xmlns:a="http://schemas.openxmlformats.org/drawingml/2006/main" vert="horz" lIns="0" tIns="0" rIns="0" bIns="0" anchor="t">
            <a:noAutofit/>
          </a:bodyPr>
          <a:lstStyle xmlns:a="http://schemas.openxmlformats.org/drawingml/2006/main">
            <a:lvl1pPr algn="ctr">
              <a:lnSpc>
                <a:spcPct val="100000"/>
              </a:lnSpc>
              <a:buNone/>
              <a:defRPr b="0" i="0">
                <a:solidFill>
                  <a:schemeClr val="tx1"/>
                </a:solidFill>
                <a:latin typeface="Oracle Sans Tab"/>
                <a:ea typeface="Oracle Sans Tab"/>
                <a:cs typeface="Oracle Sans Tab"/>
              </a:defRPr>
            </a:lvl1pPr>
          </a:lstStyle>
          <a:p xmlns:a="http://schemas.openxmlformats.org/drawingml/2006/main">
            <a:pPr lvl="0">
              <a:spcBef>
                <a:spcPct val="0"/>
              </a:spcBef>
              <a:buNone/>
            </a:pPr>
            <a:r>
              <a:t>Add speaker title</a:t>
            </a:r>
          </a:p>
        </p:txBody>
      </p:sp>
      <p:sp>
        <p:nvSpPr>
          <p:cNvPr id="5" name="Content Placeholder 4">
            <a:extLst xmlns:a="http://schemas.openxmlformats.org/drawingml/2006/main">
              <a:ext uri="{FF2B5EF4-FFF2-40B4-BE49-F238E27FC236}">
                <a16:creationId xmlns:a16="http://schemas.microsoft.com/office/drawing/2014/main" id="{746E9417-F0B6-6477-88CA-D06650D0745B}"/>
              </a:ext>
            </a:extLst>
          </p:cNvPr>
          <p:cNvSpPr>
            <a:spLocks xmlns:a="http://schemas.openxmlformats.org/drawingml/2006/main" noGrp="1"/>
          </p:cNvSpPr>
          <p:nvPr>
            <p:ph idx="16"/>
          </p:nvPr>
        </p:nvSpPr>
        <p:spPr>
          <a:xfrm xmlns:a="http://schemas.openxmlformats.org/drawingml/2006/main">
            <a:off x="4541838" y="2514610"/>
            <a:ext cx="6907212" cy="2651115"/>
          </a:xfrm>
        </p:spPr>
        <p:txBody>
          <a:bodyPr xmlns:a="http://schemas.openxmlformats.org/drawingml/2006/main"/>
          <a:lstStyle xmlns:a="http://schemas.openxmlformats.org/drawingml/2006/main">
            <a:lvl1pPr>
              <a:lnSpc>
                <a:spcPct val="100000"/>
              </a:lnSpc>
              <a:buNone/>
              <a:defRPr sz="1600" b="0" i="0">
                <a:latin typeface="Oracle Sans Tab"/>
                <a:ea typeface="Oracle Sans Tab"/>
                <a:cs typeface="Oracle Sans Tab"/>
              </a:defRPr>
            </a:lvl1pPr>
            <a:lvl2pPr>
              <a:lnSpc>
                <a:spcPct val="100000"/>
              </a:lnSpc>
              <a:buNone/>
              <a:defRPr sz="1600" b="0" i="0">
                <a:latin typeface="Oracle Sans Tab"/>
                <a:ea typeface="Oracle Sans Tab"/>
                <a:cs typeface="Oracle Sans Tab"/>
              </a:defRPr>
            </a:lvl2pPr>
            <a:lvl3pPr>
              <a:lnSpc>
                <a:spcPct val="100000"/>
              </a:lnSpc>
              <a:buNone/>
              <a:defRPr sz="1600" b="0" i="0">
                <a:latin typeface="Oracle Sans Tab"/>
                <a:ea typeface="Oracle Sans Tab"/>
                <a:cs typeface="Oracle Sans Tab"/>
              </a:defRPr>
            </a:lvl3pPr>
            <a:lvl4pPr>
              <a:lnSpc>
                <a:spcPct val="100000"/>
              </a:lnSpc>
              <a:buNone/>
              <a:defRPr sz="1600" b="0" i="0">
                <a:latin typeface="Oracle Sans Tab"/>
                <a:ea typeface="Oracle Sans Tab"/>
                <a:cs typeface="Oracle Sans Tab"/>
              </a:defRPr>
            </a:lvl4pPr>
            <a:lvl5pPr>
              <a:lnSpc>
                <a:spcPct val="100000"/>
              </a:lnSpc>
              <a:buNone/>
              <a:defRPr sz="1600" b="0" i="0">
                <a:latin typeface="Oracle Sans Tab"/>
                <a:ea typeface="Oracle Sans Tab"/>
                <a:cs typeface="Oracle Sans Tab"/>
              </a:defRPr>
            </a:lvl5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2" name="Slide Number Placeholder 7">
            <a:extLst xmlns:a="http://schemas.openxmlformats.org/drawingml/2006/main">
              <a:ext uri="{FF2B5EF4-FFF2-40B4-BE49-F238E27FC236}">
                <a16:creationId xmlns:a16="http://schemas.microsoft.com/office/drawing/2014/main" id="{726CED8E-3269-CBEE-AC17-550ECD6FB69A}"/>
              </a:ext>
            </a:extLst>
          </p:cNvPr>
          <p:cNvSpPr>
            <a:spLocks xmlns:a="http://schemas.openxmlformats.org/drawingml/2006/main" noGrp="1"/>
          </p:cNvSpPr>
          <p:nvPr>
            <p:ph type="sldNum" idx="17"/>
          </p:nvPr>
        </p:nvSpPr>
        <p:spPr>
          <a:xfrm xmlns:a="http://schemas.openxmlformats.org/drawingml/2006/main">
            <a:off x="762000" y="6423660"/>
            <a:ext cx="365760" cy="365760"/>
          </a:xfrm>
        </p:spPr>
        <p:txBody>
          <a:bodyPr xmlns:a="http://schemas.openxmlformats.org/drawingml/2006/main"/>
          <a:lstStyle xmlns:a="http://schemas.openxmlformats.org/drawingml/2006/main">
            <a:lvl1pPr>
              <a:buNone/>
              <a:defRPr>
                <a:solidFill>
                  <a:srgbClr val="AEA8A2"/>
                </a:solidFill>
              </a:defRPr>
            </a:lvl1pPr>
          </a:lstStyle>
          <a:p xmlns:a="http://schemas.openxmlformats.org/drawingml/2006/main">
            <a:fld id="{345D60D9-5372-5F40-9443-0F9AE5BDC3C8}" type="slidenum">
              <a:t>‹#›</a:t>
            </a:fld>
            <a:endParaRPr/>
          </a:p>
        </p:txBody>
      </p:sp>
      <p:sp>
        <p:nvSpPr>
          <p:cNvPr id="4" name="Footer Placeholder 6">
            <a:extLst xmlns:a="http://schemas.openxmlformats.org/drawingml/2006/main">
              <a:ext uri="{FF2B5EF4-FFF2-40B4-BE49-F238E27FC236}">
                <a16:creationId xmlns:a16="http://schemas.microsoft.com/office/drawing/2014/main" id="{31110449-8712-D872-C8D5-93B229DFBFDE}"/>
              </a:ext>
            </a:extLst>
          </p:cNvPr>
          <p:cNvSpPr>
            <a:spLocks xmlns:a="http://schemas.openxmlformats.org/drawingml/2006/main" noGrp="1"/>
          </p:cNvSpPr>
          <p:nvPr>
            <p:ph type="ftr" idx="18"/>
          </p:nvPr>
        </p:nvSpPr>
        <p:spPr>
          <a:xfrm xmlns:a="http://schemas.openxmlformats.org/drawingml/2006/main">
            <a:off x="1127759" y="6423978"/>
            <a:ext cx="5745379" cy="365125"/>
          </a:xfrm>
        </p:spPr>
        <p:txBody>
          <a:bodyPr xmlns:a="http://schemas.openxmlformats.org/drawingml/2006/main"/>
          <a:lstStyle xmlns:a="http://schemas.openxmlformats.org/drawingml/2006/main">
            <a:lvl1pPr>
              <a:buNone/>
              <a:defRPr>
                <a:solidFill>
                  <a:srgbClr val="AEA8A2"/>
                </a:solidFill>
              </a:defRPr>
            </a:lvl1pPr>
          </a:lstStyle>
          <a:p xmlns:a="http://schemas.openxmlformats.org/drawingml/2006/main">
            <a:r>
              <a:t>Copyright © 2025, Oracle and/or its affiliates |  Confidential: Internal/Restricted/Highly Restricted</a:t>
            </a:r>
            <a:endParaRPr/>
          </a:p>
        </p:txBody>
      </p:sp>
      <p:sp>
        <p:nvSpPr>
          <p:cNvPr id="6" name="Date Placeholder 4">
            <a:extLst xmlns:a="http://schemas.openxmlformats.org/drawingml/2006/main">
              <a:ext uri="{FF2B5EF4-FFF2-40B4-BE49-F238E27FC236}">
                <a16:creationId xmlns:a16="http://schemas.microsoft.com/office/drawing/2014/main" id="{EF4EF84C-2C31-7D08-88D6-853E01865AA5}"/>
              </a:ext>
            </a:extLst>
          </p:cNvPr>
          <p:cNvSpPr>
            <a:spLocks xmlns:a="http://schemas.openxmlformats.org/drawingml/2006/main" noGrp="1"/>
          </p:cNvSpPr>
          <p:nvPr>
            <p:ph type="dt" idx="15"/>
          </p:nvPr>
        </p:nvSpPr>
        <p:spPr>
          <a:xfrm xmlns:a="http://schemas.openxmlformats.org/drawingml/2006/main">
            <a:off x="6873138" y="6425604"/>
            <a:ext cx="2743200" cy="363500"/>
          </a:xfrm>
        </p:spPr>
        <p:txBody>
          <a:bodyPr xmlns:a="http://schemas.openxmlformats.org/drawingml/2006/main"/>
          <a:lstStyle xmlns:a="http://schemas.openxmlformats.org/drawingml/2006/main">
            <a:lvl1pPr>
              <a:buNone/>
              <a:defRPr>
                <a:solidFill>
                  <a:srgbClr val="AEA8A2"/>
                </a:solidFill>
              </a:defRPr>
            </a:lvl1pPr>
          </a:lstStyle>
          <a:p xmlns:a="http://schemas.openxmlformats.org/drawingml/2006/main">
            <a:r>
              <a:t>[Date]</a:t>
            </a:r>
            <a:endParaRPr/>
          </a:p>
        </p:txBody>
      </p:sp>
    </p:spTree>
  </p:cSld>
</p:sldLayout>
</file>

<file path=ppt/slideLayouts/slideLayout52.xml><?xml version="1.0" encoding="utf-8"?>
<p:sldLayout xmlns:p="http://schemas.openxmlformats.org/presentationml/2006/main" preserve="1" userDrawn="1">
  <p:cSld name="Speaker_2">
    <p:bg>
      <p:bgPr>
        <a:solidFill xmlns:a="http://schemas.openxmlformats.org/drawingml/2006/main">
          <a:schemeClr val="bg2"/>
        </a:solidFill>
      </p:bgPr>
    </p:bg>
    <p:spTree>
      <p:nvGrpSpPr>
        <p:cNvPr id="1" name=""/>
        <p:cNvGrpSpPr/>
        <p:nvPr/>
      </p:nvGrpSpPr>
      <p:grpSpPr>
        <a:xfrm xmlns:a="http://schemas.openxmlformats.org/drawingml/2006/main"/>
      </p:grpSpPr>
      <p:pic>
        <p:nvPicPr>
          <p:cNvPr id="8" name="Graphic 7">
            <a:extLst xmlns:a="http://schemas.openxmlformats.org/drawingml/2006/main">
              <a:ext uri="{FF2B5EF4-FFF2-40B4-BE49-F238E27FC236}">
                <a16:creationId xmlns:a16="http://schemas.microsoft.com/office/drawing/2014/main" id="{F7892062-B67A-49B9-BE8E-DFF4A442A553}"/>
              </a:ext>
            </a:extLst>
          </p:cNvPr>
          <p:cNvPicPr>
            <a:picLocks xmlns:a="http://schemas.openxmlformats.org/drawingml/2006/main" noChangeAspect="1"/>
          </p:cNvPicPr>
          <p:nvPr/>
        </p:nvPicPr>
        <p:blipFill>
          <a:blip xmlns:r="http://schemas.openxmlformats.org/officeDocument/2006/relationships" xmlns:a="http://schemas.openxmlformats.org/drawingml/2006/main" r:embed="R00ba2f03a9cf4497">
            <a:extLst>
              <a:ext uri="{96DAC541-7B7A-43D3-8B79-37D633B846F1}">
                <asvg:svgBlip xmlns:asvg="http://schemas.microsoft.com/office/drawing/2016/SVG/main" r:embed="Raeea4a1f4208438a"/>
              </a:ext>
            </a:extLst>
          </a:blip>
          <a:srcRect xmlns:a="http://schemas.openxmlformats.org/drawingml/2006/main" l="42612" t="12210" r="14437" b="12837"/>
          <a:stretch xmlns:a="http://schemas.openxmlformats.org/drawingml/2006/main"/>
        </p:blipFill>
        <p:spPr>
          <a:xfrm xmlns:a="http://schemas.openxmlformats.org/drawingml/2006/main">
            <a:off x="7734150" y="1182539"/>
            <a:ext cx="3567993" cy="3576793"/>
          </a:xfrm>
          <a:prstGeom xmlns:a="http://schemas.openxmlformats.org/drawingml/2006/main" prst="rect">
            <a:avLst/>
          </a:prstGeom>
        </p:spPr>
      </p:pic>
      <p:sp>
        <p:nvSpPr>
          <p:cNvPr id="2" name="Title 1">
            <a:extLst xmlns:a="http://schemas.openxmlformats.org/drawingml/2006/main">
              <a:ext uri="{FF2B5EF4-FFF2-40B4-BE49-F238E27FC236}">
                <a16:creationId xmlns:a16="http://schemas.microsoft.com/office/drawing/2014/main" id="{31D55E47-4DBE-46C5-AA1D-6AC25D117460}"/>
              </a:ext>
            </a:extLst>
          </p:cNvPr>
          <p:cNvSpPr>
            <a:spLocks xmlns:a="http://schemas.openxmlformats.org/drawingml/2006/main" noGrp="1"/>
          </p:cNvSpPr>
          <p:nvPr>
            <p:ph type="title" idx="0" hasCustomPrompt="1"/>
          </p:nvPr>
        </p:nvSpPr>
        <p:spPr>
          <a:xfrm xmlns:a="http://schemas.openxmlformats.org/drawingml/2006/main">
            <a:off x="762000" y="1600200"/>
            <a:ext cx="2560320" cy="1320103"/>
          </a:xfrm>
        </p:spPr>
        <p:txBody>
          <a:bodyPr xmlns:a="http://schemas.openxmlformats.org/drawingml/2006/main" vert="horz" wrap="square" lIns="0" tIns="0" rIns="0" bIns="0" anchor="b">
            <a:normAutofit/>
          </a:bodyPr>
          <a:lstStyle xmlns:a="http://schemas.openxmlformats.org/drawingml/2006/main">
            <a:lvl1pPr marL="0" algn="l" defTabSz="914400">
              <a:lnSpc>
                <a:spcPct val="100000"/>
              </a:lnSpc>
              <a:spcBef>
                <a:spcPct val="0"/>
              </a:spcBef>
              <a:buNone/>
              <a:defRPr sz="3200" b="1" i="0" kern="1200" baseline="0">
                <a:solidFill>
                  <a:schemeClr val="tx1"/>
                </a:solidFill>
                <a:latin typeface="Oracle Sans Tab"/>
                <a:ea typeface="Oracle Sans Tab"/>
                <a:cs typeface="Oracle Sans Tab"/>
              </a:defRPr>
            </a:lvl1pPr>
          </a:lstStyle>
          <a:p xmlns:a="http://schemas.openxmlformats.org/drawingml/2006/main">
            <a:pPr marL="0" lvl="0">
              <a:lnSpc>
                <a:spcPct val="100000"/>
              </a:lnSpc>
              <a:buNone/>
            </a:pPr>
            <a:r>
              <a:t>Speakers</a:t>
            </a:r>
          </a:p>
        </p:txBody>
      </p:sp>
      <p:sp>
        <p:nvSpPr>
          <p:cNvPr id="19" name="Picture Placeholder 4">
            <a:extLst xmlns:a="http://schemas.openxmlformats.org/drawingml/2006/main">
              <a:ext uri="{FF2B5EF4-FFF2-40B4-BE49-F238E27FC236}">
                <a16:creationId xmlns:a16="http://schemas.microsoft.com/office/drawing/2014/main" id="{DEEA7EE7-413E-4F05-94D2-2DA6180164CA}"/>
              </a:ext>
            </a:extLst>
          </p:cNvPr>
          <p:cNvSpPr>
            <a:spLocks xmlns:a="http://schemas.openxmlformats.org/drawingml/2006/main" noGrp="1"/>
          </p:cNvSpPr>
          <p:nvPr>
            <p:ph type="pic" idx="10"/>
          </p:nvPr>
        </p:nvSpPr>
        <p:spPr>
          <a:xfrm xmlns:a="http://schemas.openxmlformats.org/drawingml/2006/main">
            <a:off x="4446925" y="1548702"/>
            <a:ext cx="2743200" cy="2743200"/>
          </a:xfrm>
          <a:prstGeom xmlns:a="http://schemas.openxmlformats.org/drawingml/2006/main" prst="ellipse">
            <a:avLst/>
          </a:prstGeom>
        </p:spPr>
        <p:txBody>
          <a:bodyPr xmlns:a="http://schemas.openxmlformats.org/drawingml/2006/main"/>
          <a:lstStyle xmlns:a="http://schemas.openxmlformats.org/drawingml/2006/main">
            <a:lvl1pPr algn="ctr">
              <a:buNone/>
              <a:defRPr>
                <a:solidFill>
                  <a:schemeClr val="tx1"/>
                </a:solidFill>
              </a:defRPr>
            </a:lvl1pPr>
          </a:lstStyle>
          <a:p xmlns:a="http://schemas.openxmlformats.org/drawingml/2006/main">
            <a:r>
              <a:t>Click icon to add picture</a:t>
            </a:r>
            <a:endParaRPr/>
          </a:p>
        </p:txBody>
      </p:sp>
      <p:sp>
        <p:nvSpPr>
          <p:cNvPr id="37" name="Text Placeholder 33">
            <a:extLst xmlns:a="http://schemas.openxmlformats.org/drawingml/2006/main">
              <a:ext uri="{FF2B5EF4-FFF2-40B4-BE49-F238E27FC236}">
                <a16:creationId xmlns:a16="http://schemas.microsoft.com/office/drawing/2014/main" id="{4B94D438-35CF-4631-8709-33AB89A0307E}"/>
              </a:ext>
            </a:extLst>
          </p:cNvPr>
          <p:cNvSpPr>
            <a:spLocks xmlns:a="http://schemas.openxmlformats.org/drawingml/2006/main" noGrp="1"/>
          </p:cNvSpPr>
          <p:nvPr>
            <p:ph type="body" idx="12" hasCustomPrompt="1"/>
          </p:nvPr>
        </p:nvSpPr>
        <p:spPr>
          <a:xfrm xmlns:a="http://schemas.openxmlformats.org/drawingml/2006/main">
            <a:off x="4166157" y="4636935"/>
            <a:ext cx="3227832" cy="365125"/>
          </a:xfrm>
        </p:spPr>
        <p:txBody>
          <a:bodyPr xmlns:a="http://schemas.openxmlformats.org/drawingml/2006/main" vert="horz" lIns="0" tIns="0" rIns="0" bIns="0" anchor="t">
            <a:noAutofit/>
          </a:bodyPr>
          <a:lstStyle xmlns:a="http://schemas.openxmlformats.org/drawingml/2006/main">
            <a:lvl1pPr algn="ctr">
              <a:lnSpc>
                <a:spcPct val="100000"/>
              </a:lnSpc>
              <a:buNone/>
              <a:defRPr sz="2000" b="1" i="0">
                <a:solidFill>
                  <a:schemeClr val="tx1"/>
                </a:solidFill>
                <a:latin typeface="Oracle Sans Tab"/>
                <a:ea typeface="Oracle Sans Tab"/>
                <a:cs typeface="Oracle Sans Tab"/>
              </a:defRPr>
            </a:lvl1pPr>
          </a:lstStyle>
          <a:p xmlns:a="http://schemas.openxmlformats.org/drawingml/2006/main">
            <a:pPr lvl="0">
              <a:spcBef>
                <a:spcPct val="0"/>
              </a:spcBef>
              <a:buNone/>
            </a:pPr>
            <a:r>
              <a:t>Add speaker name</a:t>
            </a:r>
          </a:p>
        </p:txBody>
      </p:sp>
      <p:sp>
        <p:nvSpPr>
          <p:cNvPr id="38" name="Text Placeholder 33">
            <a:extLst xmlns:a="http://schemas.openxmlformats.org/drawingml/2006/main">
              <a:ext uri="{FF2B5EF4-FFF2-40B4-BE49-F238E27FC236}">
                <a16:creationId xmlns:a16="http://schemas.microsoft.com/office/drawing/2014/main" id="{F34D25E2-243D-4B96-8C35-F96C56B3482F}"/>
              </a:ext>
            </a:extLst>
          </p:cNvPr>
          <p:cNvSpPr>
            <a:spLocks xmlns:a="http://schemas.openxmlformats.org/drawingml/2006/main" noGrp="1"/>
          </p:cNvSpPr>
          <p:nvPr>
            <p:ph type="body" idx="13" hasCustomPrompt="1"/>
          </p:nvPr>
        </p:nvSpPr>
        <p:spPr>
          <a:xfrm xmlns:a="http://schemas.openxmlformats.org/drawingml/2006/main">
            <a:off x="4166157" y="5001040"/>
            <a:ext cx="3227832" cy="365125"/>
          </a:xfrm>
        </p:spPr>
        <p:txBody>
          <a:bodyPr xmlns:a="http://schemas.openxmlformats.org/drawingml/2006/main" vert="horz" lIns="0" tIns="0" rIns="0" bIns="0" anchor="t">
            <a:noAutofit/>
          </a:bodyPr>
          <a:lstStyle xmlns:a="http://schemas.openxmlformats.org/drawingml/2006/main">
            <a:lvl1pPr algn="ctr">
              <a:lnSpc>
                <a:spcPct val="100000"/>
              </a:lnSpc>
              <a:buNone/>
              <a:defRPr sz="1600" b="0" i="0">
                <a:solidFill>
                  <a:schemeClr val="tx1"/>
                </a:solidFill>
                <a:latin typeface="Oracle Sans Tab"/>
                <a:ea typeface="Oracle Sans Tab"/>
                <a:cs typeface="Oracle Sans Tab"/>
              </a:defRPr>
            </a:lvl1pPr>
          </a:lstStyle>
          <a:p xmlns:a="http://schemas.openxmlformats.org/drawingml/2006/main">
            <a:pPr lvl="0">
              <a:spcBef>
                <a:spcPct val="0"/>
              </a:spcBef>
              <a:buNone/>
            </a:pPr>
            <a:r>
              <a:t>Add speaker title</a:t>
            </a:r>
          </a:p>
        </p:txBody>
      </p:sp>
      <p:sp>
        <p:nvSpPr>
          <p:cNvPr id="17" name="Picture Placeholder 4">
            <a:extLst xmlns:a="http://schemas.openxmlformats.org/drawingml/2006/main">
              <a:ext uri="{FF2B5EF4-FFF2-40B4-BE49-F238E27FC236}">
                <a16:creationId xmlns:a16="http://schemas.microsoft.com/office/drawing/2014/main" id="{AD80FD35-1640-4598-BFDA-3E05A9FCEBBE}"/>
              </a:ext>
            </a:extLst>
          </p:cNvPr>
          <p:cNvSpPr>
            <a:spLocks xmlns:a="http://schemas.openxmlformats.org/drawingml/2006/main" noGrp="1"/>
          </p:cNvSpPr>
          <p:nvPr>
            <p:ph type="pic" idx="19"/>
          </p:nvPr>
        </p:nvSpPr>
        <p:spPr>
          <a:xfrm xmlns:a="http://schemas.openxmlformats.org/drawingml/2006/main">
            <a:off x="8157472" y="1599336"/>
            <a:ext cx="2743200" cy="2743200"/>
          </a:xfrm>
          <a:prstGeom xmlns:a="http://schemas.openxmlformats.org/drawingml/2006/main" prst="ellipse">
            <a:avLst/>
          </a:prstGeom>
        </p:spPr>
        <p:txBody>
          <a:bodyPr xmlns:a="http://schemas.openxmlformats.org/drawingml/2006/main"/>
          <a:lstStyle xmlns:a="http://schemas.openxmlformats.org/drawingml/2006/main">
            <a:lvl1pPr algn="ctr">
              <a:buNone/>
              <a:defRPr>
                <a:solidFill>
                  <a:schemeClr val="tx1"/>
                </a:solidFill>
              </a:defRPr>
            </a:lvl1pPr>
          </a:lstStyle>
          <a:p xmlns:a="http://schemas.openxmlformats.org/drawingml/2006/main">
            <a:r>
              <a:t>Click icon to add picture</a:t>
            </a:r>
            <a:endParaRPr/>
          </a:p>
        </p:txBody>
      </p:sp>
      <p:sp>
        <p:nvSpPr>
          <p:cNvPr id="21" name="Text Placeholder 33">
            <a:extLst xmlns:a="http://schemas.openxmlformats.org/drawingml/2006/main">
              <a:ext uri="{FF2B5EF4-FFF2-40B4-BE49-F238E27FC236}">
                <a16:creationId xmlns:a16="http://schemas.microsoft.com/office/drawing/2014/main" id="{AF0CFD6E-C443-4D08-B5C0-973C8F72617B}"/>
              </a:ext>
            </a:extLst>
          </p:cNvPr>
          <p:cNvSpPr>
            <a:spLocks xmlns:a="http://schemas.openxmlformats.org/drawingml/2006/main" noGrp="1"/>
          </p:cNvSpPr>
          <p:nvPr>
            <p:ph type="body" idx="20" hasCustomPrompt="1"/>
          </p:nvPr>
        </p:nvSpPr>
        <p:spPr>
          <a:xfrm xmlns:a="http://schemas.openxmlformats.org/drawingml/2006/main">
            <a:off x="7915156" y="4636935"/>
            <a:ext cx="3227832" cy="365125"/>
          </a:xfrm>
        </p:spPr>
        <p:txBody>
          <a:bodyPr xmlns:a="http://schemas.openxmlformats.org/drawingml/2006/main" vert="horz" lIns="0" tIns="0" rIns="0" bIns="0" anchor="t">
            <a:noAutofit/>
          </a:bodyPr>
          <a:lstStyle xmlns:a="http://schemas.openxmlformats.org/drawingml/2006/main">
            <a:lvl1pPr algn="ctr">
              <a:lnSpc>
                <a:spcPct val="100000"/>
              </a:lnSpc>
              <a:buNone/>
              <a:defRPr sz="2000" b="1" i="0">
                <a:solidFill>
                  <a:schemeClr val="tx1"/>
                </a:solidFill>
                <a:latin typeface="Oracle Sans Tab"/>
                <a:ea typeface="Oracle Sans Tab"/>
                <a:cs typeface="Oracle Sans Tab"/>
              </a:defRPr>
            </a:lvl1pPr>
          </a:lstStyle>
          <a:p xmlns:a="http://schemas.openxmlformats.org/drawingml/2006/main">
            <a:pPr lvl="0">
              <a:spcBef>
                <a:spcPct val="0"/>
              </a:spcBef>
              <a:buNone/>
            </a:pPr>
            <a:r>
              <a:t>Add speaker name</a:t>
            </a:r>
          </a:p>
        </p:txBody>
      </p:sp>
      <p:sp>
        <p:nvSpPr>
          <p:cNvPr id="25" name="Text Placeholder 33">
            <a:extLst xmlns:a="http://schemas.openxmlformats.org/drawingml/2006/main">
              <a:ext uri="{FF2B5EF4-FFF2-40B4-BE49-F238E27FC236}">
                <a16:creationId xmlns:a16="http://schemas.microsoft.com/office/drawing/2014/main" id="{F3C3D640-B9ED-4162-9C4F-0F9F774E639B}"/>
              </a:ext>
            </a:extLst>
          </p:cNvPr>
          <p:cNvSpPr>
            <a:spLocks xmlns:a="http://schemas.openxmlformats.org/drawingml/2006/main" noGrp="1"/>
          </p:cNvSpPr>
          <p:nvPr>
            <p:ph type="body" idx="21" hasCustomPrompt="1"/>
          </p:nvPr>
        </p:nvSpPr>
        <p:spPr>
          <a:xfrm xmlns:a="http://schemas.openxmlformats.org/drawingml/2006/main">
            <a:off x="7915156" y="5001040"/>
            <a:ext cx="3227832" cy="365125"/>
          </a:xfrm>
        </p:spPr>
        <p:txBody>
          <a:bodyPr xmlns:a="http://schemas.openxmlformats.org/drawingml/2006/main" vert="horz" lIns="0" tIns="0" rIns="0" bIns="0" anchor="t">
            <a:noAutofit/>
          </a:bodyPr>
          <a:lstStyle xmlns:a="http://schemas.openxmlformats.org/drawingml/2006/main">
            <a:lvl1pPr algn="ctr">
              <a:lnSpc>
                <a:spcPct val="100000"/>
              </a:lnSpc>
              <a:buNone/>
              <a:defRPr sz="1600" b="0" i="0">
                <a:solidFill>
                  <a:schemeClr val="tx1"/>
                </a:solidFill>
                <a:latin typeface="Oracle Sans Tab"/>
                <a:ea typeface="Oracle Sans Tab"/>
                <a:cs typeface="Oracle Sans Tab"/>
              </a:defRPr>
            </a:lvl1pPr>
          </a:lstStyle>
          <a:p xmlns:a="http://schemas.openxmlformats.org/drawingml/2006/main">
            <a:pPr lvl="0">
              <a:spcBef>
                <a:spcPct val="0"/>
              </a:spcBef>
              <a:buNone/>
            </a:pPr>
            <a:r>
              <a:t>Add speaker title</a:t>
            </a:r>
          </a:p>
        </p:txBody>
      </p:sp>
      <p:sp>
        <p:nvSpPr>
          <p:cNvPr id="3" name="Slide Number Placeholder 7">
            <a:extLst xmlns:a="http://schemas.openxmlformats.org/drawingml/2006/main">
              <a:ext uri="{FF2B5EF4-FFF2-40B4-BE49-F238E27FC236}">
                <a16:creationId xmlns:a16="http://schemas.microsoft.com/office/drawing/2014/main" id="{90537780-8302-81C2-C045-4F2DEDF594EF}"/>
              </a:ext>
            </a:extLst>
          </p:cNvPr>
          <p:cNvSpPr>
            <a:spLocks xmlns:a="http://schemas.openxmlformats.org/drawingml/2006/main" noGrp="1"/>
          </p:cNvSpPr>
          <p:nvPr>
            <p:ph type="sldNum" idx="17"/>
          </p:nvPr>
        </p:nvSpPr>
        <p:spPr>
          <a:xfrm xmlns:a="http://schemas.openxmlformats.org/drawingml/2006/main">
            <a:off x="762000" y="6423660"/>
            <a:ext cx="365760" cy="365760"/>
          </a:xfrm>
        </p:spPr>
        <p:txBody>
          <a:bodyPr xmlns:a="http://schemas.openxmlformats.org/drawingml/2006/main"/>
          <a:lstStyle xmlns:a="http://schemas.openxmlformats.org/drawingml/2006/main">
            <a:lvl1pPr>
              <a:buNone/>
              <a:defRPr sz="800">
                <a:solidFill>
                  <a:srgbClr val="AEA8A2"/>
                </a:solidFill>
                <a:latin typeface="+mn-lt"/>
                <a:ea typeface="+mn-lt"/>
                <a:cs typeface="+mn-lt"/>
              </a:defRPr>
            </a:lvl1pPr>
          </a:lstStyle>
          <a:p xmlns:a="http://schemas.openxmlformats.org/drawingml/2006/main">
            <a:fld id="{345D60D9-5372-5F40-9443-0F9AE5BDC3C8}" type="slidenum">
              <a:t>‹#›</a:t>
            </a:fld>
            <a:endParaRPr/>
          </a:p>
        </p:txBody>
      </p:sp>
      <p:sp>
        <p:nvSpPr>
          <p:cNvPr id="4" name="Footer Placeholder 6">
            <a:extLst xmlns:a="http://schemas.openxmlformats.org/drawingml/2006/main">
              <a:ext uri="{FF2B5EF4-FFF2-40B4-BE49-F238E27FC236}">
                <a16:creationId xmlns:a16="http://schemas.microsoft.com/office/drawing/2014/main" id="{A92B0D41-4168-EC0C-ADF5-AC9E34B1653B}"/>
              </a:ext>
            </a:extLst>
          </p:cNvPr>
          <p:cNvSpPr>
            <a:spLocks xmlns:a="http://schemas.openxmlformats.org/drawingml/2006/main" noGrp="1"/>
          </p:cNvSpPr>
          <p:nvPr>
            <p:ph type="ftr" idx="16"/>
          </p:nvPr>
        </p:nvSpPr>
        <p:spPr>
          <a:xfrm xmlns:a="http://schemas.openxmlformats.org/drawingml/2006/main">
            <a:off x="1127759" y="6423978"/>
            <a:ext cx="5745379" cy="365125"/>
          </a:xfrm>
        </p:spPr>
        <p:txBody>
          <a:bodyPr xmlns:a="http://schemas.openxmlformats.org/drawingml/2006/main"/>
          <a:lstStyle xmlns:a="http://schemas.openxmlformats.org/drawingml/2006/main">
            <a:lvl1pPr>
              <a:buNone/>
              <a:defRPr sz="800">
                <a:solidFill>
                  <a:srgbClr val="AEA8A2"/>
                </a:solidFill>
                <a:latin typeface="+mn-lt"/>
                <a:ea typeface="+mn-lt"/>
                <a:cs typeface="+mn-lt"/>
              </a:defRPr>
            </a:lvl1pPr>
          </a:lstStyle>
          <a:p xmlns:a="http://schemas.openxmlformats.org/drawingml/2006/main">
            <a:r>
              <a:t>Copyright © 2025, Oracle and/or its affiliates |  Confidential: Internal/Restricted/Highly Restricted</a:t>
            </a:r>
            <a:endParaRPr/>
          </a:p>
        </p:txBody>
      </p:sp>
      <p:sp>
        <p:nvSpPr>
          <p:cNvPr id="5" name="Date Placeholder 4">
            <a:extLst xmlns:a="http://schemas.openxmlformats.org/drawingml/2006/main">
              <a:ext uri="{FF2B5EF4-FFF2-40B4-BE49-F238E27FC236}">
                <a16:creationId xmlns:a16="http://schemas.microsoft.com/office/drawing/2014/main" id="{D753EE4A-4B0D-E70D-3900-1851E13A291D}"/>
              </a:ext>
            </a:extLst>
          </p:cNvPr>
          <p:cNvSpPr>
            <a:spLocks xmlns:a="http://schemas.openxmlformats.org/drawingml/2006/main" noGrp="1"/>
          </p:cNvSpPr>
          <p:nvPr>
            <p:ph type="dt" idx="15"/>
          </p:nvPr>
        </p:nvSpPr>
        <p:spPr>
          <a:xfrm xmlns:a="http://schemas.openxmlformats.org/drawingml/2006/main">
            <a:off x="6873138" y="6425604"/>
            <a:ext cx="2743200" cy="363500"/>
          </a:xfrm>
        </p:spPr>
        <p:txBody>
          <a:bodyPr xmlns:a="http://schemas.openxmlformats.org/drawingml/2006/main"/>
          <a:lstStyle xmlns:a="http://schemas.openxmlformats.org/drawingml/2006/main">
            <a:lvl1pPr>
              <a:buNone/>
              <a:defRPr sz="800">
                <a:solidFill>
                  <a:srgbClr val="AEA8A2"/>
                </a:solidFill>
                <a:latin typeface="+mn-lt"/>
                <a:ea typeface="+mn-lt"/>
                <a:cs typeface="+mn-lt"/>
              </a:defRPr>
            </a:lvl1pPr>
          </a:lstStyle>
          <a:p xmlns:a="http://schemas.openxmlformats.org/drawingml/2006/main">
            <a:r>
              <a:t>[Date]</a:t>
            </a:r>
            <a:endParaRPr/>
          </a:p>
        </p:txBody>
      </p:sp>
      <p:pic>
        <p:nvPicPr>
          <p:cNvPr id="6" name="Graphic 5">
            <a:extLst xmlns:a="http://schemas.openxmlformats.org/drawingml/2006/main">
              <a:ext uri="{FF2B5EF4-FFF2-40B4-BE49-F238E27FC236}">
                <a16:creationId xmlns:a16="http://schemas.microsoft.com/office/drawing/2014/main" id="{8E191766-C439-4A28-86AE-3B13C5D8C48A}"/>
              </a:ext>
            </a:extLst>
          </p:cNvPr>
          <p:cNvPicPr>
            <a:picLocks xmlns:a="http://schemas.openxmlformats.org/drawingml/2006/main" noChangeAspect="1"/>
          </p:cNvPicPr>
          <p:nvPr/>
        </p:nvPicPr>
        <p:blipFill>
          <a:blip xmlns:r="http://schemas.openxmlformats.org/officeDocument/2006/relationships" xmlns:a="http://schemas.openxmlformats.org/drawingml/2006/main" r:embed="R00ba2f03a9cf4497">
            <a:extLst>
              <a:ext uri="{96DAC541-7B7A-43D3-8B79-37D633B846F1}">
                <asvg:svgBlip xmlns:asvg="http://schemas.microsoft.com/office/drawing/2016/SVG/main" r:embed="Raeea4a1f4208438a"/>
              </a:ext>
            </a:extLst>
          </a:blip>
          <a:srcRect xmlns:a="http://schemas.openxmlformats.org/drawingml/2006/main" l="42612" t="12210" r="14437" b="12837"/>
          <a:stretch xmlns:a="http://schemas.openxmlformats.org/drawingml/2006/main"/>
        </p:blipFill>
        <p:spPr>
          <a:xfrm xmlns:a="http://schemas.openxmlformats.org/drawingml/2006/main">
            <a:off x="4034529" y="1131906"/>
            <a:ext cx="3567993" cy="3576793"/>
          </a:xfrm>
          <a:prstGeom xmlns:a="http://schemas.openxmlformats.org/drawingml/2006/main" prst="rect">
            <a:avLst/>
          </a:prstGeom>
        </p:spPr>
      </p:pic>
    </p:spTree>
  </p:cSld>
</p:sldLayout>
</file>

<file path=ppt/slideLayouts/slideLayout53.xml><?xml version="1.0" encoding="utf-8"?>
<p:sldLayout xmlns:p="http://schemas.openxmlformats.org/presentationml/2006/main" preserve="1" userDrawn="1">
  <p:cSld name="Speaker_3">
    <p:bg>
      <p:bgPr>
        <a:solidFill xmlns:a="http://schemas.openxmlformats.org/drawingml/2006/main">
          <a:schemeClr val="bg2"/>
        </a:solidFill>
      </p:bgPr>
    </p:bg>
    <p:spTree>
      <p:nvGrpSpPr>
        <p:cNvPr id="1" name=""/>
        <p:cNvGrpSpPr/>
        <p:nvPr/>
      </p:nvGrpSpPr>
      <p:grpSpPr>
        <a:xfrm xmlns:a="http://schemas.openxmlformats.org/drawingml/2006/main"/>
      </p:grpSpPr>
      <p:sp>
        <p:nvSpPr>
          <p:cNvPr id="32" name="Title 1">
            <a:extLst xmlns:a="http://schemas.openxmlformats.org/drawingml/2006/main">
              <a:ext uri="{FF2B5EF4-FFF2-40B4-BE49-F238E27FC236}">
                <a16:creationId xmlns:a16="http://schemas.microsoft.com/office/drawing/2014/main" id="{F61107A6-7831-4EC7-8264-2809B94682DD}"/>
              </a:ext>
            </a:extLst>
          </p:cNvPr>
          <p:cNvSpPr>
            <a:spLocks xmlns:a="http://schemas.openxmlformats.org/drawingml/2006/main" noGrp="1"/>
          </p:cNvSpPr>
          <p:nvPr>
            <p:ph type="title" idx="0" hasCustomPrompt="1"/>
          </p:nvPr>
        </p:nvSpPr>
        <p:spPr>
          <a:xfrm xmlns:a="http://schemas.openxmlformats.org/drawingml/2006/main">
            <a:off x="762000" y="1600200"/>
            <a:ext cx="3200400" cy="1320103"/>
          </a:xfrm>
        </p:spPr>
        <p:txBody>
          <a:bodyPr xmlns:a="http://schemas.openxmlformats.org/drawingml/2006/main" vert="horz" wrap="square" lIns="0" tIns="0" rIns="0" bIns="0" anchor="b">
            <a:normAutofit/>
          </a:bodyPr>
          <a:lstStyle xmlns:a="http://schemas.openxmlformats.org/drawingml/2006/main">
            <a:lvl1pPr marL="0" algn="l" defTabSz="914400">
              <a:lnSpc>
                <a:spcPct val="100000"/>
              </a:lnSpc>
              <a:spcBef>
                <a:spcPct val="0"/>
              </a:spcBef>
              <a:buNone/>
              <a:defRPr sz="3200" b="1" i="0" kern="1200" baseline="0">
                <a:solidFill>
                  <a:schemeClr val="tx1"/>
                </a:solidFill>
                <a:latin typeface="Oracle Sans Tab"/>
                <a:ea typeface="Oracle Sans Tab"/>
                <a:cs typeface="Oracle Sans Tab"/>
              </a:defRPr>
            </a:lvl1pPr>
          </a:lstStyle>
          <a:p xmlns:a="http://schemas.openxmlformats.org/drawingml/2006/main">
            <a:pPr marL="0" lvl="0">
              <a:lnSpc>
                <a:spcPct val="100000"/>
              </a:lnSpc>
              <a:buNone/>
            </a:pPr>
            <a:r>
              <a:t>Speakers</a:t>
            </a:r>
          </a:p>
        </p:txBody>
      </p:sp>
      <p:sp>
        <p:nvSpPr>
          <p:cNvPr id="19" name="Picture Placeholder 4">
            <a:extLst xmlns:a="http://schemas.openxmlformats.org/drawingml/2006/main">
              <a:ext uri="{FF2B5EF4-FFF2-40B4-BE49-F238E27FC236}">
                <a16:creationId xmlns:a16="http://schemas.microsoft.com/office/drawing/2014/main" id="{DEEA7EE7-413E-4F05-94D2-2DA6180164CA}"/>
              </a:ext>
            </a:extLst>
          </p:cNvPr>
          <p:cNvSpPr>
            <a:spLocks xmlns:a="http://schemas.openxmlformats.org/drawingml/2006/main" noGrp="1"/>
          </p:cNvSpPr>
          <p:nvPr>
            <p:ph type="pic" idx="10"/>
          </p:nvPr>
        </p:nvSpPr>
        <p:spPr>
          <a:xfrm xmlns:a="http://schemas.openxmlformats.org/drawingml/2006/main">
            <a:off x="6832060" y="502952"/>
            <a:ext cx="2011680" cy="2011680"/>
          </a:xfrm>
          <a:prstGeom xmlns:a="http://schemas.openxmlformats.org/drawingml/2006/main" prst="ellipse">
            <a:avLst/>
          </a:prstGeom>
        </p:spPr>
        <p:txBody>
          <a:bodyPr xmlns:a="http://schemas.openxmlformats.org/drawingml/2006/main"/>
          <a:lstStyle xmlns:a="http://schemas.openxmlformats.org/drawingml/2006/main">
            <a:lvl1pPr algn="ctr">
              <a:buNone/>
              <a:defRPr>
                <a:solidFill>
                  <a:schemeClr val="tx1"/>
                </a:solidFill>
              </a:defRPr>
            </a:lvl1pPr>
          </a:lstStyle>
          <a:p xmlns:a="http://schemas.openxmlformats.org/drawingml/2006/main">
            <a:r>
              <a:t>Click icon to add picture</a:t>
            </a:r>
            <a:endParaRPr/>
          </a:p>
        </p:txBody>
      </p:sp>
      <p:sp>
        <p:nvSpPr>
          <p:cNvPr id="37" name="Text Placeholder 33">
            <a:extLst xmlns:a="http://schemas.openxmlformats.org/drawingml/2006/main">
              <a:ext uri="{FF2B5EF4-FFF2-40B4-BE49-F238E27FC236}">
                <a16:creationId xmlns:a16="http://schemas.microsoft.com/office/drawing/2014/main" id="{4B94D438-35CF-4631-8709-33AB89A0307E}"/>
              </a:ext>
            </a:extLst>
          </p:cNvPr>
          <p:cNvSpPr>
            <a:spLocks xmlns:a="http://schemas.openxmlformats.org/drawingml/2006/main" noGrp="1"/>
          </p:cNvSpPr>
          <p:nvPr>
            <p:ph type="body" idx="12" hasCustomPrompt="1"/>
          </p:nvPr>
        </p:nvSpPr>
        <p:spPr>
          <a:xfrm xmlns:a="http://schemas.openxmlformats.org/drawingml/2006/main">
            <a:off x="6653752" y="2682622"/>
            <a:ext cx="2368296" cy="312444"/>
          </a:xfrm>
        </p:spPr>
        <p:txBody>
          <a:bodyPr xmlns:a="http://schemas.openxmlformats.org/drawingml/2006/main" vert="horz" lIns="0" tIns="0" rIns="0" bIns="0" anchor="t">
            <a:noAutofit/>
          </a:bodyPr>
          <a:lstStyle xmlns:a="http://schemas.openxmlformats.org/drawingml/2006/main">
            <a:lvl1pPr algn="ctr">
              <a:lnSpc>
                <a:spcPct val="100000"/>
              </a:lnSpc>
              <a:buNone/>
              <a:defRPr sz="1600" b="1" i="0">
                <a:solidFill>
                  <a:schemeClr val="tx1"/>
                </a:solidFill>
                <a:latin typeface="Oracle Sans Tab"/>
                <a:ea typeface="Oracle Sans Tab"/>
                <a:cs typeface="Oracle Sans Tab"/>
              </a:defRPr>
            </a:lvl1pPr>
          </a:lstStyle>
          <a:p xmlns:a="http://schemas.openxmlformats.org/drawingml/2006/main">
            <a:pPr lvl="0">
              <a:spcBef>
                <a:spcPct val="0"/>
              </a:spcBef>
              <a:buNone/>
            </a:pPr>
            <a:r>
              <a:t>Add speaker name</a:t>
            </a:r>
          </a:p>
        </p:txBody>
      </p:sp>
      <p:sp>
        <p:nvSpPr>
          <p:cNvPr id="38" name="Text Placeholder 33">
            <a:extLst xmlns:a="http://schemas.openxmlformats.org/drawingml/2006/main">
              <a:ext uri="{FF2B5EF4-FFF2-40B4-BE49-F238E27FC236}">
                <a16:creationId xmlns:a16="http://schemas.microsoft.com/office/drawing/2014/main" id="{F34D25E2-243D-4B96-8C35-F96C56B3482F}"/>
              </a:ext>
            </a:extLst>
          </p:cNvPr>
          <p:cNvSpPr>
            <a:spLocks xmlns:a="http://schemas.openxmlformats.org/drawingml/2006/main" noGrp="1"/>
          </p:cNvSpPr>
          <p:nvPr>
            <p:ph type="body" idx="13" hasCustomPrompt="1"/>
          </p:nvPr>
        </p:nvSpPr>
        <p:spPr>
          <a:xfrm xmlns:a="http://schemas.openxmlformats.org/drawingml/2006/main">
            <a:off x="6653752" y="3011421"/>
            <a:ext cx="2368296" cy="278431"/>
          </a:xfrm>
        </p:spPr>
        <p:txBody>
          <a:bodyPr xmlns:a="http://schemas.openxmlformats.org/drawingml/2006/main" vert="horz" lIns="0" tIns="0" rIns="0" bIns="0" anchor="t">
            <a:noAutofit/>
          </a:bodyPr>
          <a:lstStyle xmlns:a="http://schemas.openxmlformats.org/drawingml/2006/main">
            <a:lvl1pPr algn="ctr">
              <a:lnSpc>
                <a:spcPct val="100000"/>
              </a:lnSpc>
              <a:buNone/>
              <a:defRPr sz="1400" b="0" i="0">
                <a:solidFill>
                  <a:schemeClr val="tx1"/>
                </a:solidFill>
                <a:latin typeface="Oracle Sans Tab"/>
                <a:ea typeface="Oracle Sans Tab"/>
                <a:cs typeface="Oracle Sans Tab"/>
              </a:defRPr>
            </a:lvl1pPr>
          </a:lstStyle>
          <a:p xmlns:a="http://schemas.openxmlformats.org/drawingml/2006/main">
            <a:pPr lvl="0">
              <a:spcBef>
                <a:spcPct val="0"/>
              </a:spcBef>
              <a:buNone/>
            </a:pPr>
            <a:r>
              <a:t>Add speaker title</a:t>
            </a:r>
          </a:p>
        </p:txBody>
      </p:sp>
      <p:sp>
        <p:nvSpPr>
          <p:cNvPr id="31" name="Picture Placeholder 4">
            <a:extLst xmlns:a="http://schemas.openxmlformats.org/drawingml/2006/main">
              <a:ext uri="{FF2B5EF4-FFF2-40B4-BE49-F238E27FC236}">
                <a16:creationId xmlns:a16="http://schemas.microsoft.com/office/drawing/2014/main" id="{FDC25F51-F732-4DED-B41F-218C4B09A992}"/>
              </a:ext>
            </a:extLst>
          </p:cNvPr>
          <p:cNvSpPr>
            <a:spLocks xmlns:a="http://schemas.openxmlformats.org/drawingml/2006/main" noGrp="1"/>
          </p:cNvSpPr>
          <p:nvPr>
            <p:ph type="pic" idx="28"/>
          </p:nvPr>
        </p:nvSpPr>
        <p:spPr>
          <a:xfrm xmlns:a="http://schemas.openxmlformats.org/drawingml/2006/main">
            <a:off x="4463764" y="2868976"/>
            <a:ext cx="2011680" cy="2011680"/>
          </a:xfrm>
          <a:prstGeom xmlns:a="http://schemas.openxmlformats.org/drawingml/2006/main" prst="ellipse">
            <a:avLst/>
          </a:prstGeom>
        </p:spPr>
        <p:txBody>
          <a:bodyPr xmlns:a="http://schemas.openxmlformats.org/drawingml/2006/main"/>
          <a:lstStyle xmlns:a="http://schemas.openxmlformats.org/drawingml/2006/main">
            <a:lvl1pPr algn="ctr">
              <a:buNone/>
              <a:defRPr>
                <a:solidFill>
                  <a:schemeClr val="tx1"/>
                </a:solidFill>
              </a:defRPr>
            </a:lvl1pPr>
          </a:lstStyle>
          <a:p xmlns:a="http://schemas.openxmlformats.org/drawingml/2006/main">
            <a:r>
              <a:t>Click icon to add picture</a:t>
            </a:r>
            <a:endParaRPr/>
          </a:p>
        </p:txBody>
      </p:sp>
      <p:sp>
        <p:nvSpPr>
          <p:cNvPr id="33" name="Text Placeholder 33">
            <a:extLst xmlns:a="http://schemas.openxmlformats.org/drawingml/2006/main">
              <a:ext uri="{FF2B5EF4-FFF2-40B4-BE49-F238E27FC236}">
                <a16:creationId xmlns:a16="http://schemas.microsoft.com/office/drawing/2014/main" id="{D1B52A4B-0972-4F91-92C6-8090BEF5CCCB}"/>
              </a:ext>
            </a:extLst>
          </p:cNvPr>
          <p:cNvSpPr>
            <a:spLocks xmlns:a="http://schemas.openxmlformats.org/drawingml/2006/main" noGrp="1"/>
          </p:cNvSpPr>
          <p:nvPr>
            <p:ph type="body" idx="29" hasCustomPrompt="1"/>
          </p:nvPr>
        </p:nvSpPr>
        <p:spPr>
          <a:xfrm xmlns:a="http://schemas.openxmlformats.org/drawingml/2006/main">
            <a:off x="4285456" y="5021187"/>
            <a:ext cx="2368296" cy="312444"/>
          </a:xfrm>
        </p:spPr>
        <p:txBody>
          <a:bodyPr xmlns:a="http://schemas.openxmlformats.org/drawingml/2006/main" vert="horz" lIns="0" tIns="0" rIns="0" bIns="0" anchor="t">
            <a:noAutofit/>
          </a:bodyPr>
          <a:lstStyle xmlns:a="http://schemas.openxmlformats.org/drawingml/2006/main">
            <a:lvl1pPr algn="ctr">
              <a:lnSpc>
                <a:spcPct val="100000"/>
              </a:lnSpc>
              <a:buNone/>
              <a:defRPr sz="1600" b="1" i="0">
                <a:solidFill>
                  <a:schemeClr val="tx1"/>
                </a:solidFill>
                <a:latin typeface="Oracle Sans Tab"/>
                <a:ea typeface="Oracle Sans Tab"/>
                <a:cs typeface="Oracle Sans Tab"/>
              </a:defRPr>
            </a:lvl1pPr>
          </a:lstStyle>
          <a:p xmlns:a="http://schemas.openxmlformats.org/drawingml/2006/main">
            <a:pPr lvl="0">
              <a:spcBef>
                <a:spcPct val="0"/>
              </a:spcBef>
              <a:buNone/>
            </a:pPr>
            <a:r>
              <a:t>Add speaker name</a:t>
            </a:r>
          </a:p>
        </p:txBody>
      </p:sp>
      <p:sp>
        <p:nvSpPr>
          <p:cNvPr id="34" name="Text Placeholder 33">
            <a:extLst xmlns:a="http://schemas.openxmlformats.org/drawingml/2006/main">
              <a:ext uri="{FF2B5EF4-FFF2-40B4-BE49-F238E27FC236}">
                <a16:creationId xmlns:a16="http://schemas.microsoft.com/office/drawing/2014/main" id="{D6D713D8-07E2-4DC7-808A-1A9CD0EBCC6B}"/>
              </a:ext>
            </a:extLst>
          </p:cNvPr>
          <p:cNvSpPr>
            <a:spLocks xmlns:a="http://schemas.openxmlformats.org/drawingml/2006/main" noGrp="1"/>
          </p:cNvSpPr>
          <p:nvPr>
            <p:ph type="body" idx="30" hasCustomPrompt="1"/>
          </p:nvPr>
        </p:nvSpPr>
        <p:spPr>
          <a:xfrm xmlns:a="http://schemas.openxmlformats.org/drawingml/2006/main">
            <a:off x="4285456" y="5349986"/>
            <a:ext cx="2368296" cy="278431"/>
          </a:xfrm>
        </p:spPr>
        <p:txBody>
          <a:bodyPr xmlns:a="http://schemas.openxmlformats.org/drawingml/2006/main" vert="horz" lIns="0" tIns="0" rIns="0" bIns="0" anchor="t">
            <a:noAutofit/>
          </a:bodyPr>
          <a:lstStyle xmlns:a="http://schemas.openxmlformats.org/drawingml/2006/main">
            <a:lvl1pPr algn="ctr">
              <a:lnSpc>
                <a:spcPct val="100000"/>
              </a:lnSpc>
              <a:buNone/>
              <a:defRPr sz="1400" b="0" i="0">
                <a:solidFill>
                  <a:schemeClr val="tx1"/>
                </a:solidFill>
                <a:latin typeface="Oracle Sans Tab"/>
                <a:ea typeface="Oracle Sans Tab"/>
                <a:cs typeface="Oracle Sans Tab"/>
              </a:defRPr>
            </a:lvl1pPr>
          </a:lstStyle>
          <a:p xmlns:a="http://schemas.openxmlformats.org/drawingml/2006/main">
            <a:pPr lvl="0">
              <a:spcBef>
                <a:spcPct val="0"/>
              </a:spcBef>
              <a:buNone/>
            </a:pPr>
            <a:r>
              <a:t>Add speaker title</a:t>
            </a:r>
          </a:p>
        </p:txBody>
      </p:sp>
      <p:sp>
        <p:nvSpPr>
          <p:cNvPr id="35" name="Picture Placeholder 4">
            <a:extLst xmlns:a="http://schemas.openxmlformats.org/drawingml/2006/main">
              <a:ext uri="{FF2B5EF4-FFF2-40B4-BE49-F238E27FC236}">
                <a16:creationId xmlns:a16="http://schemas.microsoft.com/office/drawing/2014/main" id="{D54CB0FE-E711-41BE-AE1E-539BC7B7761E}"/>
              </a:ext>
            </a:extLst>
          </p:cNvPr>
          <p:cNvSpPr>
            <a:spLocks xmlns:a="http://schemas.openxmlformats.org/drawingml/2006/main" noGrp="1"/>
          </p:cNvSpPr>
          <p:nvPr>
            <p:ph type="pic" idx="31"/>
          </p:nvPr>
        </p:nvSpPr>
        <p:spPr>
          <a:xfrm xmlns:a="http://schemas.openxmlformats.org/drawingml/2006/main">
            <a:off x="9593466" y="2868976"/>
            <a:ext cx="2011680" cy="2011680"/>
          </a:xfrm>
          <a:prstGeom xmlns:a="http://schemas.openxmlformats.org/drawingml/2006/main" prst="ellipse">
            <a:avLst/>
          </a:prstGeom>
        </p:spPr>
        <p:txBody>
          <a:bodyPr xmlns:a="http://schemas.openxmlformats.org/drawingml/2006/main"/>
          <a:lstStyle xmlns:a="http://schemas.openxmlformats.org/drawingml/2006/main">
            <a:lvl1pPr algn="ctr">
              <a:buNone/>
              <a:defRPr>
                <a:solidFill>
                  <a:schemeClr val="tx1"/>
                </a:solidFill>
              </a:defRPr>
            </a:lvl1pPr>
          </a:lstStyle>
          <a:p xmlns:a="http://schemas.openxmlformats.org/drawingml/2006/main">
            <a:r>
              <a:t>Click icon to add picture</a:t>
            </a:r>
            <a:endParaRPr/>
          </a:p>
        </p:txBody>
      </p:sp>
      <p:sp>
        <p:nvSpPr>
          <p:cNvPr id="36" name="Text Placeholder 33">
            <a:extLst xmlns:a="http://schemas.openxmlformats.org/drawingml/2006/main">
              <a:ext uri="{FF2B5EF4-FFF2-40B4-BE49-F238E27FC236}">
                <a16:creationId xmlns:a16="http://schemas.microsoft.com/office/drawing/2014/main" id="{C9D94F0F-A124-427C-8B51-4EA7A2DA41ED}"/>
              </a:ext>
            </a:extLst>
          </p:cNvPr>
          <p:cNvSpPr>
            <a:spLocks xmlns:a="http://schemas.openxmlformats.org/drawingml/2006/main" noGrp="1"/>
          </p:cNvSpPr>
          <p:nvPr>
            <p:ph type="body" idx="32" hasCustomPrompt="1"/>
          </p:nvPr>
        </p:nvSpPr>
        <p:spPr>
          <a:xfrm xmlns:a="http://schemas.openxmlformats.org/drawingml/2006/main">
            <a:off x="9415158" y="5018407"/>
            <a:ext cx="2368296" cy="312444"/>
          </a:xfrm>
        </p:spPr>
        <p:txBody>
          <a:bodyPr xmlns:a="http://schemas.openxmlformats.org/drawingml/2006/main" vert="horz" lIns="0" tIns="0" rIns="0" bIns="0" anchor="t">
            <a:noAutofit/>
          </a:bodyPr>
          <a:lstStyle xmlns:a="http://schemas.openxmlformats.org/drawingml/2006/main">
            <a:lvl1pPr algn="ctr">
              <a:lnSpc>
                <a:spcPct val="100000"/>
              </a:lnSpc>
              <a:buNone/>
              <a:defRPr sz="1600" b="1" i="0">
                <a:solidFill>
                  <a:schemeClr val="tx1"/>
                </a:solidFill>
                <a:latin typeface="Oracle Sans Tab"/>
                <a:ea typeface="Oracle Sans Tab"/>
                <a:cs typeface="Oracle Sans Tab"/>
              </a:defRPr>
            </a:lvl1pPr>
          </a:lstStyle>
          <a:p xmlns:a="http://schemas.openxmlformats.org/drawingml/2006/main">
            <a:pPr lvl="0">
              <a:spcBef>
                <a:spcPct val="0"/>
              </a:spcBef>
              <a:buNone/>
            </a:pPr>
            <a:r>
              <a:t>Add speaker name</a:t>
            </a:r>
          </a:p>
        </p:txBody>
      </p:sp>
      <p:sp>
        <p:nvSpPr>
          <p:cNvPr id="39" name="Text Placeholder 33">
            <a:extLst xmlns:a="http://schemas.openxmlformats.org/drawingml/2006/main">
              <a:ext uri="{FF2B5EF4-FFF2-40B4-BE49-F238E27FC236}">
                <a16:creationId xmlns:a16="http://schemas.microsoft.com/office/drawing/2014/main" id="{D51FC9E3-DCC2-4D0A-80C8-4CB3924EC6CD}"/>
              </a:ext>
            </a:extLst>
          </p:cNvPr>
          <p:cNvSpPr>
            <a:spLocks xmlns:a="http://schemas.openxmlformats.org/drawingml/2006/main" noGrp="1"/>
          </p:cNvSpPr>
          <p:nvPr>
            <p:ph type="body" idx="33" hasCustomPrompt="1"/>
          </p:nvPr>
        </p:nvSpPr>
        <p:spPr>
          <a:xfrm xmlns:a="http://schemas.openxmlformats.org/drawingml/2006/main">
            <a:off x="9415158" y="5347206"/>
            <a:ext cx="2368296" cy="278431"/>
          </a:xfrm>
        </p:spPr>
        <p:txBody>
          <a:bodyPr xmlns:a="http://schemas.openxmlformats.org/drawingml/2006/main" vert="horz" lIns="0" tIns="0" rIns="0" bIns="0" anchor="t">
            <a:noAutofit/>
          </a:bodyPr>
          <a:lstStyle xmlns:a="http://schemas.openxmlformats.org/drawingml/2006/main">
            <a:lvl1pPr algn="ctr">
              <a:lnSpc>
                <a:spcPct val="100000"/>
              </a:lnSpc>
              <a:buNone/>
              <a:defRPr sz="1400" b="0" i="0">
                <a:solidFill>
                  <a:schemeClr val="tx1"/>
                </a:solidFill>
                <a:latin typeface="Oracle Sans Tab"/>
                <a:ea typeface="Oracle Sans Tab"/>
                <a:cs typeface="Oracle Sans Tab"/>
              </a:defRPr>
            </a:lvl1pPr>
          </a:lstStyle>
          <a:p xmlns:a="http://schemas.openxmlformats.org/drawingml/2006/main">
            <a:pPr lvl="0">
              <a:spcBef>
                <a:spcPct val="0"/>
              </a:spcBef>
              <a:buNone/>
            </a:pPr>
            <a:r>
              <a:t>Add speaker title</a:t>
            </a:r>
          </a:p>
        </p:txBody>
      </p:sp>
      <p:sp>
        <p:nvSpPr>
          <p:cNvPr id="2" name="Slide Number Placeholder 7">
            <a:extLst xmlns:a="http://schemas.openxmlformats.org/drawingml/2006/main">
              <a:ext uri="{FF2B5EF4-FFF2-40B4-BE49-F238E27FC236}">
                <a16:creationId xmlns:a16="http://schemas.microsoft.com/office/drawing/2014/main" id="{9551C7D5-93CF-BA74-CCF0-4136B0743763}"/>
              </a:ext>
            </a:extLst>
          </p:cNvPr>
          <p:cNvSpPr>
            <a:spLocks xmlns:a="http://schemas.openxmlformats.org/drawingml/2006/main" noGrp="1"/>
          </p:cNvSpPr>
          <p:nvPr>
            <p:ph type="sldNum" idx="17"/>
          </p:nvPr>
        </p:nvSpPr>
        <p:spPr>
          <a:xfrm xmlns:a="http://schemas.openxmlformats.org/drawingml/2006/main">
            <a:off x="762000" y="6423660"/>
            <a:ext cx="365760" cy="365760"/>
          </a:xfrm>
        </p:spPr>
        <p:txBody>
          <a:bodyPr xmlns:a="http://schemas.openxmlformats.org/drawingml/2006/main"/>
          <a:lstStyle xmlns:a="http://schemas.openxmlformats.org/drawingml/2006/main">
            <a:lvl1pPr>
              <a:buNone/>
              <a:defRPr>
                <a:solidFill>
                  <a:srgbClr val="AEA8A2"/>
                </a:solidFill>
              </a:defRPr>
            </a:lvl1pPr>
          </a:lstStyle>
          <a:p xmlns:a="http://schemas.openxmlformats.org/drawingml/2006/main">
            <a:fld id="{345D60D9-5372-5F40-9443-0F9AE5BDC3C8}" type="slidenum">
              <a:t>‹#›</a:t>
            </a:fld>
            <a:endParaRPr/>
          </a:p>
        </p:txBody>
      </p:sp>
      <p:sp>
        <p:nvSpPr>
          <p:cNvPr id="3" name="Footer Placeholder 6">
            <a:extLst xmlns:a="http://schemas.openxmlformats.org/drawingml/2006/main">
              <a:ext uri="{FF2B5EF4-FFF2-40B4-BE49-F238E27FC236}">
                <a16:creationId xmlns:a16="http://schemas.microsoft.com/office/drawing/2014/main" id="{5C84E735-4FBC-11F2-537D-944E6BCA9E45}"/>
              </a:ext>
            </a:extLst>
          </p:cNvPr>
          <p:cNvSpPr>
            <a:spLocks xmlns:a="http://schemas.openxmlformats.org/drawingml/2006/main" noGrp="1"/>
          </p:cNvSpPr>
          <p:nvPr>
            <p:ph type="ftr" idx="16"/>
          </p:nvPr>
        </p:nvSpPr>
        <p:spPr>
          <a:xfrm xmlns:a="http://schemas.openxmlformats.org/drawingml/2006/main">
            <a:off x="1127759" y="6423978"/>
            <a:ext cx="5745379" cy="365125"/>
          </a:xfrm>
        </p:spPr>
        <p:txBody>
          <a:bodyPr xmlns:a="http://schemas.openxmlformats.org/drawingml/2006/main"/>
          <a:lstStyle xmlns:a="http://schemas.openxmlformats.org/drawingml/2006/main">
            <a:lvl1pPr>
              <a:buNone/>
              <a:defRPr>
                <a:solidFill>
                  <a:srgbClr val="AEA8A2"/>
                </a:solidFill>
              </a:defRPr>
            </a:lvl1pPr>
          </a:lstStyle>
          <a:p xmlns:a="http://schemas.openxmlformats.org/drawingml/2006/main">
            <a:r>
              <a:t>Copyright © 2025, Oracle and/or its affiliates |  Confidential: Internal/Restricted/Highly Restricted</a:t>
            </a:r>
            <a:endParaRPr/>
          </a:p>
        </p:txBody>
      </p:sp>
      <p:sp>
        <p:nvSpPr>
          <p:cNvPr id="4" name="Date Placeholder 4">
            <a:extLst xmlns:a="http://schemas.openxmlformats.org/drawingml/2006/main">
              <a:ext uri="{FF2B5EF4-FFF2-40B4-BE49-F238E27FC236}">
                <a16:creationId xmlns:a16="http://schemas.microsoft.com/office/drawing/2014/main" id="{C254BE3A-04D0-D60F-3E47-CF743F973705}"/>
              </a:ext>
            </a:extLst>
          </p:cNvPr>
          <p:cNvSpPr>
            <a:spLocks xmlns:a="http://schemas.openxmlformats.org/drawingml/2006/main" noGrp="1"/>
          </p:cNvSpPr>
          <p:nvPr>
            <p:ph type="dt" idx="15"/>
          </p:nvPr>
        </p:nvSpPr>
        <p:spPr>
          <a:xfrm xmlns:a="http://schemas.openxmlformats.org/drawingml/2006/main">
            <a:off x="6873138" y="6425604"/>
            <a:ext cx="2743200" cy="363500"/>
          </a:xfrm>
        </p:spPr>
        <p:txBody>
          <a:bodyPr xmlns:a="http://schemas.openxmlformats.org/drawingml/2006/main"/>
          <a:lstStyle xmlns:a="http://schemas.openxmlformats.org/drawingml/2006/main">
            <a:lvl1pPr>
              <a:buNone/>
              <a:defRPr>
                <a:solidFill>
                  <a:srgbClr val="AEA8A2"/>
                </a:solidFill>
              </a:defRPr>
            </a:lvl1pPr>
          </a:lstStyle>
          <a:p xmlns:a="http://schemas.openxmlformats.org/drawingml/2006/main">
            <a:r>
              <a:t>[Date]</a:t>
            </a:r>
            <a:endParaRPr/>
          </a:p>
        </p:txBody>
      </p:sp>
    </p:spTree>
  </p:cSld>
</p:sldLayout>
</file>

<file path=ppt/slideLayouts/slideLayout54.xml><?xml version="1.0" encoding="utf-8"?>
<p:sldLayout xmlns:p="http://schemas.openxmlformats.org/presentationml/2006/main" preserve="1" userDrawn="1">
  <p:cSld name="Speaker_4">
    <p:bg>
      <p:bgPr>
        <a:solidFill xmlns:a="http://schemas.openxmlformats.org/drawingml/2006/main">
          <a:schemeClr val="bg2"/>
        </a:solidFill>
      </p:bgPr>
    </p:bg>
    <p:spTree>
      <p:nvGrpSpPr>
        <p:cNvPr id="1" name=""/>
        <p:cNvGrpSpPr/>
        <p:nvPr/>
      </p:nvGrpSpPr>
      <p:grpSpPr>
        <a:xfrm xmlns:a="http://schemas.openxmlformats.org/drawingml/2006/main"/>
      </p:grpSpPr>
      <p:sp>
        <p:nvSpPr>
          <p:cNvPr id="36" name="Title 1">
            <a:extLst xmlns:a="http://schemas.openxmlformats.org/drawingml/2006/main">
              <a:ext uri="{FF2B5EF4-FFF2-40B4-BE49-F238E27FC236}">
                <a16:creationId xmlns:a16="http://schemas.microsoft.com/office/drawing/2014/main" id="{AD59539A-0265-4CF1-A242-1D32DF1299D9}"/>
              </a:ext>
            </a:extLst>
          </p:cNvPr>
          <p:cNvSpPr>
            <a:spLocks xmlns:a="http://schemas.openxmlformats.org/drawingml/2006/main" noGrp="1"/>
          </p:cNvSpPr>
          <p:nvPr>
            <p:ph type="title" idx="0" hasCustomPrompt="1"/>
          </p:nvPr>
        </p:nvSpPr>
        <p:spPr>
          <a:xfrm xmlns:a="http://schemas.openxmlformats.org/drawingml/2006/main">
            <a:off x="761998" y="1600200"/>
            <a:ext cx="3474720" cy="1320103"/>
          </a:xfrm>
        </p:spPr>
        <p:txBody>
          <a:bodyPr xmlns:a="http://schemas.openxmlformats.org/drawingml/2006/main" vert="horz" wrap="square" lIns="0" tIns="0" rIns="0" bIns="0" anchor="b">
            <a:normAutofit/>
          </a:bodyPr>
          <a:lstStyle xmlns:a="http://schemas.openxmlformats.org/drawingml/2006/main">
            <a:lvl1pPr marL="0" algn="l" defTabSz="914400">
              <a:lnSpc>
                <a:spcPct val="100000"/>
              </a:lnSpc>
              <a:spcBef>
                <a:spcPct val="0"/>
              </a:spcBef>
              <a:buNone/>
              <a:defRPr sz="3200" b="1" i="0" kern="1200" baseline="0">
                <a:solidFill>
                  <a:schemeClr val="tx1"/>
                </a:solidFill>
                <a:latin typeface="Oracle Sans Tab"/>
                <a:ea typeface="Oracle Sans Tab"/>
                <a:cs typeface="Oracle Sans Tab"/>
              </a:defRPr>
            </a:lvl1pPr>
          </a:lstStyle>
          <a:p xmlns:a="http://schemas.openxmlformats.org/drawingml/2006/main">
            <a:pPr marL="0" lvl="0">
              <a:lnSpc>
                <a:spcPct val="100000"/>
              </a:lnSpc>
              <a:buNone/>
            </a:pPr>
            <a:r>
              <a:t>Speakers</a:t>
            </a:r>
          </a:p>
        </p:txBody>
      </p:sp>
      <p:sp>
        <p:nvSpPr>
          <p:cNvPr id="19" name="Picture Placeholder 4">
            <a:extLst xmlns:a="http://schemas.openxmlformats.org/drawingml/2006/main">
              <a:ext uri="{FF2B5EF4-FFF2-40B4-BE49-F238E27FC236}">
                <a16:creationId xmlns:a16="http://schemas.microsoft.com/office/drawing/2014/main" id="{DEEA7EE7-413E-4F05-94D2-2DA6180164CA}"/>
              </a:ext>
            </a:extLst>
          </p:cNvPr>
          <p:cNvSpPr>
            <a:spLocks xmlns:a="http://schemas.openxmlformats.org/drawingml/2006/main" noGrp="1"/>
          </p:cNvSpPr>
          <p:nvPr>
            <p:ph type="pic" idx="10"/>
          </p:nvPr>
        </p:nvSpPr>
        <p:spPr>
          <a:xfrm xmlns:a="http://schemas.openxmlformats.org/drawingml/2006/main">
            <a:off x="6285744" y="594391"/>
            <a:ext cx="1553265" cy="1554480"/>
          </a:xfrm>
          <a:prstGeom xmlns:a="http://schemas.openxmlformats.org/drawingml/2006/main" prst="ellipse">
            <a:avLst/>
          </a:prstGeom>
        </p:spPr>
        <p:txBody>
          <a:bodyPr xmlns:a="http://schemas.openxmlformats.org/drawingml/2006/main"/>
          <a:lstStyle xmlns:a="http://schemas.openxmlformats.org/drawingml/2006/main">
            <a:lvl1pPr algn="ctr">
              <a:buNone/>
              <a:defRPr>
                <a:solidFill>
                  <a:schemeClr val="tx1"/>
                </a:solidFill>
              </a:defRPr>
            </a:lvl1pPr>
          </a:lstStyle>
          <a:p xmlns:a="http://schemas.openxmlformats.org/drawingml/2006/main">
            <a:r>
              <a:t>Click icon to add picture</a:t>
            </a:r>
            <a:endParaRPr/>
          </a:p>
        </p:txBody>
      </p:sp>
      <p:sp>
        <p:nvSpPr>
          <p:cNvPr id="37" name="Text Placeholder 33">
            <a:extLst xmlns:a="http://schemas.openxmlformats.org/drawingml/2006/main">
              <a:ext uri="{FF2B5EF4-FFF2-40B4-BE49-F238E27FC236}">
                <a16:creationId xmlns:a16="http://schemas.microsoft.com/office/drawing/2014/main" id="{4B94D438-35CF-4631-8709-33AB89A0307E}"/>
              </a:ext>
            </a:extLst>
          </p:cNvPr>
          <p:cNvSpPr>
            <a:spLocks xmlns:a="http://schemas.openxmlformats.org/drawingml/2006/main" noGrp="1"/>
          </p:cNvSpPr>
          <p:nvPr>
            <p:ph type="body" idx="12" hasCustomPrompt="1"/>
          </p:nvPr>
        </p:nvSpPr>
        <p:spPr>
          <a:xfrm xmlns:a="http://schemas.openxmlformats.org/drawingml/2006/main">
            <a:off x="6102256" y="2288684"/>
            <a:ext cx="1920240" cy="298064"/>
          </a:xfrm>
        </p:spPr>
        <p:txBody>
          <a:bodyPr xmlns:a="http://schemas.openxmlformats.org/drawingml/2006/main" vert="horz" lIns="0" tIns="0" rIns="0" bIns="0" anchor="t">
            <a:noAutofit/>
          </a:bodyPr>
          <a:lstStyle xmlns:a="http://schemas.openxmlformats.org/drawingml/2006/main">
            <a:lvl1pPr algn="ctr">
              <a:lnSpc>
                <a:spcPct val="100000"/>
              </a:lnSpc>
              <a:buNone/>
              <a:defRPr sz="1600" b="1" i="0">
                <a:solidFill>
                  <a:schemeClr val="tx1"/>
                </a:solidFill>
                <a:latin typeface="Oracle Sans Tab"/>
                <a:ea typeface="Oracle Sans Tab"/>
                <a:cs typeface="Oracle Sans Tab"/>
              </a:defRPr>
            </a:lvl1pPr>
          </a:lstStyle>
          <a:p xmlns:a="http://schemas.openxmlformats.org/drawingml/2006/main">
            <a:pPr lvl="0">
              <a:spcBef>
                <a:spcPct val="0"/>
              </a:spcBef>
              <a:buNone/>
            </a:pPr>
            <a:r>
              <a:t>Add speaker name</a:t>
            </a:r>
          </a:p>
        </p:txBody>
      </p:sp>
      <p:sp>
        <p:nvSpPr>
          <p:cNvPr id="38" name="Text Placeholder 33">
            <a:extLst xmlns:a="http://schemas.openxmlformats.org/drawingml/2006/main">
              <a:ext uri="{FF2B5EF4-FFF2-40B4-BE49-F238E27FC236}">
                <a16:creationId xmlns:a16="http://schemas.microsoft.com/office/drawing/2014/main" id="{F34D25E2-243D-4B96-8C35-F96C56B3482F}"/>
              </a:ext>
            </a:extLst>
          </p:cNvPr>
          <p:cNvSpPr>
            <a:spLocks xmlns:a="http://schemas.openxmlformats.org/drawingml/2006/main" noGrp="1"/>
          </p:cNvSpPr>
          <p:nvPr>
            <p:ph type="body" idx="13" hasCustomPrompt="1"/>
          </p:nvPr>
        </p:nvSpPr>
        <p:spPr>
          <a:xfrm xmlns:a="http://schemas.openxmlformats.org/drawingml/2006/main">
            <a:off x="6102256" y="2636490"/>
            <a:ext cx="1920240" cy="248992"/>
          </a:xfrm>
        </p:spPr>
        <p:txBody>
          <a:bodyPr xmlns:a="http://schemas.openxmlformats.org/drawingml/2006/main" vert="horz" lIns="0" tIns="0" rIns="0" bIns="0" anchor="t">
            <a:noAutofit/>
          </a:bodyPr>
          <a:lstStyle xmlns:a="http://schemas.openxmlformats.org/drawingml/2006/main">
            <a:lvl1pPr algn="ctr">
              <a:lnSpc>
                <a:spcPct val="100000"/>
              </a:lnSpc>
              <a:buNone/>
              <a:defRPr sz="1400" b="0" i="0">
                <a:solidFill>
                  <a:schemeClr val="tx1"/>
                </a:solidFill>
                <a:latin typeface="Oracle Sans Tab"/>
                <a:ea typeface="Oracle Sans Tab"/>
                <a:cs typeface="Oracle Sans Tab"/>
              </a:defRPr>
            </a:lvl1pPr>
          </a:lstStyle>
          <a:p xmlns:a="http://schemas.openxmlformats.org/drawingml/2006/main">
            <a:pPr lvl="0">
              <a:spcBef>
                <a:spcPct val="0"/>
              </a:spcBef>
              <a:buNone/>
            </a:pPr>
            <a:r>
              <a:t>Add speaker title</a:t>
            </a:r>
          </a:p>
        </p:txBody>
      </p:sp>
      <p:sp>
        <p:nvSpPr>
          <p:cNvPr id="50" name="Picture Placeholder 4">
            <a:extLst xmlns:a="http://schemas.openxmlformats.org/drawingml/2006/main">
              <a:ext uri="{FF2B5EF4-FFF2-40B4-BE49-F238E27FC236}">
                <a16:creationId xmlns:a16="http://schemas.microsoft.com/office/drawing/2014/main" id="{13E21815-6A02-4A6A-80C9-0617BE9066A4}"/>
              </a:ext>
            </a:extLst>
          </p:cNvPr>
          <p:cNvSpPr>
            <a:spLocks xmlns:a="http://schemas.openxmlformats.org/drawingml/2006/main" noGrp="1"/>
          </p:cNvSpPr>
          <p:nvPr>
            <p:ph type="pic" idx="16"/>
          </p:nvPr>
        </p:nvSpPr>
        <p:spPr>
          <a:xfrm xmlns:a="http://schemas.openxmlformats.org/drawingml/2006/main">
            <a:off x="9096824" y="594391"/>
            <a:ext cx="1553265" cy="1554480"/>
          </a:xfrm>
          <a:prstGeom xmlns:a="http://schemas.openxmlformats.org/drawingml/2006/main" prst="ellipse">
            <a:avLst/>
          </a:prstGeom>
        </p:spPr>
        <p:txBody>
          <a:bodyPr xmlns:a="http://schemas.openxmlformats.org/drawingml/2006/main"/>
          <a:lstStyle xmlns:a="http://schemas.openxmlformats.org/drawingml/2006/main">
            <a:lvl1pPr algn="ctr">
              <a:buNone/>
              <a:defRPr>
                <a:solidFill>
                  <a:schemeClr val="tx1"/>
                </a:solidFill>
              </a:defRPr>
            </a:lvl1pPr>
          </a:lstStyle>
          <a:p xmlns:a="http://schemas.openxmlformats.org/drawingml/2006/main">
            <a:r>
              <a:t>Click icon to add picture</a:t>
            </a:r>
            <a:endParaRPr/>
          </a:p>
        </p:txBody>
      </p:sp>
      <p:sp>
        <p:nvSpPr>
          <p:cNvPr id="22" name="Text Placeholder 33">
            <a:extLst xmlns:a="http://schemas.openxmlformats.org/drawingml/2006/main">
              <a:ext uri="{FF2B5EF4-FFF2-40B4-BE49-F238E27FC236}">
                <a16:creationId xmlns:a16="http://schemas.microsoft.com/office/drawing/2014/main" id="{B1E285A0-A2E7-DE49-A7D9-B15F13096B4D}"/>
              </a:ext>
            </a:extLst>
          </p:cNvPr>
          <p:cNvSpPr>
            <a:spLocks xmlns:a="http://schemas.openxmlformats.org/drawingml/2006/main" noGrp="1"/>
          </p:cNvSpPr>
          <p:nvPr>
            <p:ph type="body" idx="23" hasCustomPrompt="1"/>
          </p:nvPr>
        </p:nvSpPr>
        <p:spPr>
          <a:xfrm xmlns:a="http://schemas.openxmlformats.org/drawingml/2006/main">
            <a:off x="8913336" y="2288684"/>
            <a:ext cx="1920240" cy="298064"/>
          </a:xfrm>
        </p:spPr>
        <p:txBody>
          <a:bodyPr xmlns:a="http://schemas.openxmlformats.org/drawingml/2006/main" vert="horz" lIns="0" tIns="0" rIns="0" bIns="0" anchor="t">
            <a:noAutofit/>
          </a:bodyPr>
          <a:lstStyle xmlns:a="http://schemas.openxmlformats.org/drawingml/2006/main">
            <a:lvl1pPr algn="ctr">
              <a:lnSpc>
                <a:spcPct val="100000"/>
              </a:lnSpc>
              <a:buNone/>
              <a:defRPr sz="1600" b="1" i="0">
                <a:solidFill>
                  <a:schemeClr val="tx1"/>
                </a:solidFill>
                <a:latin typeface="Oracle Sans Tab"/>
                <a:ea typeface="Oracle Sans Tab"/>
                <a:cs typeface="Oracle Sans Tab"/>
              </a:defRPr>
            </a:lvl1pPr>
          </a:lstStyle>
          <a:p xmlns:a="http://schemas.openxmlformats.org/drawingml/2006/main">
            <a:pPr lvl="0">
              <a:spcBef>
                <a:spcPct val="0"/>
              </a:spcBef>
              <a:buNone/>
            </a:pPr>
            <a:r>
              <a:t>Add speaker name</a:t>
            </a:r>
          </a:p>
        </p:txBody>
      </p:sp>
      <p:sp>
        <p:nvSpPr>
          <p:cNvPr id="23" name="Text Placeholder 33">
            <a:extLst xmlns:a="http://schemas.openxmlformats.org/drawingml/2006/main">
              <a:ext uri="{FF2B5EF4-FFF2-40B4-BE49-F238E27FC236}">
                <a16:creationId xmlns:a16="http://schemas.microsoft.com/office/drawing/2014/main" id="{824EDADA-2643-C24E-A532-5AF7FDEFBB0A}"/>
              </a:ext>
            </a:extLst>
          </p:cNvPr>
          <p:cNvSpPr>
            <a:spLocks xmlns:a="http://schemas.openxmlformats.org/drawingml/2006/main" noGrp="1"/>
          </p:cNvSpPr>
          <p:nvPr>
            <p:ph type="body" idx="24" hasCustomPrompt="1"/>
          </p:nvPr>
        </p:nvSpPr>
        <p:spPr>
          <a:xfrm xmlns:a="http://schemas.openxmlformats.org/drawingml/2006/main">
            <a:off x="8913336" y="2636490"/>
            <a:ext cx="1920240" cy="248992"/>
          </a:xfrm>
        </p:spPr>
        <p:txBody>
          <a:bodyPr xmlns:a="http://schemas.openxmlformats.org/drawingml/2006/main" vert="horz" lIns="0" tIns="0" rIns="0" bIns="0" anchor="t">
            <a:noAutofit/>
          </a:bodyPr>
          <a:lstStyle xmlns:a="http://schemas.openxmlformats.org/drawingml/2006/main">
            <a:lvl1pPr algn="ctr">
              <a:lnSpc>
                <a:spcPct val="100000"/>
              </a:lnSpc>
              <a:buNone/>
              <a:defRPr sz="1400" b="0" i="0">
                <a:solidFill>
                  <a:schemeClr val="tx1"/>
                </a:solidFill>
                <a:latin typeface="Oracle Sans Tab"/>
                <a:ea typeface="Oracle Sans Tab"/>
                <a:cs typeface="Oracle Sans Tab"/>
              </a:defRPr>
            </a:lvl1pPr>
          </a:lstStyle>
          <a:p xmlns:a="http://schemas.openxmlformats.org/drawingml/2006/main">
            <a:pPr lvl="0">
              <a:spcBef>
                <a:spcPct val="0"/>
              </a:spcBef>
              <a:buNone/>
            </a:pPr>
            <a:r>
              <a:t>Add speaker title</a:t>
            </a:r>
          </a:p>
        </p:txBody>
      </p:sp>
      <p:sp>
        <p:nvSpPr>
          <p:cNvPr id="30" name="Picture Placeholder 4">
            <a:extLst xmlns:a="http://schemas.openxmlformats.org/drawingml/2006/main">
              <a:ext uri="{FF2B5EF4-FFF2-40B4-BE49-F238E27FC236}">
                <a16:creationId xmlns:a16="http://schemas.microsoft.com/office/drawing/2014/main" id="{EFC6E2D0-3B2A-2942-B1BA-2FB20BD0EEC6}"/>
              </a:ext>
            </a:extLst>
          </p:cNvPr>
          <p:cNvSpPr>
            <a:spLocks xmlns:a="http://schemas.openxmlformats.org/drawingml/2006/main" noGrp="1"/>
          </p:cNvSpPr>
          <p:nvPr>
            <p:ph type="pic" idx="27"/>
          </p:nvPr>
        </p:nvSpPr>
        <p:spPr>
          <a:xfrm xmlns:a="http://schemas.openxmlformats.org/drawingml/2006/main">
            <a:off x="6285744" y="3429000"/>
            <a:ext cx="1553265" cy="1554480"/>
          </a:xfrm>
          <a:prstGeom xmlns:a="http://schemas.openxmlformats.org/drawingml/2006/main" prst="ellipse">
            <a:avLst/>
          </a:prstGeom>
        </p:spPr>
        <p:txBody>
          <a:bodyPr xmlns:a="http://schemas.openxmlformats.org/drawingml/2006/main"/>
          <a:lstStyle xmlns:a="http://schemas.openxmlformats.org/drawingml/2006/main">
            <a:lvl1pPr algn="ctr">
              <a:buNone/>
              <a:defRPr>
                <a:solidFill>
                  <a:schemeClr val="tx1"/>
                </a:solidFill>
              </a:defRPr>
            </a:lvl1pPr>
          </a:lstStyle>
          <a:p xmlns:a="http://schemas.openxmlformats.org/drawingml/2006/main">
            <a:r>
              <a:t>Click icon to add picture</a:t>
            </a:r>
            <a:endParaRPr/>
          </a:p>
        </p:txBody>
      </p:sp>
      <p:sp>
        <p:nvSpPr>
          <p:cNvPr id="28" name="Text Placeholder 33">
            <a:extLst xmlns:a="http://schemas.openxmlformats.org/drawingml/2006/main">
              <a:ext uri="{FF2B5EF4-FFF2-40B4-BE49-F238E27FC236}">
                <a16:creationId xmlns:a16="http://schemas.microsoft.com/office/drawing/2014/main" id="{C58C0826-10EF-F849-A3C1-413E3484114A}"/>
              </a:ext>
            </a:extLst>
          </p:cNvPr>
          <p:cNvSpPr>
            <a:spLocks xmlns:a="http://schemas.openxmlformats.org/drawingml/2006/main" noGrp="1"/>
          </p:cNvSpPr>
          <p:nvPr>
            <p:ph type="body" idx="25" hasCustomPrompt="1"/>
          </p:nvPr>
        </p:nvSpPr>
        <p:spPr>
          <a:xfrm xmlns:a="http://schemas.openxmlformats.org/drawingml/2006/main">
            <a:off x="6102256" y="5146172"/>
            <a:ext cx="1920240" cy="298064"/>
          </a:xfrm>
        </p:spPr>
        <p:txBody>
          <a:bodyPr xmlns:a="http://schemas.openxmlformats.org/drawingml/2006/main" vert="horz" lIns="0" tIns="0" rIns="0" bIns="0" anchor="t">
            <a:noAutofit/>
          </a:bodyPr>
          <a:lstStyle xmlns:a="http://schemas.openxmlformats.org/drawingml/2006/main">
            <a:lvl1pPr algn="ctr">
              <a:lnSpc>
                <a:spcPct val="100000"/>
              </a:lnSpc>
              <a:buNone/>
              <a:defRPr sz="1600" b="1" i="0">
                <a:solidFill>
                  <a:schemeClr val="tx1"/>
                </a:solidFill>
                <a:latin typeface="Oracle Sans Tab"/>
                <a:ea typeface="Oracle Sans Tab"/>
                <a:cs typeface="Oracle Sans Tab"/>
              </a:defRPr>
            </a:lvl1pPr>
          </a:lstStyle>
          <a:p xmlns:a="http://schemas.openxmlformats.org/drawingml/2006/main">
            <a:pPr lvl="0">
              <a:spcBef>
                <a:spcPct val="0"/>
              </a:spcBef>
              <a:buNone/>
            </a:pPr>
            <a:r>
              <a:t>Add speaker name</a:t>
            </a:r>
          </a:p>
        </p:txBody>
      </p:sp>
      <p:sp>
        <p:nvSpPr>
          <p:cNvPr id="29" name="Text Placeholder 33">
            <a:extLst xmlns:a="http://schemas.openxmlformats.org/drawingml/2006/main">
              <a:ext uri="{FF2B5EF4-FFF2-40B4-BE49-F238E27FC236}">
                <a16:creationId xmlns:a16="http://schemas.microsoft.com/office/drawing/2014/main" id="{31FE92C1-9507-1C45-8CA1-FA2A0EA3FCED}"/>
              </a:ext>
            </a:extLst>
          </p:cNvPr>
          <p:cNvSpPr>
            <a:spLocks xmlns:a="http://schemas.openxmlformats.org/drawingml/2006/main" noGrp="1"/>
          </p:cNvSpPr>
          <p:nvPr>
            <p:ph type="body" idx="26" hasCustomPrompt="1"/>
          </p:nvPr>
        </p:nvSpPr>
        <p:spPr>
          <a:xfrm xmlns:a="http://schemas.openxmlformats.org/drawingml/2006/main">
            <a:off x="6102256" y="5493978"/>
            <a:ext cx="1920240" cy="248992"/>
          </a:xfrm>
        </p:spPr>
        <p:txBody>
          <a:bodyPr xmlns:a="http://schemas.openxmlformats.org/drawingml/2006/main" vert="horz" lIns="0" tIns="0" rIns="0" bIns="0" anchor="t">
            <a:noAutofit/>
          </a:bodyPr>
          <a:lstStyle xmlns:a="http://schemas.openxmlformats.org/drawingml/2006/main">
            <a:lvl1pPr algn="ctr">
              <a:lnSpc>
                <a:spcPct val="100000"/>
              </a:lnSpc>
              <a:buNone/>
              <a:defRPr sz="1400" b="0" i="0">
                <a:solidFill>
                  <a:schemeClr val="tx1"/>
                </a:solidFill>
                <a:latin typeface="Oracle Sans Tab"/>
                <a:ea typeface="Oracle Sans Tab"/>
                <a:cs typeface="Oracle Sans Tab"/>
              </a:defRPr>
            </a:lvl1pPr>
          </a:lstStyle>
          <a:p xmlns:a="http://schemas.openxmlformats.org/drawingml/2006/main">
            <a:pPr lvl="0">
              <a:spcBef>
                <a:spcPct val="0"/>
              </a:spcBef>
              <a:buNone/>
            </a:pPr>
            <a:r>
              <a:t>Add speaker title</a:t>
            </a:r>
          </a:p>
        </p:txBody>
      </p:sp>
      <p:sp>
        <p:nvSpPr>
          <p:cNvPr id="31" name="Picture Placeholder 4">
            <a:extLst xmlns:a="http://schemas.openxmlformats.org/drawingml/2006/main">
              <a:ext uri="{FF2B5EF4-FFF2-40B4-BE49-F238E27FC236}">
                <a16:creationId xmlns:a16="http://schemas.microsoft.com/office/drawing/2014/main" id="{ED40B0E3-F4BB-EC49-8D7A-713B54016EEA}"/>
              </a:ext>
            </a:extLst>
          </p:cNvPr>
          <p:cNvSpPr>
            <a:spLocks xmlns:a="http://schemas.openxmlformats.org/drawingml/2006/main" noGrp="1"/>
          </p:cNvSpPr>
          <p:nvPr>
            <p:ph type="pic" idx="28"/>
          </p:nvPr>
        </p:nvSpPr>
        <p:spPr>
          <a:xfrm xmlns:a="http://schemas.openxmlformats.org/drawingml/2006/main">
            <a:off x="9096824" y="3429000"/>
            <a:ext cx="1553265" cy="1554480"/>
          </a:xfrm>
          <a:prstGeom xmlns:a="http://schemas.openxmlformats.org/drawingml/2006/main" prst="ellipse">
            <a:avLst/>
          </a:prstGeom>
        </p:spPr>
        <p:txBody>
          <a:bodyPr xmlns:a="http://schemas.openxmlformats.org/drawingml/2006/main"/>
          <a:lstStyle xmlns:a="http://schemas.openxmlformats.org/drawingml/2006/main">
            <a:lvl1pPr algn="ctr">
              <a:buNone/>
              <a:defRPr>
                <a:solidFill>
                  <a:schemeClr val="tx1"/>
                </a:solidFill>
              </a:defRPr>
            </a:lvl1pPr>
          </a:lstStyle>
          <a:p xmlns:a="http://schemas.openxmlformats.org/drawingml/2006/main">
            <a:r>
              <a:t>Click icon to add picture</a:t>
            </a:r>
            <a:endParaRPr/>
          </a:p>
        </p:txBody>
      </p:sp>
      <p:sp>
        <p:nvSpPr>
          <p:cNvPr id="32" name="Text Placeholder 33">
            <a:extLst xmlns:a="http://schemas.openxmlformats.org/drawingml/2006/main">
              <a:ext uri="{FF2B5EF4-FFF2-40B4-BE49-F238E27FC236}">
                <a16:creationId xmlns:a16="http://schemas.microsoft.com/office/drawing/2014/main" id="{75EA1EAA-9631-6446-9C35-80FDF680DE0B}"/>
              </a:ext>
            </a:extLst>
          </p:cNvPr>
          <p:cNvSpPr>
            <a:spLocks xmlns:a="http://schemas.openxmlformats.org/drawingml/2006/main" noGrp="1"/>
          </p:cNvSpPr>
          <p:nvPr>
            <p:ph type="body" idx="29" hasCustomPrompt="1"/>
          </p:nvPr>
        </p:nvSpPr>
        <p:spPr>
          <a:xfrm xmlns:a="http://schemas.openxmlformats.org/drawingml/2006/main">
            <a:off x="8913336" y="5146172"/>
            <a:ext cx="1920240" cy="298064"/>
          </a:xfrm>
        </p:spPr>
        <p:txBody>
          <a:bodyPr xmlns:a="http://schemas.openxmlformats.org/drawingml/2006/main" vert="horz" lIns="0" tIns="0" rIns="0" bIns="0" anchor="t">
            <a:noAutofit/>
          </a:bodyPr>
          <a:lstStyle xmlns:a="http://schemas.openxmlformats.org/drawingml/2006/main">
            <a:lvl1pPr algn="ctr">
              <a:lnSpc>
                <a:spcPct val="100000"/>
              </a:lnSpc>
              <a:buNone/>
              <a:defRPr sz="1600" b="1" i="0">
                <a:solidFill>
                  <a:schemeClr val="tx1"/>
                </a:solidFill>
                <a:latin typeface="Oracle Sans Tab"/>
                <a:ea typeface="Oracle Sans Tab"/>
                <a:cs typeface="Oracle Sans Tab"/>
              </a:defRPr>
            </a:lvl1pPr>
          </a:lstStyle>
          <a:p xmlns:a="http://schemas.openxmlformats.org/drawingml/2006/main">
            <a:pPr lvl="0">
              <a:spcBef>
                <a:spcPct val="0"/>
              </a:spcBef>
              <a:buNone/>
            </a:pPr>
            <a:r>
              <a:t>Add speaker name</a:t>
            </a:r>
          </a:p>
        </p:txBody>
      </p:sp>
      <p:sp>
        <p:nvSpPr>
          <p:cNvPr id="33" name="Text Placeholder 33">
            <a:extLst xmlns:a="http://schemas.openxmlformats.org/drawingml/2006/main">
              <a:ext uri="{FF2B5EF4-FFF2-40B4-BE49-F238E27FC236}">
                <a16:creationId xmlns:a16="http://schemas.microsoft.com/office/drawing/2014/main" id="{D9FA6B46-487D-254B-8AB6-DCB6C449BF8B}"/>
              </a:ext>
            </a:extLst>
          </p:cNvPr>
          <p:cNvSpPr>
            <a:spLocks xmlns:a="http://schemas.openxmlformats.org/drawingml/2006/main" noGrp="1"/>
          </p:cNvSpPr>
          <p:nvPr>
            <p:ph type="body" idx="30" hasCustomPrompt="1"/>
          </p:nvPr>
        </p:nvSpPr>
        <p:spPr>
          <a:xfrm xmlns:a="http://schemas.openxmlformats.org/drawingml/2006/main">
            <a:off x="8913336" y="5493978"/>
            <a:ext cx="1920240" cy="248992"/>
          </a:xfrm>
        </p:spPr>
        <p:txBody>
          <a:bodyPr xmlns:a="http://schemas.openxmlformats.org/drawingml/2006/main" vert="horz" lIns="0" tIns="0" rIns="0" bIns="0" anchor="t">
            <a:noAutofit/>
          </a:bodyPr>
          <a:lstStyle xmlns:a="http://schemas.openxmlformats.org/drawingml/2006/main">
            <a:lvl1pPr algn="ctr">
              <a:lnSpc>
                <a:spcPct val="100000"/>
              </a:lnSpc>
              <a:buNone/>
              <a:defRPr sz="1400" b="0" i="0">
                <a:solidFill>
                  <a:schemeClr val="tx1"/>
                </a:solidFill>
                <a:latin typeface="Oracle Sans Tab"/>
                <a:ea typeface="Oracle Sans Tab"/>
                <a:cs typeface="Oracle Sans Tab"/>
              </a:defRPr>
            </a:lvl1pPr>
          </a:lstStyle>
          <a:p xmlns:a="http://schemas.openxmlformats.org/drawingml/2006/main">
            <a:pPr lvl="0">
              <a:spcBef>
                <a:spcPct val="0"/>
              </a:spcBef>
              <a:buNone/>
            </a:pPr>
            <a:r>
              <a:t>Add speaker title</a:t>
            </a:r>
          </a:p>
        </p:txBody>
      </p:sp>
      <p:sp>
        <p:nvSpPr>
          <p:cNvPr id="2" name="Slide Number Placeholder 7">
            <a:extLst xmlns:a="http://schemas.openxmlformats.org/drawingml/2006/main">
              <a:ext uri="{FF2B5EF4-FFF2-40B4-BE49-F238E27FC236}">
                <a16:creationId xmlns:a16="http://schemas.microsoft.com/office/drawing/2014/main" id="{6B2BB980-4E85-2D86-1EAC-45585EEE7C2C}"/>
              </a:ext>
            </a:extLst>
          </p:cNvPr>
          <p:cNvSpPr>
            <a:spLocks xmlns:a="http://schemas.openxmlformats.org/drawingml/2006/main" noGrp="1"/>
          </p:cNvSpPr>
          <p:nvPr>
            <p:ph type="sldNum" idx="17"/>
          </p:nvPr>
        </p:nvSpPr>
        <p:spPr>
          <a:xfrm xmlns:a="http://schemas.openxmlformats.org/drawingml/2006/main">
            <a:off x="762000" y="6423660"/>
            <a:ext cx="365760" cy="365760"/>
          </a:xfrm>
        </p:spPr>
        <p:txBody>
          <a:bodyPr xmlns:a="http://schemas.openxmlformats.org/drawingml/2006/main"/>
          <a:lstStyle xmlns:a="http://schemas.openxmlformats.org/drawingml/2006/main">
            <a:lvl1pPr>
              <a:buNone/>
              <a:defRPr sz="800">
                <a:solidFill>
                  <a:srgbClr val="AEA8A2"/>
                </a:solidFill>
              </a:defRPr>
            </a:lvl1pPr>
          </a:lstStyle>
          <a:p xmlns:a="http://schemas.openxmlformats.org/drawingml/2006/main">
            <a:fld id="{345D60D9-5372-5F40-9443-0F9AE5BDC3C8}" type="slidenum">
              <a:t>‹#›</a:t>
            </a:fld>
            <a:endParaRPr/>
          </a:p>
        </p:txBody>
      </p:sp>
      <p:sp>
        <p:nvSpPr>
          <p:cNvPr id="3" name="Footer Placeholder 6">
            <a:extLst xmlns:a="http://schemas.openxmlformats.org/drawingml/2006/main">
              <a:ext uri="{FF2B5EF4-FFF2-40B4-BE49-F238E27FC236}">
                <a16:creationId xmlns:a16="http://schemas.microsoft.com/office/drawing/2014/main" id="{B0DB2D8A-6704-C1D6-5725-30487909476A}"/>
              </a:ext>
            </a:extLst>
          </p:cNvPr>
          <p:cNvSpPr>
            <a:spLocks xmlns:a="http://schemas.openxmlformats.org/drawingml/2006/main" noGrp="1"/>
          </p:cNvSpPr>
          <p:nvPr>
            <p:ph type="ftr" idx="31"/>
          </p:nvPr>
        </p:nvSpPr>
        <p:spPr>
          <a:xfrm xmlns:a="http://schemas.openxmlformats.org/drawingml/2006/main">
            <a:off x="1127759" y="6423978"/>
            <a:ext cx="5745379" cy="365125"/>
          </a:xfrm>
        </p:spPr>
        <p:txBody>
          <a:bodyPr xmlns:a="http://schemas.openxmlformats.org/drawingml/2006/main"/>
          <a:lstStyle xmlns:a="http://schemas.openxmlformats.org/drawingml/2006/main">
            <a:lvl1pPr>
              <a:buNone/>
              <a:defRPr sz="800">
                <a:solidFill>
                  <a:srgbClr val="AEA8A2"/>
                </a:solidFill>
                <a:latin typeface="+mn-lt"/>
                <a:ea typeface="+mn-lt"/>
                <a:cs typeface="+mn-lt"/>
              </a:defRPr>
            </a:lvl1pPr>
          </a:lstStyle>
          <a:p xmlns:a="http://schemas.openxmlformats.org/drawingml/2006/main">
            <a:r>
              <a:t>Copyright © 2025, Oracle and/or its affiliates |  Confidential: Internal/Restricted/Highly Restricted</a:t>
            </a:r>
            <a:endParaRPr/>
          </a:p>
        </p:txBody>
      </p:sp>
      <p:sp>
        <p:nvSpPr>
          <p:cNvPr id="4" name="Date Placeholder 4">
            <a:extLst xmlns:a="http://schemas.openxmlformats.org/drawingml/2006/main">
              <a:ext uri="{FF2B5EF4-FFF2-40B4-BE49-F238E27FC236}">
                <a16:creationId xmlns:a16="http://schemas.microsoft.com/office/drawing/2014/main" id="{F6440522-CAB7-F461-F5BF-51C3530983D3}"/>
              </a:ext>
            </a:extLst>
          </p:cNvPr>
          <p:cNvSpPr>
            <a:spLocks xmlns:a="http://schemas.openxmlformats.org/drawingml/2006/main" noGrp="1"/>
          </p:cNvSpPr>
          <p:nvPr>
            <p:ph type="dt" idx="15"/>
          </p:nvPr>
        </p:nvSpPr>
        <p:spPr>
          <a:xfrm xmlns:a="http://schemas.openxmlformats.org/drawingml/2006/main">
            <a:off x="6873138" y="6425604"/>
            <a:ext cx="2743200" cy="363500"/>
          </a:xfrm>
        </p:spPr>
        <p:txBody>
          <a:bodyPr xmlns:a="http://schemas.openxmlformats.org/drawingml/2006/main"/>
          <a:lstStyle xmlns:a="http://schemas.openxmlformats.org/drawingml/2006/main">
            <a:lvl1pPr>
              <a:buNone/>
              <a:defRPr sz="800">
                <a:solidFill>
                  <a:srgbClr val="AEA8A2"/>
                </a:solidFill>
              </a:defRPr>
            </a:lvl1pPr>
          </a:lstStyle>
          <a:p xmlns:a="http://schemas.openxmlformats.org/drawingml/2006/main">
            <a:r>
              <a:t>[Date]</a:t>
            </a:r>
            <a:endParaRPr/>
          </a:p>
        </p:txBody>
      </p:sp>
    </p:spTree>
  </p:cSld>
</p:sldLayout>
</file>

<file path=ppt/slideLayouts/slideLayout55.xml><?xml version="1.0" encoding="utf-8"?>
<p:sldLayout xmlns:p="http://schemas.openxmlformats.org/presentationml/2006/main" preserve="1" userDrawn="1">
  <p:cSld name="Speaker_6">
    <p:bg>
      <p:bgPr>
        <a:solidFill xmlns:a="http://schemas.openxmlformats.org/drawingml/2006/main">
          <a:schemeClr val="bg2"/>
        </a:solidFill>
      </p:bgPr>
    </p:bg>
    <p:spTree>
      <p:nvGrpSpPr>
        <p:cNvPr id="1" name=""/>
        <p:cNvGrpSpPr/>
        <p:nvPr/>
      </p:nvGrpSpPr>
      <p:grpSpPr>
        <a:xfrm xmlns:a="http://schemas.openxmlformats.org/drawingml/2006/main"/>
      </p:grpSpPr>
      <p:sp>
        <p:nvSpPr>
          <p:cNvPr id="5" name="Title 4">
            <a:extLst xmlns:a="http://schemas.openxmlformats.org/drawingml/2006/main">
              <a:ext uri="{FF2B5EF4-FFF2-40B4-BE49-F238E27FC236}">
                <a16:creationId xmlns:a16="http://schemas.microsoft.com/office/drawing/2014/main" id="{405C068A-F72E-87F3-36CA-42BEFF618047}"/>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endParaRPr/>
          </a:p>
        </p:txBody>
      </p:sp>
      <p:sp>
        <p:nvSpPr>
          <p:cNvPr id="19" name="Picture 1">
            <a:extLst xmlns:a="http://schemas.openxmlformats.org/drawingml/2006/main">
              <a:ext uri="{FF2B5EF4-FFF2-40B4-BE49-F238E27FC236}">
                <a16:creationId xmlns:a16="http://schemas.microsoft.com/office/drawing/2014/main" id="{DEEA7EE7-413E-4F05-94D2-2DA6180164CA}"/>
              </a:ext>
            </a:extLst>
          </p:cNvPr>
          <p:cNvSpPr>
            <a:spLocks xmlns:a="http://schemas.openxmlformats.org/drawingml/2006/main" noGrp="1"/>
          </p:cNvSpPr>
          <p:nvPr>
            <p:ph type="pic" idx="10"/>
          </p:nvPr>
        </p:nvSpPr>
        <p:spPr>
          <a:xfrm xmlns:a="http://schemas.openxmlformats.org/drawingml/2006/main">
            <a:off x="768257" y="1259633"/>
            <a:ext cx="1370529" cy="1371600"/>
          </a:xfrm>
          <a:prstGeom xmlns:a="http://schemas.openxmlformats.org/drawingml/2006/main" prst="ellipse">
            <a:avLst/>
          </a:prstGeom>
        </p:spPr>
        <p:txBody>
          <a:bodyPr xmlns:a="http://schemas.openxmlformats.org/drawingml/2006/main"/>
          <a:lstStyle xmlns:a="http://schemas.openxmlformats.org/drawingml/2006/main">
            <a:lvl1pPr>
              <a:buNone/>
              <a:defRPr>
                <a:solidFill>
                  <a:schemeClr val="tx1"/>
                </a:solidFill>
              </a:defRPr>
            </a:lvl1pPr>
          </a:lstStyle>
          <a:p xmlns:a="http://schemas.openxmlformats.org/drawingml/2006/main">
            <a:r>
              <a:t>Click icon to add picture</a:t>
            </a:r>
            <a:endParaRPr/>
          </a:p>
        </p:txBody>
      </p:sp>
      <p:sp>
        <p:nvSpPr>
          <p:cNvPr id="37" name="Name 1">
            <a:extLst xmlns:a="http://schemas.openxmlformats.org/drawingml/2006/main">
              <a:ext uri="{FF2B5EF4-FFF2-40B4-BE49-F238E27FC236}">
                <a16:creationId xmlns:a16="http://schemas.microsoft.com/office/drawing/2014/main" id="{4B94D438-35CF-4631-8709-33AB89A0307E}"/>
              </a:ext>
            </a:extLst>
          </p:cNvPr>
          <p:cNvSpPr>
            <a:spLocks xmlns:a="http://schemas.openxmlformats.org/drawingml/2006/main" noGrp="1"/>
          </p:cNvSpPr>
          <p:nvPr>
            <p:ph type="body" idx="12" hasCustomPrompt="1"/>
          </p:nvPr>
        </p:nvSpPr>
        <p:spPr>
          <a:xfrm xmlns:a="http://schemas.openxmlformats.org/drawingml/2006/main">
            <a:off x="2438576" y="1667912"/>
            <a:ext cx="1920240" cy="298064"/>
          </a:xfrm>
        </p:spPr>
        <p:txBody>
          <a:bodyPr xmlns:a="http://schemas.openxmlformats.org/drawingml/2006/main" vert="horz" lIns="0" tIns="0" rIns="0" bIns="0" anchor="t">
            <a:noAutofit/>
          </a:bodyPr>
          <a:lstStyle xmlns:a="http://schemas.openxmlformats.org/drawingml/2006/main">
            <a:lvl1pPr algn="l">
              <a:lnSpc>
                <a:spcPct val="100000"/>
              </a:lnSpc>
              <a:buNone/>
              <a:defRPr sz="1400" b="1" i="0">
                <a:solidFill>
                  <a:schemeClr val="tx1"/>
                </a:solidFill>
                <a:latin typeface="Oracle Sans Tab"/>
                <a:ea typeface="Oracle Sans Tab"/>
                <a:cs typeface="Oracle Sans Tab"/>
              </a:defRPr>
            </a:lvl1pPr>
          </a:lstStyle>
          <a:p xmlns:a="http://schemas.openxmlformats.org/drawingml/2006/main">
            <a:pPr lvl="0">
              <a:spcBef>
                <a:spcPct val="0"/>
              </a:spcBef>
              <a:buNone/>
            </a:pPr>
            <a:r>
              <a:t>Add speaker name</a:t>
            </a:r>
          </a:p>
        </p:txBody>
      </p:sp>
      <p:sp>
        <p:nvSpPr>
          <p:cNvPr id="38" name="TItle 1">
            <a:extLst xmlns:a="http://schemas.openxmlformats.org/drawingml/2006/main">
              <a:ext uri="{FF2B5EF4-FFF2-40B4-BE49-F238E27FC236}">
                <a16:creationId xmlns:a16="http://schemas.microsoft.com/office/drawing/2014/main" id="{F34D25E2-243D-4B96-8C35-F96C56B3482F}"/>
              </a:ext>
            </a:extLst>
          </p:cNvPr>
          <p:cNvSpPr>
            <a:spLocks xmlns:a="http://schemas.openxmlformats.org/drawingml/2006/main" noGrp="1"/>
          </p:cNvSpPr>
          <p:nvPr>
            <p:ph type="body" idx="13" hasCustomPrompt="1"/>
          </p:nvPr>
        </p:nvSpPr>
        <p:spPr>
          <a:xfrm xmlns:a="http://schemas.openxmlformats.org/drawingml/2006/main">
            <a:off x="2438576" y="1983046"/>
            <a:ext cx="1920240" cy="248992"/>
          </a:xfrm>
        </p:spPr>
        <p:txBody>
          <a:bodyPr xmlns:a="http://schemas.openxmlformats.org/drawingml/2006/main" vert="horz" lIns="0" tIns="0" rIns="0" bIns="0" anchor="t">
            <a:noAutofit/>
          </a:bodyPr>
          <a:lstStyle xmlns:a="http://schemas.openxmlformats.org/drawingml/2006/main">
            <a:lvl1pPr algn="l">
              <a:lnSpc>
                <a:spcPct val="100000"/>
              </a:lnSpc>
              <a:buNone/>
              <a:defRPr sz="1200" b="0" i="0">
                <a:solidFill>
                  <a:schemeClr val="tx1"/>
                </a:solidFill>
                <a:latin typeface="Oracle Sans Tab"/>
                <a:ea typeface="Oracle Sans Tab"/>
                <a:cs typeface="Oracle Sans Tab"/>
              </a:defRPr>
            </a:lvl1pPr>
          </a:lstStyle>
          <a:p xmlns:a="http://schemas.openxmlformats.org/drawingml/2006/main">
            <a:pPr lvl="0">
              <a:spcBef>
                <a:spcPct val="0"/>
              </a:spcBef>
              <a:buNone/>
            </a:pPr>
            <a:r>
              <a:t>Add speaker title</a:t>
            </a:r>
          </a:p>
        </p:txBody>
      </p:sp>
      <p:sp>
        <p:nvSpPr>
          <p:cNvPr id="88" name="Picture 2">
            <a:extLst xmlns:a="http://schemas.openxmlformats.org/drawingml/2006/main">
              <a:ext uri="{FF2B5EF4-FFF2-40B4-BE49-F238E27FC236}">
                <a16:creationId xmlns:a16="http://schemas.microsoft.com/office/drawing/2014/main" id="{E87225CC-8F09-5A46-B785-5C244024F8BB}"/>
              </a:ext>
            </a:extLst>
          </p:cNvPr>
          <p:cNvSpPr>
            <a:spLocks xmlns:a="http://schemas.openxmlformats.org/drawingml/2006/main" noGrp="1"/>
          </p:cNvSpPr>
          <p:nvPr>
            <p:ph type="pic" idx="38"/>
          </p:nvPr>
        </p:nvSpPr>
        <p:spPr>
          <a:xfrm xmlns:a="http://schemas.openxmlformats.org/drawingml/2006/main">
            <a:off x="768257" y="2959714"/>
            <a:ext cx="1370529" cy="1371600"/>
          </a:xfrm>
          <a:prstGeom xmlns:a="http://schemas.openxmlformats.org/drawingml/2006/main" prst="ellipse">
            <a:avLst/>
          </a:prstGeom>
        </p:spPr>
        <p:txBody>
          <a:bodyPr xmlns:a="http://schemas.openxmlformats.org/drawingml/2006/main"/>
          <a:lstStyle xmlns:a="http://schemas.openxmlformats.org/drawingml/2006/main">
            <a:lvl1pPr>
              <a:buNone/>
              <a:defRPr>
                <a:solidFill>
                  <a:schemeClr val="tx1"/>
                </a:solidFill>
              </a:defRPr>
            </a:lvl1pPr>
          </a:lstStyle>
          <a:p xmlns:a="http://schemas.openxmlformats.org/drawingml/2006/main">
            <a:r>
              <a:t>Click icon to add picture</a:t>
            </a:r>
            <a:endParaRPr/>
          </a:p>
        </p:txBody>
      </p:sp>
      <p:sp>
        <p:nvSpPr>
          <p:cNvPr id="89" name="Name 2">
            <a:extLst xmlns:a="http://schemas.openxmlformats.org/drawingml/2006/main">
              <a:ext uri="{FF2B5EF4-FFF2-40B4-BE49-F238E27FC236}">
                <a16:creationId xmlns:a16="http://schemas.microsoft.com/office/drawing/2014/main" id="{213DB2F1-1A57-00A0-D060-4C9E8EA12AC0}"/>
              </a:ext>
            </a:extLst>
          </p:cNvPr>
          <p:cNvSpPr>
            <a:spLocks xmlns:a="http://schemas.openxmlformats.org/drawingml/2006/main" noGrp="1"/>
          </p:cNvSpPr>
          <p:nvPr>
            <p:ph type="body" idx="39" hasCustomPrompt="1"/>
          </p:nvPr>
        </p:nvSpPr>
        <p:spPr>
          <a:xfrm xmlns:a="http://schemas.openxmlformats.org/drawingml/2006/main">
            <a:off x="2438576" y="3371397"/>
            <a:ext cx="1920240" cy="298064"/>
          </a:xfrm>
        </p:spPr>
        <p:txBody>
          <a:bodyPr xmlns:a="http://schemas.openxmlformats.org/drawingml/2006/main" vert="horz" lIns="0" tIns="0" rIns="0" bIns="0" anchor="t">
            <a:noAutofit/>
          </a:bodyPr>
          <a:lstStyle xmlns:a="http://schemas.openxmlformats.org/drawingml/2006/main">
            <a:lvl1pPr algn="l">
              <a:lnSpc>
                <a:spcPct val="100000"/>
              </a:lnSpc>
              <a:buNone/>
              <a:defRPr sz="1400" b="1" i="0">
                <a:solidFill>
                  <a:schemeClr val="tx1"/>
                </a:solidFill>
                <a:latin typeface="Oracle Sans Tab"/>
                <a:ea typeface="Oracle Sans Tab"/>
                <a:cs typeface="Oracle Sans Tab"/>
              </a:defRPr>
            </a:lvl1pPr>
          </a:lstStyle>
          <a:p xmlns:a="http://schemas.openxmlformats.org/drawingml/2006/main">
            <a:pPr lvl="0">
              <a:spcBef>
                <a:spcPct val="0"/>
              </a:spcBef>
              <a:buNone/>
            </a:pPr>
            <a:r>
              <a:t>Add speaker name</a:t>
            </a:r>
          </a:p>
        </p:txBody>
      </p:sp>
      <p:sp>
        <p:nvSpPr>
          <p:cNvPr id="90" name="Title 2">
            <a:extLst xmlns:a="http://schemas.openxmlformats.org/drawingml/2006/main">
              <a:ext uri="{FF2B5EF4-FFF2-40B4-BE49-F238E27FC236}">
                <a16:creationId xmlns:a16="http://schemas.microsoft.com/office/drawing/2014/main" id="{6D7EA926-2CBE-46FC-736F-448E6E0788B4}"/>
              </a:ext>
            </a:extLst>
          </p:cNvPr>
          <p:cNvSpPr>
            <a:spLocks xmlns:a="http://schemas.openxmlformats.org/drawingml/2006/main" noGrp="1"/>
          </p:cNvSpPr>
          <p:nvPr>
            <p:ph type="body" idx="40" hasCustomPrompt="1"/>
          </p:nvPr>
        </p:nvSpPr>
        <p:spPr>
          <a:xfrm xmlns:a="http://schemas.openxmlformats.org/drawingml/2006/main">
            <a:off x="2438576" y="3675928"/>
            <a:ext cx="1920240" cy="248992"/>
          </a:xfrm>
        </p:spPr>
        <p:txBody>
          <a:bodyPr xmlns:a="http://schemas.openxmlformats.org/drawingml/2006/main" vert="horz" lIns="0" tIns="0" rIns="0" bIns="0" anchor="t">
            <a:noAutofit/>
          </a:bodyPr>
          <a:lstStyle xmlns:a="http://schemas.openxmlformats.org/drawingml/2006/main">
            <a:lvl1pPr algn="l">
              <a:lnSpc>
                <a:spcPct val="100000"/>
              </a:lnSpc>
              <a:buNone/>
              <a:defRPr sz="1200" b="0" i="0">
                <a:solidFill>
                  <a:schemeClr val="tx1"/>
                </a:solidFill>
                <a:latin typeface="Oracle Sans Tab"/>
                <a:ea typeface="Oracle Sans Tab"/>
                <a:cs typeface="Oracle Sans Tab"/>
              </a:defRPr>
            </a:lvl1pPr>
          </a:lstStyle>
          <a:p xmlns:a="http://schemas.openxmlformats.org/drawingml/2006/main">
            <a:pPr lvl="0">
              <a:spcBef>
                <a:spcPct val="0"/>
              </a:spcBef>
              <a:buNone/>
            </a:pPr>
            <a:r>
              <a:t>Add speaker title</a:t>
            </a:r>
          </a:p>
        </p:txBody>
      </p:sp>
      <p:sp>
        <p:nvSpPr>
          <p:cNvPr id="82" name="Picture 3">
            <a:extLst xmlns:a="http://schemas.openxmlformats.org/drawingml/2006/main">
              <a:ext uri="{FF2B5EF4-FFF2-40B4-BE49-F238E27FC236}">
                <a16:creationId xmlns:a16="http://schemas.microsoft.com/office/drawing/2014/main" id="{B9743AA0-6CB0-2E48-9ADB-1CC690E743B4}"/>
              </a:ext>
            </a:extLst>
          </p:cNvPr>
          <p:cNvSpPr>
            <a:spLocks xmlns:a="http://schemas.openxmlformats.org/drawingml/2006/main" noGrp="1"/>
          </p:cNvSpPr>
          <p:nvPr>
            <p:ph type="pic" idx="32"/>
          </p:nvPr>
        </p:nvSpPr>
        <p:spPr>
          <a:xfrm xmlns:a="http://schemas.openxmlformats.org/drawingml/2006/main">
            <a:off x="768257" y="4658530"/>
            <a:ext cx="1370529" cy="1371600"/>
          </a:xfrm>
          <a:prstGeom xmlns:a="http://schemas.openxmlformats.org/drawingml/2006/main" prst="ellipse">
            <a:avLst/>
          </a:prstGeom>
        </p:spPr>
        <p:txBody>
          <a:bodyPr xmlns:a="http://schemas.openxmlformats.org/drawingml/2006/main"/>
          <a:lstStyle xmlns:a="http://schemas.openxmlformats.org/drawingml/2006/main">
            <a:lvl1pPr>
              <a:buNone/>
              <a:defRPr>
                <a:solidFill>
                  <a:schemeClr val="tx1"/>
                </a:solidFill>
              </a:defRPr>
            </a:lvl1pPr>
          </a:lstStyle>
          <a:p xmlns:a="http://schemas.openxmlformats.org/drawingml/2006/main">
            <a:r>
              <a:t>Click icon to add picture</a:t>
            </a:r>
            <a:endParaRPr/>
          </a:p>
        </p:txBody>
      </p:sp>
      <p:sp>
        <p:nvSpPr>
          <p:cNvPr id="83" name="Name 3">
            <a:extLst xmlns:a="http://schemas.openxmlformats.org/drawingml/2006/main">
              <a:ext uri="{FF2B5EF4-FFF2-40B4-BE49-F238E27FC236}">
                <a16:creationId xmlns:a16="http://schemas.microsoft.com/office/drawing/2014/main" id="{7FE364B2-4B5D-0750-F686-7376A0054F8F}"/>
              </a:ext>
            </a:extLst>
          </p:cNvPr>
          <p:cNvSpPr>
            <a:spLocks xmlns:a="http://schemas.openxmlformats.org/drawingml/2006/main" noGrp="1"/>
          </p:cNvSpPr>
          <p:nvPr>
            <p:ph type="body" idx="33" hasCustomPrompt="1"/>
          </p:nvPr>
        </p:nvSpPr>
        <p:spPr>
          <a:xfrm xmlns:a="http://schemas.openxmlformats.org/drawingml/2006/main">
            <a:off x="2438576" y="5083641"/>
            <a:ext cx="1920240" cy="298064"/>
          </a:xfrm>
        </p:spPr>
        <p:txBody>
          <a:bodyPr xmlns:a="http://schemas.openxmlformats.org/drawingml/2006/main" vert="horz" lIns="0" tIns="0" rIns="0" bIns="0" anchor="t">
            <a:noAutofit/>
          </a:bodyPr>
          <a:lstStyle xmlns:a="http://schemas.openxmlformats.org/drawingml/2006/main">
            <a:lvl1pPr algn="l">
              <a:lnSpc>
                <a:spcPct val="100000"/>
              </a:lnSpc>
              <a:buNone/>
              <a:defRPr sz="1400" b="1" i="0">
                <a:solidFill>
                  <a:schemeClr val="tx1"/>
                </a:solidFill>
                <a:latin typeface="Oracle Sans Tab"/>
                <a:ea typeface="Oracle Sans Tab"/>
                <a:cs typeface="Oracle Sans Tab"/>
              </a:defRPr>
            </a:lvl1pPr>
          </a:lstStyle>
          <a:p xmlns:a="http://schemas.openxmlformats.org/drawingml/2006/main">
            <a:pPr lvl="0">
              <a:spcBef>
                <a:spcPct val="0"/>
              </a:spcBef>
              <a:buNone/>
            </a:pPr>
            <a:r>
              <a:t>Add speaker name</a:t>
            </a:r>
          </a:p>
        </p:txBody>
      </p:sp>
      <p:sp>
        <p:nvSpPr>
          <p:cNvPr id="84" name="Name 3">
            <a:extLst xmlns:a="http://schemas.openxmlformats.org/drawingml/2006/main">
              <a:ext uri="{FF2B5EF4-FFF2-40B4-BE49-F238E27FC236}">
                <a16:creationId xmlns:a16="http://schemas.microsoft.com/office/drawing/2014/main" id="{111F11BD-FB90-28F4-5BED-A457E1D33F32}"/>
              </a:ext>
            </a:extLst>
          </p:cNvPr>
          <p:cNvSpPr>
            <a:spLocks xmlns:a="http://schemas.openxmlformats.org/drawingml/2006/main" noGrp="1"/>
          </p:cNvSpPr>
          <p:nvPr>
            <p:ph type="body" idx="34" hasCustomPrompt="1"/>
          </p:nvPr>
        </p:nvSpPr>
        <p:spPr>
          <a:xfrm xmlns:a="http://schemas.openxmlformats.org/drawingml/2006/main">
            <a:off x="2438576" y="5388172"/>
            <a:ext cx="1920240" cy="246888"/>
          </a:xfrm>
        </p:spPr>
        <p:txBody>
          <a:bodyPr xmlns:a="http://schemas.openxmlformats.org/drawingml/2006/main" vert="horz" lIns="0" tIns="0" rIns="0" bIns="0" anchor="t">
            <a:noAutofit/>
          </a:bodyPr>
          <a:lstStyle xmlns:a="http://schemas.openxmlformats.org/drawingml/2006/main">
            <a:lvl1pPr algn="l">
              <a:lnSpc>
                <a:spcPct val="100000"/>
              </a:lnSpc>
              <a:buNone/>
              <a:defRPr sz="1200" b="0" i="0">
                <a:solidFill>
                  <a:schemeClr val="tx1"/>
                </a:solidFill>
                <a:latin typeface="Oracle Sans Tab"/>
                <a:ea typeface="Oracle Sans Tab"/>
                <a:cs typeface="Oracle Sans Tab"/>
              </a:defRPr>
            </a:lvl1pPr>
          </a:lstStyle>
          <a:p xmlns:a="http://schemas.openxmlformats.org/drawingml/2006/main">
            <a:pPr lvl="0">
              <a:spcBef>
                <a:spcPct val="0"/>
              </a:spcBef>
              <a:buNone/>
            </a:pPr>
            <a:r>
              <a:t>Add speaker title</a:t>
            </a:r>
          </a:p>
        </p:txBody>
      </p:sp>
      <p:sp>
        <p:nvSpPr>
          <p:cNvPr id="91" name="Picture 4">
            <a:extLst xmlns:a="http://schemas.openxmlformats.org/drawingml/2006/main">
              <a:ext uri="{FF2B5EF4-FFF2-40B4-BE49-F238E27FC236}">
                <a16:creationId xmlns:a16="http://schemas.microsoft.com/office/drawing/2014/main" id="{288C7677-74A4-87D5-B77D-03AC70679BAC}"/>
              </a:ext>
            </a:extLst>
          </p:cNvPr>
          <p:cNvSpPr>
            <a:spLocks xmlns:a="http://schemas.openxmlformats.org/drawingml/2006/main" noGrp="1"/>
          </p:cNvSpPr>
          <p:nvPr>
            <p:ph type="pic" idx="41"/>
          </p:nvPr>
        </p:nvSpPr>
        <p:spPr>
          <a:xfrm xmlns:a="http://schemas.openxmlformats.org/drawingml/2006/main">
            <a:off x="6379003" y="1259633"/>
            <a:ext cx="1370529" cy="1371600"/>
          </a:xfrm>
          <a:prstGeom xmlns:a="http://schemas.openxmlformats.org/drawingml/2006/main" prst="ellipse">
            <a:avLst/>
          </a:prstGeom>
        </p:spPr>
        <p:txBody>
          <a:bodyPr xmlns:a="http://schemas.openxmlformats.org/drawingml/2006/main"/>
          <a:lstStyle xmlns:a="http://schemas.openxmlformats.org/drawingml/2006/main">
            <a:lvl1pPr>
              <a:buNone/>
              <a:defRPr>
                <a:solidFill>
                  <a:schemeClr val="tx1"/>
                </a:solidFill>
              </a:defRPr>
            </a:lvl1pPr>
          </a:lstStyle>
          <a:p xmlns:a="http://schemas.openxmlformats.org/drawingml/2006/main">
            <a:r>
              <a:t>Click icon to add picture</a:t>
            </a:r>
            <a:endParaRPr/>
          </a:p>
        </p:txBody>
      </p:sp>
      <p:sp>
        <p:nvSpPr>
          <p:cNvPr id="92" name="Name 4">
            <a:extLst xmlns:a="http://schemas.openxmlformats.org/drawingml/2006/main">
              <a:ext uri="{FF2B5EF4-FFF2-40B4-BE49-F238E27FC236}">
                <a16:creationId xmlns:a16="http://schemas.microsoft.com/office/drawing/2014/main" id="{AF588FE9-35BC-F09C-55DF-26752ACAD486}"/>
              </a:ext>
            </a:extLst>
          </p:cNvPr>
          <p:cNvSpPr>
            <a:spLocks xmlns:a="http://schemas.openxmlformats.org/drawingml/2006/main" noGrp="1"/>
          </p:cNvSpPr>
          <p:nvPr>
            <p:ph type="body" idx="42" hasCustomPrompt="1"/>
          </p:nvPr>
        </p:nvSpPr>
        <p:spPr>
          <a:xfrm xmlns:a="http://schemas.openxmlformats.org/drawingml/2006/main">
            <a:off x="8037558" y="1667912"/>
            <a:ext cx="1920240" cy="298064"/>
          </a:xfrm>
        </p:spPr>
        <p:txBody>
          <a:bodyPr xmlns:a="http://schemas.openxmlformats.org/drawingml/2006/main" vert="horz" lIns="0" tIns="0" rIns="0" bIns="0" anchor="t">
            <a:noAutofit/>
          </a:bodyPr>
          <a:lstStyle xmlns:a="http://schemas.openxmlformats.org/drawingml/2006/main">
            <a:lvl1pPr algn="l">
              <a:lnSpc>
                <a:spcPct val="100000"/>
              </a:lnSpc>
              <a:buNone/>
              <a:defRPr sz="1400" b="1" i="0">
                <a:solidFill>
                  <a:schemeClr val="tx1"/>
                </a:solidFill>
                <a:latin typeface="Oracle Sans Tab"/>
                <a:ea typeface="Oracle Sans Tab"/>
                <a:cs typeface="Oracle Sans Tab"/>
              </a:defRPr>
            </a:lvl1pPr>
          </a:lstStyle>
          <a:p xmlns:a="http://schemas.openxmlformats.org/drawingml/2006/main">
            <a:pPr lvl="0">
              <a:spcBef>
                <a:spcPct val="0"/>
              </a:spcBef>
              <a:buNone/>
            </a:pPr>
            <a:r>
              <a:t>Add speaker name</a:t>
            </a:r>
          </a:p>
        </p:txBody>
      </p:sp>
      <p:sp>
        <p:nvSpPr>
          <p:cNvPr id="93" name="Title 4">
            <a:extLst xmlns:a="http://schemas.openxmlformats.org/drawingml/2006/main">
              <a:ext uri="{FF2B5EF4-FFF2-40B4-BE49-F238E27FC236}">
                <a16:creationId xmlns:a16="http://schemas.microsoft.com/office/drawing/2014/main" id="{BC8C5213-FFE9-AE65-FDE6-CBF115337B71}"/>
              </a:ext>
            </a:extLst>
          </p:cNvPr>
          <p:cNvSpPr>
            <a:spLocks xmlns:a="http://schemas.openxmlformats.org/drawingml/2006/main" noGrp="1"/>
          </p:cNvSpPr>
          <p:nvPr>
            <p:ph type="body" idx="43" hasCustomPrompt="1"/>
          </p:nvPr>
        </p:nvSpPr>
        <p:spPr>
          <a:xfrm xmlns:a="http://schemas.openxmlformats.org/drawingml/2006/main">
            <a:off x="8037558" y="1983046"/>
            <a:ext cx="1920240" cy="248992"/>
          </a:xfrm>
        </p:spPr>
        <p:txBody>
          <a:bodyPr xmlns:a="http://schemas.openxmlformats.org/drawingml/2006/main" vert="horz" lIns="0" tIns="0" rIns="0" bIns="0" anchor="t">
            <a:noAutofit/>
          </a:bodyPr>
          <a:lstStyle xmlns:a="http://schemas.openxmlformats.org/drawingml/2006/main">
            <a:lvl1pPr algn="l">
              <a:lnSpc>
                <a:spcPct val="100000"/>
              </a:lnSpc>
              <a:buNone/>
              <a:defRPr sz="1200" b="0" i="0">
                <a:solidFill>
                  <a:schemeClr val="tx1"/>
                </a:solidFill>
                <a:latin typeface="Oracle Sans Tab"/>
                <a:ea typeface="Oracle Sans Tab"/>
                <a:cs typeface="Oracle Sans Tab"/>
              </a:defRPr>
            </a:lvl1pPr>
          </a:lstStyle>
          <a:p xmlns:a="http://schemas.openxmlformats.org/drawingml/2006/main">
            <a:pPr lvl="0">
              <a:spcBef>
                <a:spcPct val="0"/>
              </a:spcBef>
              <a:buNone/>
            </a:pPr>
            <a:r>
              <a:t>Add speaker title</a:t>
            </a:r>
          </a:p>
        </p:txBody>
      </p:sp>
      <p:sp>
        <p:nvSpPr>
          <p:cNvPr id="85" name="Picture 5">
            <a:extLst xmlns:a="http://schemas.openxmlformats.org/drawingml/2006/main">
              <a:ext uri="{FF2B5EF4-FFF2-40B4-BE49-F238E27FC236}">
                <a16:creationId xmlns:a16="http://schemas.microsoft.com/office/drawing/2014/main" id="{25483374-F780-293B-7C18-D75F9FA05893}"/>
              </a:ext>
            </a:extLst>
          </p:cNvPr>
          <p:cNvSpPr>
            <a:spLocks xmlns:a="http://schemas.openxmlformats.org/drawingml/2006/main" noGrp="1"/>
          </p:cNvSpPr>
          <p:nvPr>
            <p:ph type="pic" idx="35"/>
          </p:nvPr>
        </p:nvSpPr>
        <p:spPr>
          <a:xfrm xmlns:a="http://schemas.openxmlformats.org/drawingml/2006/main">
            <a:off x="6379003" y="2959714"/>
            <a:ext cx="1370529" cy="1371600"/>
          </a:xfrm>
          <a:prstGeom xmlns:a="http://schemas.openxmlformats.org/drawingml/2006/main" prst="ellipse">
            <a:avLst/>
          </a:prstGeom>
        </p:spPr>
        <p:txBody>
          <a:bodyPr xmlns:a="http://schemas.openxmlformats.org/drawingml/2006/main"/>
          <a:lstStyle xmlns:a="http://schemas.openxmlformats.org/drawingml/2006/main">
            <a:lvl1pPr>
              <a:buNone/>
              <a:defRPr>
                <a:solidFill>
                  <a:schemeClr val="tx1"/>
                </a:solidFill>
              </a:defRPr>
            </a:lvl1pPr>
          </a:lstStyle>
          <a:p xmlns:a="http://schemas.openxmlformats.org/drawingml/2006/main">
            <a:r>
              <a:t>Click icon to add picture</a:t>
            </a:r>
            <a:endParaRPr/>
          </a:p>
        </p:txBody>
      </p:sp>
      <p:sp>
        <p:nvSpPr>
          <p:cNvPr id="86" name="Name 5">
            <a:extLst xmlns:a="http://schemas.openxmlformats.org/drawingml/2006/main">
              <a:ext uri="{FF2B5EF4-FFF2-40B4-BE49-F238E27FC236}">
                <a16:creationId xmlns:a16="http://schemas.microsoft.com/office/drawing/2014/main" id="{BF047364-28B8-1F30-EEEB-7B6E2368A6AB}"/>
              </a:ext>
            </a:extLst>
          </p:cNvPr>
          <p:cNvSpPr>
            <a:spLocks xmlns:a="http://schemas.openxmlformats.org/drawingml/2006/main" noGrp="1"/>
          </p:cNvSpPr>
          <p:nvPr>
            <p:ph type="body" idx="36" hasCustomPrompt="1"/>
          </p:nvPr>
        </p:nvSpPr>
        <p:spPr>
          <a:xfrm xmlns:a="http://schemas.openxmlformats.org/drawingml/2006/main">
            <a:off x="8037558" y="3355413"/>
            <a:ext cx="1920240" cy="298064"/>
          </a:xfrm>
        </p:spPr>
        <p:txBody>
          <a:bodyPr xmlns:a="http://schemas.openxmlformats.org/drawingml/2006/main" vert="horz" lIns="0" tIns="0" rIns="0" bIns="0" anchor="t">
            <a:noAutofit/>
          </a:bodyPr>
          <a:lstStyle xmlns:a="http://schemas.openxmlformats.org/drawingml/2006/main">
            <a:lvl1pPr algn="l">
              <a:lnSpc>
                <a:spcPct val="100000"/>
              </a:lnSpc>
              <a:buNone/>
              <a:defRPr sz="1400" b="1" i="0">
                <a:solidFill>
                  <a:schemeClr val="tx1"/>
                </a:solidFill>
                <a:latin typeface="Oracle Sans Tab"/>
                <a:ea typeface="Oracle Sans Tab"/>
                <a:cs typeface="Oracle Sans Tab"/>
              </a:defRPr>
            </a:lvl1pPr>
          </a:lstStyle>
          <a:p xmlns:a="http://schemas.openxmlformats.org/drawingml/2006/main">
            <a:pPr lvl="0">
              <a:spcBef>
                <a:spcPct val="0"/>
              </a:spcBef>
              <a:buNone/>
            </a:pPr>
            <a:r>
              <a:t>Add speaker name</a:t>
            </a:r>
          </a:p>
        </p:txBody>
      </p:sp>
      <p:sp>
        <p:nvSpPr>
          <p:cNvPr id="87" name="Title 5">
            <a:extLst xmlns:a="http://schemas.openxmlformats.org/drawingml/2006/main">
              <a:ext uri="{FF2B5EF4-FFF2-40B4-BE49-F238E27FC236}">
                <a16:creationId xmlns:a16="http://schemas.microsoft.com/office/drawing/2014/main" id="{09D55A0B-3944-9795-0EC9-244A2E8C0062}"/>
              </a:ext>
            </a:extLst>
          </p:cNvPr>
          <p:cNvSpPr>
            <a:spLocks xmlns:a="http://schemas.openxmlformats.org/drawingml/2006/main" noGrp="1"/>
          </p:cNvSpPr>
          <p:nvPr>
            <p:ph type="body" idx="37" hasCustomPrompt="1"/>
          </p:nvPr>
        </p:nvSpPr>
        <p:spPr>
          <a:xfrm xmlns:a="http://schemas.openxmlformats.org/drawingml/2006/main">
            <a:off x="8037558" y="3659944"/>
            <a:ext cx="1920240" cy="248992"/>
          </a:xfrm>
        </p:spPr>
        <p:txBody>
          <a:bodyPr xmlns:a="http://schemas.openxmlformats.org/drawingml/2006/main" vert="horz" lIns="0" tIns="0" rIns="0" bIns="0" anchor="t">
            <a:noAutofit/>
          </a:bodyPr>
          <a:lstStyle xmlns:a="http://schemas.openxmlformats.org/drawingml/2006/main">
            <a:lvl1pPr algn="l">
              <a:lnSpc>
                <a:spcPct val="100000"/>
              </a:lnSpc>
              <a:buNone/>
              <a:defRPr sz="1200" b="0" i="0">
                <a:solidFill>
                  <a:schemeClr val="tx1"/>
                </a:solidFill>
                <a:latin typeface="Oracle Sans Tab"/>
                <a:ea typeface="Oracle Sans Tab"/>
                <a:cs typeface="Oracle Sans Tab"/>
              </a:defRPr>
            </a:lvl1pPr>
          </a:lstStyle>
          <a:p xmlns:a="http://schemas.openxmlformats.org/drawingml/2006/main">
            <a:pPr lvl="0">
              <a:spcBef>
                <a:spcPct val="0"/>
              </a:spcBef>
              <a:buNone/>
            </a:pPr>
            <a:r>
              <a:t>Add speaker title</a:t>
            </a:r>
          </a:p>
        </p:txBody>
      </p:sp>
      <p:sp>
        <p:nvSpPr>
          <p:cNvPr id="94" name="Picture 6">
            <a:extLst xmlns:a="http://schemas.openxmlformats.org/drawingml/2006/main">
              <a:ext uri="{FF2B5EF4-FFF2-40B4-BE49-F238E27FC236}">
                <a16:creationId xmlns:a16="http://schemas.microsoft.com/office/drawing/2014/main" id="{C5596C01-BDD3-872C-1E20-6F26FD847F92}"/>
              </a:ext>
            </a:extLst>
          </p:cNvPr>
          <p:cNvSpPr>
            <a:spLocks xmlns:a="http://schemas.openxmlformats.org/drawingml/2006/main" noGrp="1"/>
          </p:cNvSpPr>
          <p:nvPr>
            <p:ph type="pic" idx="44"/>
          </p:nvPr>
        </p:nvSpPr>
        <p:spPr>
          <a:xfrm xmlns:a="http://schemas.openxmlformats.org/drawingml/2006/main">
            <a:off x="6379003" y="4658530"/>
            <a:ext cx="1370529" cy="1371600"/>
          </a:xfrm>
          <a:prstGeom xmlns:a="http://schemas.openxmlformats.org/drawingml/2006/main" prst="ellipse">
            <a:avLst/>
          </a:prstGeom>
        </p:spPr>
        <p:txBody>
          <a:bodyPr xmlns:a="http://schemas.openxmlformats.org/drawingml/2006/main"/>
          <a:lstStyle xmlns:a="http://schemas.openxmlformats.org/drawingml/2006/main">
            <a:lvl1pPr>
              <a:buNone/>
              <a:defRPr>
                <a:solidFill>
                  <a:schemeClr val="tx1"/>
                </a:solidFill>
              </a:defRPr>
            </a:lvl1pPr>
          </a:lstStyle>
          <a:p xmlns:a="http://schemas.openxmlformats.org/drawingml/2006/main">
            <a:r>
              <a:t>Click icon to add picture</a:t>
            </a:r>
            <a:endParaRPr/>
          </a:p>
        </p:txBody>
      </p:sp>
      <p:sp>
        <p:nvSpPr>
          <p:cNvPr id="95" name="Name 6">
            <a:extLst xmlns:a="http://schemas.openxmlformats.org/drawingml/2006/main">
              <a:ext uri="{FF2B5EF4-FFF2-40B4-BE49-F238E27FC236}">
                <a16:creationId xmlns:a16="http://schemas.microsoft.com/office/drawing/2014/main" id="{908A6C8C-55F0-CAFA-799F-1586491CE534}"/>
              </a:ext>
            </a:extLst>
          </p:cNvPr>
          <p:cNvSpPr>
            <a:spLocks xmlns:a="http://schemas.openxmlformats.org/drawingml/2006/main" noGrp="1"/>
          </p:cNvSpPr>
          <p:nvPr>
            <p:ph type="body" idx="45" hasCustomPrompt="1"/>
          </p:nvPr>
        </p:nvSpPr>
        <p:spPr>
          <a:xfrm xmlns:a="http://schemas.openxmlformats.org/drawingml/2006/main">
            <a:off x="8037558" y="5078984"/>
            <a:ext cx="1920240" cy="298064"/>
          </a:xfrm>
        </p:spPr>
        <p:txBody>
          <a:bodyPr xmlns:a="http://schemas.openxmlformats.org/drawingml/2006/main" vert="horz" lIns="0" tIns="0" rIns="0" bIns="0" anchor="t">
            <a:noAutofit/>
          </a:bodyPr>
          <a:lstStyle xmlns:a="http://schemas.openxmlformats.org/drawingml/2006/main">
            <a:lvl1pPr algn="l">
              <a:lnSpc>
                <a:spcPct val="100000"/>
              </a:lnSpc>
              <a:buNone/>
              <a:defRPr sz="1400" b="1" i="0">
                <a:solidFill>
                  <a:schemeClr val="tx1"/>
                </a:solidFill>
                <a:latin typeface="Oracle Sans Tab"/>
                <a:ea typeface="Oracle Sans Tab"/>
                <a:cs typeface="Oracle Sans Tab"/>
              </a:defRPr>
            </a:lvl1pPr>
          </a:lstStyle>
          <a:p xmlns:a="http://schemas.openxmlformats.org/drawingml/2006/main">
            <a:pPr lvl="0">
              <a:spcBef>
                <a:spcPct val="0"/>
              </a:spcBef>
              <a:buNone/>
            </a:pPr>
            <a:r>
              <a:t>Add speaker name</a:t>
            </a:r>
          </a:p>
        </p:txBody>
      </p:sp>
      <p:sp>
        <p:nvSpPr>
          <p:cNvPr id="96" name="Name 7">
            <a:extLst xmlns:a="http://schemas.openxmlformats.org/drawingml/2006/main">
              <a:ext uri="{FF2B5EF4-FFF2-40B4-BE49-F238E27FC236}">
                <a16:creationId xmlns:a16="http://schemas.microsoft.com/office/drawing/2014/main" id="{80B8C125-5BDD-9CC4-70C3-CBF897A29E80}"/>
              </a:ext>
            </a:extLst>
          </p:cNvPr>
          <p:cNvSpPr>
            <a:spLocks xmlns:a="http://schemas.openxmlformats.org/drawingml/2006/main" noGrp="1"/>
          </p:cNvSpPr>
          <p:nvPr>
            <p:ph type="body" idx="46" hasCustomPrompt="1"/>
          </p:nvPr>
        </p:nvSpPr>
        <p:spPr>
          <a:xfrm xmlns:a="http://schemas.openxmlformats.org/drawingml/2006/main">
            <a:off x="8037558" y="5383515"/>
            <a:ext cx="1920240" cy="248992"/>
          </a:xfrm>
        </p:spPr>
        <p:txBody>
          <a:bodyPr xmlns:a="http://schemas.openxmlformats.org/drawingml/2006/main" vert="horz" lIns="0" tIns="0" rIns="0" bIns="0" anchor="t">
            <a:noAutofit/>
          </a:bodyPr>
          <a:lstStyle xmlns:a="http://schemas.openxmlformats.org/drawingml/2006/main">
            <a:lvl1pPr algn="l">
              <a:lnSpc>
                <a:spcPct val="100000"/>
              </a:lnSpc>
              <a:buNone/>
              <a:defRPr sz="1200" b="0" i="0">
                <a:solidFill>
                  <a:schemeClr val="tx1"/>
                </a:solidFill>
                <a:latin typeface="Oracle Sans Tab"/>
                <a:ea typeface="Oracle Sans Tab"/>
                <a:cs typeface="Oracle Sans Tab"/>
              </a:defRPr>
            </a:lvl1pPr>
          </a:lstStyle>
          <a:p xmlns:a="http://schemas.openxmlformats.org/drawingml/2006/main">
            <a:pPr lvl="0">
              <a:spcBef>
                <a:spcPct val="0"/>
              </a:spcBef>
              <a:buNone/>
            </a:pPr>
            <a:r>
              <a:t>Add speaker title</a:t>
            </a:r>
          </a:p>
        </p:txBody>
      </p:sp>
      <p:sp>
        <p:nvSpPr>
          <p:cNvPr id="2" name="Slide Number Placeholder 7">
            <a:extLst xmlns:a="http://schemas.openxmlformats.org/drawingml/2006/main">
              <a:ext uri="{FF2B5EF4-FFF2-40B4-BE49-F238E27FC236}">
                <a16:creationId xmlns:a16="http://schemas.microsoft.com/office/drawing/2014/main" id="{6B2BB980-4E85-2D86-1EAC-45585EEE7C2C}"/>
              </a:ext>
            </a:extLst>
          </p:cNvPr>
          <p:cNvSpPr>
            <a:spLocks xmlns:a="http://schemas.openxmlformats.org/drawingml/2006/main" noGrp="1"/>
          </p:cNvSpPr>
          <p:nvPr>
            <p:ph type="sldNum" idx="17"/>
          </p:nvPr>
        </p:nvSpPr>
        <p:spPr>
          <a:xfrm xmlns:a="http://schemas.openxmlformats.org/drawingml/2006/main">
            <a:off x="762000" y="6423660"/>
            <a:ext cx="365760" cy="365760"/>
          </a:xfrm>
        </p:spPr>
        <p:txBody>
          <a:bodyPr xmlns:a="http://schemas.openxmlformats.org/drawingml/2006/main"/>
          <a:lstStyle xmlns:a="http://schemas.openxmlformats.org/drawingml/2006/main">
            <a:lvl1pPr>
              <a:buNone/>
              <a:defRPr>
                <a:solidFill>
                  <a:srgbClr val="AEA8A2"/>
                </a:solidFill>
              </a:defRPr>
            </a:lvl1pPr>
          </a:lstStyle>
          <a:p xmlns:a="http://schemas.openxmlformats.org/drawingml/2006/main">
            <a:fld id="{345D60D9-5372-5F40-9443-0F9AE5BDC3C8}" type="slidenum">
              <a:t>‹#›</a:t>
            </a:fld>
            <a:endParaRPr/>
          </a:p>
        </p:txBody>
      </p:sp>
      <p:sp>
        <p:nvSpPr>
          <p:cNvPr id="3" name="Footer Placeholder 6">
            <a:extLst xmlns:a="http://schemas.openxmlformats.org/drawingml/2006/main">
              <a:ext uri="{FF2B5EF4-FFF2-40B4-BE49-F238E27FC236}">
                <a16:creationId xmlns:a16="http://schemas.microsoft.com/office/drawing/2014/main" id="{B0DB2D8A-6704-C1D6-5725-30487909476A}"/>
              </a:ext>
            </a:extLst>
          </p:cNvPr>
          <p:cNvSpPr>
            <a:spLocks xmlns:a="http://schemas.openxmlformats.org/drawingml/2006/main" noGrp="1"/>
          </p:cNvSpPr>
          <p:nvPr>
            <p:ph type="ftr" idx="31"/>
          </p:nvPr>
        </p:nvSpPr>
        <p:spPr>
          <a:xfrm xmlns:a="http://schemas.openxmlformats.org/drawingml/2006/main">
            <a:off x="1127759" y="6423978"/>
            <a:ext cx="5745379" cy="365125"/>
          </a:xfrm>
        </p:spPr>
        <p:txBody>
          <a:bodyPr xmlns:a="http://schemas.openxmlformats.org/drawingml/2006/main"/>
          <a:lstStyle xmlns:a="http://schemas.openxmlformats.org/drawingml/2006/main">
            <a:lvl1pPr>
              <a:buNone/>
              <a:defRPr>
                <a:solidFill>
                  <a:srgbClr val="AEA8A2"/>
                </a:solidFill>
              </a:defRPr>
            </a:lvl1pPr>
          </a:lstStyle>
          <a:p xmlns:a="http://schemas.openxmlformats.org/drawingml/2006/main">
            <a:r>
              <a:t>Copyright © 2025, Oracle and/or its affiliates |  Confidential: Internal/Restricted/Highly Restricted</a:t>
            </a:r>
            <a:endParaRPr/>
          </a:p>
        </p:txBody>
      </p:sp>
      <p:sp>
        <p:nvSpPr>
          <p:cNvPr id="4" name="Date Placeholder 4">
            <a:extLst xmlns:a="http://schemas.openxmlformats.org/drawingml/2006/main">
              <a:ext uri="{FF2B5EF4-FFF2-40B4-BE49-F238E27FC236}">
                <a16:creationId xmlns:a16="http://schemas.microsoft.com/office/drawing/2014/main" id="{F6440522-CAB7-F461-F5BF-51C3530983D3}"/>
              </a:ext>
            </a:extLst>
          </p:cNvPr>
          <p:cNvSpPr>
            <a:spLocks xmlns:a="http://schemas.openxmlformats.org/drawingml/2006/main" noGrp="1"/>
          </p:cNvSpPr>
          <p:nvPr>
            <p:ph type="dt" idx="15"/>
          </p:nvPr>
        </p:nvSpPr>
        <p:spPr>
          <a:xfrm xmlns:a="http://schemas.openxmlformats.org/drawingml/2006/main">
            <a:off x="6873138" y="6425604"/>
            <a:ext cx="2743200" cy="363500"/>
          </a:xfrm>
        </p:spPr>
        <p:txBody>
          <a:bodyPr xmlns:a="http://schemas.openxmlformats.org/drawingml/2006/main"/>
          <a:lstStyle xmlns:a="http://schemas.openxmlformats.org/drawingml/2006/main">
            <a:lvl1pPr>
              <a:buNone/>
              <a:defRPr>
                <a:solidFill>
                  <a:srgbClr val="AEA8A2"/>
                </a:solidFill>
              </a:defRPr>
            </a:lvl1pPr>
          </a:lstStyle>
          <a:p xmlns:a="http://schemas.openxmlformats.org/drawingml/2006/main">
            <a:r>
              <a:t>[Date]</a:t>
            </a:r>
            <a:endParaRPr/>
          </a:p>
        </p:txBody>
      </p:sp>
    </p:spTree>
  </p:cSld>
</p:sldLayout>
</file>

<file path=ppt/slideLayouts/slideLayout56.xml><?xml version="1.0" encoding="utf-8"?>
<p:sldLayout xmlns:p="http://schemas.openxmlformats.org/presentationml/2006/main" preserve="1" userDrawn="1">
  <p:cSld name="Speaker_10">
    <p:bg>
      <p:bgPr>
        <a:solidFill xmlns:a="http://schemas.openxmlformats.org/drawingml/2006/main">
          <a:schemeClr val="bg2"/>
        </a:solidFill>
      </p:bgPr>
    </p:bg>
    <p:spTree>
      <p:nvGrpSpPr>
        <p:cNvPr id="1" name=""/>
        <p:cNvGrpSpPr/>
        <p:nvPr/>
      </p:nvGrpSpPr>
      <p:grpSpPr>
        <a:xfrm xmlns:a="http://schemas.openxmlformats.org/drawingml/2006/main"/>
      </p:grpSpPr>
      <p:sp>
        <p:nvSpPr>
          <p:cNvPr id="5" name="Title 4">
            <a:extLst xmlns:a="http://schemas.openxmlformats.org/drawingml/2006/main">
              <a:ext uri="{FF2B5EF4-FFF2-40B4-BE49-F238E27FC236}">
                <a16:creationId xmlns:a16="http://schemas.microsoft.com/office/drawing/2014/main" id="{405C068A-F72E-87F3-36CA-42BEFF618047}"/>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endParaRPr/>
          </a:p>
        </p:txBody>
      </p:sp>
      <p:sp>
        <p:nvSpPr>
          <p:cNvPr id="19" name="Picture 1">
            <a:extLst xmlns:a="http://schemas.openxmlformats.org/drawingml/2006/main">
              <a:ext uri="{FF2B5EF4-FFF2-40B4-BE49-F238E27FC236}">
                <a16:creationId xmlns:a16="http://schemas.microsoft.com/office/drawing/2014/main" id="{DEEA7EE7-413E-4F05-94D2-2DA6180164CA}"/>
              </a:ext>
            </a:extLst>
          </p:cNvPr>
          <p:cNvSpPr>
            <a:spLocks xmlns:a="http://schemas.openxmlformats.org/drawingml/2006/main" noGrp="1"/>
          </p:cNvSpPr>
          <p:nvPr>
            <p:ph type="pic" idx="10"/>
          </p:nvPr>
        </p:nvSpPr>
        <p:spPr>
          <a:xfrm xmlns:a="http://schemas.openxmlformats.org/drawingml/2006/main">
            <a:off x="1112987" y="1494713"/>
            <a:ext cx="1096422" cy="1097280"/>
          </a:xfrm>
          <a:prstGeom xmlns:a="http://schemas.openxmlformats.org/drawingml/2006/main" prst="ellipse">
            <a:avLst/>
          </a:prstGeom>
        </p:spPr>
        <p:txBody>
          <a:bodyPr xmlns:a="http://schemas.openxmlformats.org/drawingml/2006/main"/>
          <a:lstStyle xmlns:a="http://schemas.openxmlformats.org/drawingml/2006/main">
            <a:lvl1pPr>
              <a:buNone/>
              <a:defRPr>
                <a:solidFill>
                  <a:schemeClr val="tx1"/>
                </a:solidFill>
              </a:defRPr>
            </a:lvl1pPr>
          </a:lstStyle>
          <a:p xmlns:a="http://schemas.openxmlformats.org/drawingml/2006/main">
            <a:r>
              <a:t>Click icon to add picture</a:t>
            </a:r>
            <a:endParaRPr/>
          </a:p>
        </p:txBody>
      </p:sp>
      <p:sp>
        <p:nvSpPr>
          <p:cNvPr id="37" name="Name 1">
            <a:extLst xmlns:a="http://schemas.openxmlformats.org/drawingml/2006/main">
              <a:ext uri="{FF2B5EF4-FFF2-40B4-BE49-F238E27FC236}">
                <a16:creationId xmlns:a16="http://schemas.microsoft.com/office/drawing/2014/main" id="{4B94D438-35CF-4631-8709-33AB89A0307E}"/>
              </a:ext>
            </a:extLst>
          </p:cNvPr>
          <p:cNvSpPr>
            <a:spLocks xmlns:a="http://schemas.openxmlformats.org/drawingml/2006/main" noGrp="1"/>
          </p:cNvSpPr>
          <p:nvPr>
            <p:ph type="body" idx="12" hasCustomPrompt="1"/>
          </p:nvPr>
        </p:nvSpPr>
        <p:spPr>
          <a:xfrm xmlns:a="http://schemas.openxmlformats.org/drawingml/2006/main">
            <a:off x="701078" y="2726695"/>
            <a:ext cx="1920240" cy="298064"/>
          </a:xfrm>
        </p:spPr>
        <p:txBody>
          <a:bodyPr xmlns:a="http://schemas.openxmlformats.org/drawingml/2006/main" vert="horz" lIns="0" tIns="0" rIns="0" bIns="0" anchor="t">
            <a:noAutofit/>
          </a:bodyPr>
          <a:lstStyle xmlns:a="http://schemas.openxmlformats.org/drawingml/2006/main">
            <a:lvl1pPr algn="ctr">
              <a:lnSpc>
                <a:spcPct val="100000"/>
              </a:lnSpc>
              <a:buNone/>
              <a:defRPr sz="1400" b="1" i="0">
                <a:solidFill>
                  <a:schemeClr val="tx1"/>
                </a:solidFill>
                <a:latin typeface="Oracle Sans Tab"/>
                <a:ea typeface="Oracle Sans Tab"/>
                <a:cs typeface="Oracle Sans Tab"/>
              </a:defRPr>
            </a:lvl1pPr>
          </a:lstStyle>
          <a:p xmlns:a="http://schemas.openxmlformats.org/drawingml/2006/main">
            <a:pPr lvl="0">
              <a:spcBef>
                <a:spcPct val="0"/>
              </a:spcBef>
              <a:buNone/>
            </a:pPr>
            <a:r>
              <a:t>Add speaker name</a:t>
            </a:r>
          </a:p>
        </p:txBody>
      </p:sp>
      <p:sp>
        <p:nvSpPr>
          <p:cNvPr id="38" name="Title 1">
            <a:extLst xmlns:a="http://schemas.openxmlformats.org/drawingml/2006/main">
              <a:ext uri="{FF2B5EF4-FFF2-40B4-BE49-F238E27FC236}">
                <a16:creationId xmlns:a16="http://schemas.microsoft.com/office/drawing/2014/main" id="{F34D25E2-243D-4B96-8C35-F96C56B3482F}"/>
              </a:ext>
            </a:extLst>
          </p:cNvPr>
          <p:cNvSpPr>
            <a:spLocks xmlns:a="http://schemas.openxmlformats.org/drawingml/2006/main" noGrp="1"/>
          </p:cNvSpPr>
          <p:nvPr>
            <p:ph type="body" idx="13" hasCustomPrompt="1"/>
          </p:nvPr>
        </p:nvSpPr>
        <p:spPr>
          <a:xfrm xmlns:a="http://schemas.openxmlformats.org/drawingml/2006/main">
            <a:off x="701078" y="3031226"/>
            <a:ext cx="1920240" cy="248992"/>
          </a:xfrm>
        </p:spPr>
        <p:txBody>
          <a:bodyPr xmlns:a="http://schemas.openxmlformats.org/drawingml/2006/main" vert="horz" lIns="0" tIns="0" rIns="0" bIns="0" anchor="t">
            <a:noAutofit/>
          </a:bodyPr>
          <a:lstStyle xmlns:a="http://schemas.openxmlformats.org/drawingml/2006/main">
            <a:lvl1pPr algn="ctr">
              <a:lnSpc>
                <a:spcPct val="100000"/>
              </a:lnSpc>
              <a:buNone/>
              <a:defRPr sz="1200" b="0" i="0">
                <a:solidFill>
                  <a:schemeClr val="tx1"/>
                </a:solidFill>
                <a:latin typeface="Oracle Sans Tab"/>
                <a:ea typeface="Oracle Sans Tab"/>
                <a:cs typeface="Oracle Sans Tab"/>
              </a:defRPr>
            </a:lvl1pPr>
          </a:lstStyle>
          <a:p xmlns:a="http://schemas.openxmlformats.org/drawingml/2006/main">
            <a:pPr lvl="0">
              <a:spcBef>
                <a:spcPct val="0"/>
              </a:spcBef>
              <a:buNone/>
            </a:pPr>
            <a:r>
              <a:t>Add speaker title</a:t>
            </a:r>
          </a:p>
        </p:txBody>
      </p:sp>
      <p:sp>
        <p:nvSpPr>
          <p:cNvPr id="52" name="Picture 2">
            <a:extLst xmlns:a="http://schemas.openxmlformats.org/drawingml/2006/main">
              <a:ext uri="{FF2B5EF4-FFF2-40B4-BE49-F238E27FC236}">
                <a16:creationId xmlns:a16="http://schemas.microsoft.com/office/drawing/2014/main" id="{E3A8C480-E935-0DA4-A150-7A798552D69B}"/>
              </a:ext>
            </a:extLst>
          </p:cNvPr>
          <p:cNvSpPr>
            <a:spLocks xmlns:a="http://schemas.openxmlformats.org/drawingml/2006/main" noGrp="1"/>
          </p:cNvSpPr>
          <p:nvPr>
            <p:ph type="pic" idx="32"/>
          </p:nvPr>
        </p:nvSpPr>
        <p:spPr>
          <a:xfrm xmlns:a="http://schemas.openxmlformats.org/drawingml/2006/main">
            <a:off x="3398962" y="1494713"/>
            <a:ext cx="1096422" cy="1097280"/>
          </a:xfrm>
          <a:prstGeom xmlns:a="http://schemas.openxmlformats.org/drawingml/2006/main" prst="ellipse">
            <a:avLst/>
          </a:prstGeom>
        </p:spPr>
        <p:txBody>
          <a:bodyPr xmlns:a="http://schemas.openxmlformats.org/drawingml/2006/main"/>
          <a:lstStyle xmlns:a="http://schemas.openxmlformats.org/drawingml/2006/main">
            <a:lvl1pPr>
              <a:buNone/>
              <a:defRPr>
                <a:solidFill>
                  <a:schemeClr val="tx1"/>
                </a:solidFill>
              </a:defRPr>
            </a:lvl1pPr>
          </a:lstStyle>
          <a:p xmlns:a="http://schemas.openxmlformats.org/drawingml/2006/main">
            <a:r>
              <a:t>Click icon to add picture</a:t>
            </a:r>
            <a:endParaRPr/>
          </a:p>
        </p:txBody>
      </p:sp>
      <p:sp>
        <p:nvSpPr>
          <p:cNvPr id="53" name="Name 2">
            <a:extLst xmlns:a="http://schemas.openxmlformats.org/drawingml/2006/main">
              <a:ext uri="{FF2B5EF4-FFF2-40B4-BE49-F238E27FC236}">
                <a16:creationId xmlns:a16="http://schemas.microsoft.com/office/drawing/2014/main" id="{D53E72DD-B667-6F64-FC11-B158256A1D6A}"/>
              </a:ext>
            </a:extLst>
          </p:cNvPr>
          <p:cNvSpPr>
            <a:spLocks xmlns:a="http://schemas.openxmlformats.org/drawingml/2006/main" noGrp="1"/>
          </p:cNvSpPr>
          <p:nvPr>
            <p:ph type="body" idx="33" hasCustomPrompt="1"/>
          </p:nvPr>
        </p:nvSpPr>
        <p:spPr>
          <a:xfrm xmlns:a="http://schemas.openxmlformats.org/drawingml/2006/main">
            <a:off x="2987053" y="2726695"/>
            <a:ext cx="1920240" cy="298064"/>
          </a:xfrm>
        </p:spPr>
        <p:txBody>
          <a:bodyPr xmlns:a="http://schemas.openxmlformats.org/drawingml/2006/main" vert="horz" lIns="0" tIns="0" rIns="0" bIns="0" anchor="t">
            <a:noAutofit/>
          </a:bodyPr>
          <a:lstStyle xmlns:a="http://schemas.openxmlformats.org/drawingml/2006/main">
            <a:lvl1pPr algn="ctr">
              <a:lnSpc>
                <a:spcPct val="100000"/>
              </a:lnSpc>
              <a:buNone/>
              <a:defRPr sz="1400" b="1" i="0">
                <a:solidFill>
                  <a:schemeClr val="tx1"/>
                </a:solidFill>
                <a:latin typeface="Oracle Sans Tab"/>
                <a:ea typeface="Oracle Sans Tab"/>
                <a:cs typeface="Oracle Sans Tab"/>
              </a:defRPr>
            </a:lvl1pPr>
          </a:lstStyle>
          <a:p xmlns:a="http://schemas.openxmlformats.org/drawingml/2006/main">
            <a:pPr lvl="0">
              <a:spcBef>
                <a:spcPct val="0"/>
              </a:spcBef>
              <a:buNone/>
            </a:pPr>
            <a:r>
              <a:t>Add speaker name</a:t>
            </a:r>
          </a:p>
        </p:txBody>
      </p:sp>
      <p:sp>
        <p:nvSpPr>
          <p:cNvPr id="54" name="Title 2">
            <a:extLst xmlns:a="http://schemas.openxmlformats.org/drawingml/2006/main">
              <a:ext uri="{FF2B5EF4-FFF2-40B4-BE49-F238E27FC236}">
                <a16:creationId xmlns:a16="http://schemas.microsoft.com/office/drawing/2014/main" id="{1151B9AB-CBE4-1067-D049-3E69A0E78E18}"/>
              </a:ext>
            </a:extLst>
          </p:cNvPr>
          <p:cNvSpPr>
            <a:spLocks xmlns:a="http://schemas.openxmlformats.org/drawingml/2006/main" noGrp="1"/>
          </p:cNvSpPr>
          <p:nvPr>
            <p:ph type="body" idx="34" hasCustomPrompt="1"/>
          </p:nvPr>
        </p:nvSpPr>
        <p:spPr>
          <a:xfrm xmlns:a="http://schemas.openxmlformats.org/drawingml/2006/main">
            <a:off x="2987053" y="3031226"/>
            <a:ext cx="1920240" cy="248992"/>
          </a:xfrm>
        </p:spPr>
        <p:txBody>
          <a:bodyPr xmlns:a="http://schemas.openxmlformats.org/drawingml/2006/main" vert="horz" lIns="0" tIns="0" rIns="0" bIns="0" anchor="t">
            <a:noAutofit/>
          </a:bodyPr>
          <a:lstStyle xmlns:a="http://schemas.openxmlformats.org/drawingml/2006/main">
            <a:lvl1pPr algn="ctr">
              <a:lnSpc>
                <a:spcPct val="100000"/>
              </a:lnSpc>
              <a:buNone/>
              <a:defRPr sz="1200" b="0" i="0">
                <a:solidFill>
                  <a:schemeClr val="tx1"/>
                </a:solidFill>
                <a:latin typeface="Oracle Sans Tab"/>
                <a:ea typeface="Oracle Sans Tab"/>
                <a:cs typeface="Oracle Sans Tab"/>
              </a:defRPr>
            </a:lvl1pPr>
          </a:lstStyle>
          <a:p xmlns:a="http://schemas.openxmlformats.org/drawingml/2006/main">
            <a:pPr lvl="0">
              <a:spcBef>
                <a:spcPct val="0"/>
              </a:spcBef>
              <a:buNone/>
            </a:pPr>
            <a:r>
              <a:t>Add speaker title</a:t>
            </a:r>
          </a:p>
        </p:txBody>
      </p:sp>
      <p:sp>
        <p:nvSpPr>
          <p:cNvPr id="55" name="Picture 3 ">
            <a:extLst xmlns:a="http://schemas.openxmlformats.org/drawingml/2006/main">
              <a:ext uri="{FF2B5EF4-FFF2-40B4-BE49-F238E27FC236}">
                <a16:creationId xmlns:a16="http://schemas.microsoft.com/office/drawing/2014/main" id="{B3646944-CB74-48E5-20C3-42C4C0663CDF}"/>
              </a:ext>
            </a:extLst>
          </p:cNvPr>
          <p:cNvSpPr>
            <a:spLocks xmlns:a="http://schemas.openxmlformats.org/drawingml/2006/main" noGrp="1"/>
          </p:cNvSpPr>
          <p:nvPr>
            <p:ph type="pic" idx="35"/>
          </p:nvPr>
        </p:nvSpPr>
        <p:spPr>
          <a:xfrm xmlns:a="http://schemas.openxmlformats.org/drawingml/2006/main">
            <a:off x="5684937" y="1494713"/>
            <a:ext cx="1096422" cy="1097280"/>
          </a:xfrm>
          <a:prstGeom xmlns:a="http://schemas.openxmlformats.org/drawingml/2006/main" prst="ellipse">
            <a:avLst/>
          </a:prstGeom>
        </p:spPr>
        <p:txBody>
          <a:bodyPr xmlns:a="http://schemas.openxmlformats.org/drawingml/2006/main"/>
          <a:lstStyle xmlns:a="http://schemas.openxmlformats.org/drawingml/2006/main">
            <a:lvl1pPr>
              <a:buNone/>
              <a:defRPr>
                <a:solidFill>
                  <a:schemeClr val="tx1"/>
                </a:solidFill>
              </a:defRPr>
            </a:lvl1pPr>
          </a:lstStyle>
          <a:p xmlns:a="http://schemas.openxmlformats.org/drawingml/2006/main">
            <a:r>
              <a:t>Click icon to add picture</a:t>
            </a:r>
            <a:endParaRPr/>
          </a:p>
        </p:txBody>
      </p:sp>
      <p:sp>
        <p:nvSpPr>
          <p:cNvPr id="56" name="Name 3">
            <a:extLst xmlns:a="http://schemas.openxmlformats.org/drawingml/2006/main">
              <a:ext uri="{FF2B5EF4-FFF2-40B4-BE49-F238E27FC236}">
                <a16:creationId xmlns:a16="http://schemas.microsoft.com/office/drawing/2014/main" id="{4E1E4910-6DC5-4CFB-72D7-6EF41C7392E6}"/>
              </a:ext>
            </a:extLst>
          </p:cNvPr>
          <p:cNvSpPr>
            <a:spLocks xmlns:a="http://schemas.openxmlformats.org/drawingml/2006/main" noGrp="1"/>
          </p:cNvSpPr>
          <p:nvPr>
            <p:ph type="body" idx="36" hasCustomPrompt="1"/>
          </p:nvPr>
        </p:nvSpPr>
        <p:spPr>
          <a:xfrm xmlns:a="http://schemas.openxmlformats.org/drawingml/2006/main">
            <a:off x="5273028" y="2726695"/>
            <a:ext cx="1920240" cy="298064"/>
          </a:xfrm>
        </p:spPr>
        <p:txBody>
          <a:bodyPr xmlns:a="http://schemas.openxmlformats.org/drawingml/2006/main" vert="horz" lIns="0" tIns="0" rIns="0" bIns="0" anchor="t">
            <a:noAutofit/>
          </a:bodyPr>
          <a:lstStyle xmlns:a="http://schemas.openxmlformats.org/drawingml/2006/main">
            <a:lvl1pPr algn="ctr">
              <a:lnSpc>
                <a:spcPct val="100000"/>
              </a:lnSpc>
              <a:buNone/>
              <a:defRPr sz="1400" b="1" i="0">
                <a:solidFill>
                  <a:schemeClr val="tx1"/>
                </a:solidFill>
                <a:latin typeface="Oracle Sans Tab"/>
                <a:ea typeface="Oracle Sans Tab"/>
                <a:cs typeface="Oracle Sans Tab"/>
              </a:defRPr>
            </a:lvl1pPr>
          </a:lstStyle>
          <a:p xmlns:a="http://schemas.openxmlformats.org/drawingml/2006/main">
            <a:pPr lvl="0">
              <a:spcBef>
                <a:spcPct val="0"/>
              </a:spcBef>
              <a:buNone/>
            </a:pPr>
            <a:r>
              <a:t>Add speaker name</a:t>
            </a:r>
          </a:p>
        </p:txBody>
      </p:sp>
      <p:sp>
        <p:nvSpPr>
          <p:cNvPr id="57" name="Title 3">
            <a:extLst xmlns:a="http://schemas.openxmlformats.org/drawingml/2006/main">
              <a:ext uri="{FF2B5EF4-FFF2-40B4-BE49-F238E27FC236}">
                <a16:creationId xmlns:a16="http://schemas.microsoft.com/office/drawing/2014/main" id="{694BBFD6-ACCD-92AD-91C9-FA5C1A7A9F62}"/>
              </a:ext>
            </a:extLst>
          </p:cNvPr>
          <p:cNvSpPr>
            <a:spLocks xmlns:a="http://schemas.openxmlformats.org/drawingml/2006/main" noGrp="1"/>
          </p:cNvSpPr>
          <p:nvPr>
            <p:ph type="body" idx="37" hasCustomPrompt="1"/>
          </p:nvPr>
        </p:nvSpPr>
        <p:spPr>
          <a:xfrm xmlns:a="http://schemas.openxmlformats.org/drawingml/2006/main">
            <a:off x="5273028" y="3031226"/>
            <a:ext cx="1920240" cy="248992"/>
          </a:xfrm>
        </p:spPr>
        <p:txBody>
          <a:bodyPr xmlns:a="http://schemas.openxmlformats.org/drawingml/2006/main" vert="horz" lIns="0" tIns="0" rIns="0" bIns="0" anchor="t">
            <a:noAutofit/>
          </a:bodyPr>
          <a:lstStyle xmlns:a="http://schemas.openxmlformats.org/drawingml/2006/main">
            <a:lvl1pPr algn="ctr">
              <a:lnSpc>
                <a:spcPct val="100000"/>
              </a:lnSpc>
              <a:buNone/>
              <a:defRPr sz="1200" b="0" i="0">
                <a:solidFill>
                  <a:schemeClr val="tx1"/>
                </a:solidFill>
                <a:latin typeface="Oracle Sans Tab"/>
                <a:ea typeface="Oracle Sans Tab"/>
                <a:cs typeface="Oracle Sans Tab"/>
              </a:defRPr>
            </a:lvl1pPr>
          </a:lstStyle>
          <a:p xmlns:a="http://schemas.openxmlformats.org/drawingml/2006/main">
            <a:pPr lvl="0">
              <a:spcBef>
                <a:spcPct val="0"/>
              </a:spcBef>
              <a:buNone/>
            </a:pPr>
            <a:r>
              <a:t>Add speaker title</a:t>
            </a:r>
          </a:p>
        </p:txBody>
      </p:sp>
      <p:sp>
        <p:nvSpPr>
          <p:cNvPr id="58" name="Picture 4">
            <a:extLst xmlns:a="http://schemas.openxmlformats.org/drawingml/2006/main">
              <a:ext uri="{FF2B5EF4-FFF2-40B4-BE49-F238E27FC236}">
                <a16:creationId xmlns:a16="http://schemas.microsoft.com/office/drawing/2014/main" id="{8646106B-DADA-406C-A020-501C2210B615}"/>
              </a:ext>
            </a:extLst>
          </p:cNvPr>
          <p:cNvSpPr>
            <a:spLocks xmlns:a="http://schemas.openxmlformats.org/drawingml/2006/main" noGrp="1"/>
          </p:cNvSpPr>
          <p:nvPr>
            <p:ph type="pic" idx="38"/>
          </p:nvPr>
        </p:nvSpPr>
        <p:spPr>
          <a:xfrm xmlns:a="http://schemas.openxmlformats.org/drawingml/2006/main">
            <a:off x="7970912" y="1494713"/>
            <a:ext cx="1096422" cy="1097280"/>
          </a:xfrm>
          <a:prstGeom xmlns:a="http://schemas.openxmlformats.org/drawingml/2006/main" prst="ellipse">
            <a:avLst/>
          </a:prstGeom>
        </p:spPr>
        <p:txBody>
          <a:bodyPr xmlns:a="http://schemas.openxmlformats.org/drawingml/2006/main"/>
          <a:lstStyle xmlns:a="http://schemas.openxmlformats.org/drawingml/2006/main">
            <a:lvl1pPr>
              <a:buNone/>
              <a:defRPr>
                <a:solidFill>
                  <a:schemeClr val="tx1"/>
                </a:solidFill>
              </a:defRPr>
            </a:lvl1pPr>
          </a:lstStyle>
          <a:p xmlns:a="http://schemas.openxmlformats.org/drawingml/2006/main">
            <a:r>
              <a:t>Click icon to add picture</a:t>
            </a:r>
            <a:endParaRPr/>
          </a:p>
        </p:txBody>
      </p:sp>
      <p:sp>
        <p:nvSpPr>
          <p:cNvPr id="59" name="Name 4">
            <a:extLst xmlns:a="http://schemas.openxmlformats.org/drawingml/2006/main">
              <a:ext uri="{FF2B5EF4-FFF2-40B4-BE49-F238E27FC236}">
                <a16:creationId xmlns:a16="http://schemas.microsoft.com/office/drawing/2014/main" id="{6279EEA7-C6AB-434D-DDF6-9F7C6BCDE10A}"/>
              </a:ext>
            </a:extLst>
          </p:cNvPr>
          <p:cNvSpPr>
            <a:spLocks xmlns:a="http://schemas.openxmlformats.org/drawingml/2006/main" noGrp="1"/>
          </p:cNvSpPr>
          <p:nvPr>
            <p:ph type="body" idx="39" hasCustomPrompt="1"/>
          </p:nvPr>
        </p:nvSpPr>
        <p:spPr>
          <a:xfrm xmlns:a="http://schemas.openxmlformats.org/drawingml/2006/main">
            <a:off x="7559003" y="2726695"/>
            <a:ext cx="1920240" cy="298064"/>
          </a:xfrm>
        </p:spPr>
        <p:txBody>
          <a:bodyPr xmlns:a="http://schemas.openxmlformats.org/drawingml/2006/main" vert="horz" lIns="0" tIns="0" rIns="0" bIns="0" anchor="t">
            <a:noAutofit/>
          </a:bodyPr>
          <a:lstStyle xmlns:a="http://schemas.openxmlformats.org/drawingml/2006/main">
            <a:lvl1pPr algn="ctr">
              <a:lnSpc>
                <a:spcPct val="100000"/>
              </a:lnSpc>
              <a:buNone/>
              <a:defRPr sz="1400" b="1" i="0">
                <a:solidFill>
                  <a:schemeClr val="tx1"/>
                </a:solidFill>
                <a:latin typeface="Oracle Sans Tab"/>
                <a:ea typeface="Oracle Sans Tab"/>
                <a:cs typeface="Oracle Sans Tab"/>
              </a:defRPr>
            </a:lvl1pPr>
          </a:lstStyle>
          <a:p xmlns:a="http://schemas.openxmlformats.org/drawingml/2006/main">
            <a:pPr lvl="0">
              <a:spcBef>
                <a:spcPct val="0"/>
              </a:spcBef>
              <a:buNone/>
            </a:pPr>
            <a:r>
              <a:t>Add speaker name</a:t>
            </a:r>
          </a:p>
        </p:txBody>
      </p:sp>
      <p:sp>
        <p:nvSpPr>
          <p:cNvPr id="60" name="Title 4">
            <a:extLst xmlns:a="http://schemas.openxmlformats.org/drawingml/2006/main">
              <a:ext uri="{FF2B5EF4-FFF2-40B4-BE49-F238E27FC236}">
                <a16:creationId xmlns:a16="http://schemas.microsoft.com/office/drawing/2014/main" id="{E6AFB52F-3CFF-BC09-B703-6A62B9560C5A}"/>
              </a:ext>
            </a:extLst>
          </p:cNvPr>
          <p:cNvSpPr>
            <a:spLocks xmlns:a="http://schemas.openxmlformats.org/drawingml/2006/main" noGrp="1"/>
          </p:cNvSpPr>
          <p:nvPr>
            <p:ph type="body" idx="40" hasCustomPrompt="1"/>
          </p:nvPr>
        </p:nvSpPr>
        <p:spPr>
          <a:xfrm xmlns:a="http://schemas.openxmlformats.org/drawingml/2006/main">
            <a:off x="7559003" y="3031226"/>
            <a:ext cx="1920240" cy="248992"/>
          </a:xfrm>
        </p:spPr>
        <p:txBody>
          <a:bodyPr xmlns:a="http://schemas.openxmlformats.org/drawingml/2006/main" vert="horz" lIns="0" tIns="0" rIns="0" bIns="0" anchor="t">
            <a:noAutofit/>
          </a:bodyPr>
          <a:lstStyle xmlns:a="http://schemas.openxmlformats.org/drawingml/2006/main">
            <a:lvl1pPr algn="ctr">
              <a:lnSpc>
                <a:spcPct val="100000"/>
              </a:lnSpc>
              <a:buNone/>
              <a:defRPr sz="1200" b="0" i="0">
                <a:solidFill>
                  <a:schemeClr val="tx1"/>
                </a:solidFill>
                <a:latin typeface="Oracle Sans Tab"/>
                <a:ea typeface="Oracle Sans Tab"/>
                <a:cs typeface="Oracle Sans Tab"/>
              </a:defRPr>
            </a:lvl1pPr>
          </a:lstStyle>
          <a:p xmlns:a="http://schemas.openxmlformats.org/drawingml/2006/main">
            <a:pPr lvl="0">
              <a:spcBef>
                <a:spcPct val="0"/>
              </a:spcBef>
              <a:buNone/>
            </a:pPr>
            <a:r>
              <a:t>Add speaker title</a:t>
            </a:r>
          </a:p>
        </p:txBody>
      </p:sp>
      <p:sp>
        <p:nvSpPr>
          <p:cNvPr id="61" name="Picture 5">
            <a:extLst xmlns:a="http://schemas.openxmlformats.org/drawingml/2006/main">
              <a:ext uri="{FF2B5EF4-FFF2-40B4-BE49-F238E27FC236}">
                <a16:creationId xmlns:a16="http://schemas.microsoft.com/office/drawing/2014/main" id="{10E92D5F-57AC-A19A-FED7-7254BA223549}"/>
              </a:ext>
            </a:extLst>
          </p:cNvPr>
          <p:cNvSpPr>
            <a:spLocks xmlns:a="http://schemas.openxmlformats.org/drawingml/2006/main" noGrp="1"/>
          </p:cNvSpPr>
          <p:nvPr>
            <p:ph type="pic" idx="41"/>
          </p:nvPr>
        </p:nvSpPr>
        <p:spPr>
          <a:xfrm xmlns:a="http://schemas.openxmlformats.org/drawingml/2006/main">
            <a:off x="10256887" y="1494713"/>
            <a:ext cx="1096422" cy="1097280"/>
          </a:xfrm>
          <a:prstGeom xmlns:a="http://schemas.openxmlformats.org/drawingml/2006/main" prst="ellipse">
            <a:avLst/>
          </a:prstGeom>
        </p:spPr>
        <p:txBody>
          <a:bodyPr xmlns:a="http://schemas.openxmlformats.org/drawingml/2006/main"/>
          <a:lstStyle xmlns:a="http://schemas.openxmlformats.org/drawingml/2006/main">
            <a:lvl1pPr>
              <a:buNone/>
              <a:defRPr>
                <a:solidFill>
                  <a:schemeClr val="tx1"/>
                </a:solidFill>
              </a:defRPr>
            </a:lvl1pPr>
          </a:lstStyle>
          <a:p xmlns:a="http://schemas.openxmlformats.org/drawingml/2006/main">
            <a:r>
              <a:t>Click icon to add picture</a:t>
            </a:r>
            <a:endParaRPr/>
          </a:p>
        </p:txBody>
      </p:sp>
      <p:sp>
        <p:nvSpPr>
          <p:cNvPr id="62" name="Name 5">
            <a:extLst xmlns:a="http://schemas.openxmlformats.org/drawingml/2006/main">
              <a:ext uri="{FF2B5EF4-FFF2-40B4-BE49-F238E27FC236}">
                <a16:creationId xmlns:a16="http://schemas.microsoft.com/office/drawing/2014/main" id="{3CEC1BD5-E4C9-59CE-7CCC-3444C64A28AA}"/>
              </a:ext>
            </a:extLst>
          </p:cNvPr>
          <p:cNvSpPr>
            <a:spLocks xmlns:a="http://schemas.openxmlformats.org/drawingml/2006/main" noGrp="1"/>
          </p:cNvSpPr>
          <p:nvPr>
            <p:ph type="body" idx="42" hasCustomPrompt="1"/>
          </p:nvPr>
        </p:nvSpPr>
        <p:spPr>
          <a:xfrm xmlns:a="http://schemas.openxmlformats.org/drawingml/2006/main">
            <a:off x="9844978" y="2726695"/>
            <a:ext cx="1920240" cy="298064"/>
          </a:xfrm>
        </p:spPr>
        <p:txBody>
          <a:bodyPr xmlns:a="http://schemas.openxmlformats.org/drawingml/2006/main" vert="horz" lIns="0" tIns="0" rIns="0" bIns="0" anchor="t">
            <a:noAutofit/>
          </a:bodyPr>
          <a:lstStyle xmlns:a="http://schemas.openxmlformats.org/drawingml/2006/main">
            <a:lvl1pPr algn="ctr">
              <a:lnSpc>
                <a:spcPct val="100000"/>
              </a:lnSpc>
              <a:buNone/>
              <a:defRPr sz="1400" b="1" i="0">
                <a:solidFill>
                  <a:schemeClr val="tx1"/>
                </a:solidFill>
                <a:latin typeface="Oracle Sans Tab"/>
                <a:ea typeface="Oracle Sans Tab"/>
                <a:cs typeface="Oracle Sans Tab"/>
              </a:defRPr>
            </a:lvl1pPr>
          </a:lstStyle>
          <a:p xmlns:a="http://schemas.openxmlformats.org/drawingml/2006/main">
            <a:pPr lvl="0">
              <a:spcBef>
                <a:spcPct val="0"/>
              </a:spcBef>
              <a:buNone/>
            </a:pPr>
            <a:r>
              <a:t>Add speaker name</a:t>
            </a:r>
          </a:p>
        </p:txBody>
      </p:sp>
      <p:sp>
        <p:nvSpPr>
          <p:cNvPr id="63" name="Title 5">
            <a:extLst xmlns:a="http://schemas.openxmlformats.org/drawingml/2006/main">
              <a:ext uri="{FF2B5EF4-FFF2-40B4-BE49-F238E27FC236}">
                <a16:creationId xmlns:a16="http://schemas.microsoft.com/office/drawing/2014/main" id="{D34A6BDA-F544-70E1-6388-E3C1BF5771E8}"/>
              </a:ext>
            </a:extLst>
          </p:cNvPr>
          <p:cNvSpPr>
            <a:spLocks xmlns:a="http://schemas.openxmlformats.org/drawingml/2006/main" noGrp="1"/>
          </p:cNvSpPr>
          <p:nvPr>
            <p:ph type="body" idx="43" hasCustomPrompt="1"/>
          </p:nvPr>
        </p:nvSpPr>
        <p:spPr>
          <a:xfrm xmlns:a="http://schemas.openxmlformats.org/drawingml/2006/main">
            <a:off x="9844978" y="3031226"/>
            <a:ext cx="1920240" cy="248992"/>
          </a:xfrm>
        </p:spPr>
        <p:txBody>
          <a:bodyPr xmlns:a="http://schemas.openxmlformats.org/drawingml/2006/main" vert="horz" lIns="0" tIns="0" rIns="0" bIns="0" anchor="t">
            <a:noAutofit/>
          </a:bodyPr>
          <a:lstStyle xmlns:a="http://schemas.openxmlformats.org/drawingml/2006/main">
            <a:lvl1pPr algn="ctr">
              <a:lnSpc>
                <a:spcPct val="100000"/>
              </a:lnSpc>
              <a:buNone/>
              <a:defRPr sz="1200" b="0" i="0">
                <a:solidFill>
                  <a:schemeClr val="tx1"/>
                </a:solidFill>
                <a:latin typeface="Oracle Sans Tab"/>
                <a:ea typeface="Oracle Sans Tab"/>
                <a:cs typeface="Oracle Sans Tab"/>
              </a:defRPr>
            </a:lvl1pPr>
          </a:lstStyle>
          <a:p xmlns:a="http://schemas.openxmlformats.org/drawingml/2006/main">
            <a:pPr lvl="0">
              <a:spcBef>
                <a:spcPct val="0"/>
              </a:spcBef>
              <a:buNone/>
            </a:pPr>
            <a:r>
              <a:t>Add speaker title</a:t>
            </a:r>
          </a:p>
        </p:txBody>
      </p:sp>
      <p:sp>
        <p:nvSpPr>
          <p:cNvPr id="2" name="Slide Number Placeholder 7">
            <a:extLst xmlns:a="http://schemas.openxmlformats.org/drawingml/2006/main">
              <a:ext uri="{FF2B5EF4-FFF2-40B4-BE49-F238E27FC236}">
                <a16:creationId xmlns:a16="http://schemas.microsoft.com/office/drawing/2014/main" id="{6B2BB980-4E85-2D86-1EAC-45585EEE7C2C}"/>
              </a:ext>
            </a:extLst>
          </p:cNvPr>
          <p:cNvSpPr>
            <a:spLocks xmlns:a="http://schemas.openxmlformats.org/drawingml/2006/main" noGrp="1"/>
          </p:cNvSpPr>
          <p:nvPr>
            <p:ph type="sldNum" idx="17"/>
          </p:nvPr>
        </p:nvSpPr>
        <p:spPr>
          <a:xfrm xmlns:a="http://schemas.openxmlformats.org/drawingml/2006/main">
            <a:off x="762000" y="6423660"/>
            <a:ext cx="365760" cy="365760"/>
          </a:xfrm>
        </p:spPr>
        <p:txBody>
          <a:bodyPr xmlns:a="http://schemas.openxmlformats.org/drawingml/2006/main"/>
          <a:lstStyle xmlns:a="http://schemas.openxmlformats.org/drawingml/2006/main">
            <a:lvl1pPr>
              <a:buNone/>
              <a:defRPr>
                <a:solidFill>
                  <a:srgbClr val="AEA8A2"/>
                </a:solidFill>
              </a:defRPr>
            </a:lvl1pPr>
          </a:lstStyle>
          <a:p xmlns:a="http://schemas.openxmlformats.org/drawingml/2006/main">
            <a:fld id="{345D60D9-5372-5F40-9443-0F9AE5BDC3C8}" type="slidenum">
              <a:t>‹#›</a:t>
            </a:fld>
            <a:endParaRPr/>
          </a:p>
        </p:txBody>
      </p:sp>
      <p:sp>
        <p:nvSpPr>
          <p:cNvPr id="3" name="Footer Placeholder 6">
            <a:extLst xmlns:a="http://schemas.openxmlformats.org/drawingml/2006/main">
              <a:ext uri="{FF2B5EF4-FFF2-40B4-BE49-F238E27FC236}">
                <a16:creationId xmlns:a16="http://schemas.microsoft.com/office/drawing/2014/main" id="{B0DB2D8A-6704-C1D6-5725-30487909476A}"/>
              </a:ext>
            </a:extLst>
          </p:cNvPr>
          <p:cNvSpPr>
            <a:spLocks xmlns:a="http://schemas.openxmlformats.org/drawingml/2006/main" noGrp="1"/>
          </p:cNvSpPr>
          <p:nvPr>
            <p:ph type="ftr" idx="31"/>
          </p:nvPr>
        </p:nvSpPr>
        <p:spPr>
          <a:xfrm xmlns:a="http://schemas.openxmlformats.org/drawingml/2006/main">
            <a:off x="1127759" y="6423978"/>
            <a:ext cx="5745379" cy="365125"/>
          </a:xfrm>
        </p:spPr>
        <p:txBody>
          <a:bodyPr xmlns:a="http://schemas.openxmlformats.org/drawingml/2006/main"/>
          <a:lstStyle xmlns:a="http://schemas.openxmlformats.org/drawingml/2006/main">
            <a:lvl1pPr>
              <a:buNone/>
              <a:defRPr>
                <a:solidFill>
                  <a:srgbClr val="AEA8A2"/>
                </a:solidFill>
              </a:defRPr>
            </a:lvl1pPr>
          </a:lstStyle>
          <a:p xmlns:a="http://schemas.openxmlformats.org/drawingml/2006/main">
            <a:r>
              <a:t>Copyright © 2025, Oracle and/or its affiliates |  Confidential: Internal/Restricted/Highly Restricted</a:t>
            </a:r>
            <a:endParaRPr/>
          </a:p>
        </p:txBody>
      </p:sp>
      <p:sp>
        <p:nvSpPr>
          <p:cNvPr id="4" name="Date Placeholder 4">
            <a:extLst xmlns:a="http://schemas.openxmlformats.org/drawingml/2006/main">
              <a:ext uri="{FF2B5EF4-FFF2-40B4-BE49-F238E27FC236}">
                <a16:creationId xmlns:a16="http://schemas.microsoft.com/office/drawing/2014/main" id="{F6440522-CAB7-F461-F5BF-51C3530983D3}"/>
              </a:ext>
            </a:extLst>
          </p:cNvPr>
          <p:cNvSpPr>
            <a:spLocks xmlns:a="http://schemas.openxmlformats.org/drawingml/2006/main" noGrp="1"/>
          </p:cNvSpPr>
          <p:nvPr>
            <p:ph type="dt" idx="15"/>
          </p:nvPr>
        </p:nvSpPr>
        <p:spPr>
          <a:xfrm xmlns:a="http://schemas.openxmlformats.org/drawingml/2006/main">
            <a:off x="6873138" y="6425604"/>
            <a:ext cx="2743200" cy="363500"/>
          </a:xfrm>
        </p:spPr>
        <p:txBody>
          <a:bodyPr xmlns:a="http://schemas.openxmlformats.org/drawingml/2006/main"/>
          <a:lstStyle xmlns:a="http://schemas.openxmlformats.org/drawingml/2006/main">
            <a:lvl1pPr>
              <a:buNone/>
              <a:defRPr>
                <a:solidFill>
                  <a:srgbClr val="AEA8A2"/>
                </a:solidFill>
              </a:defRPr>
            </a:lvl1pPr>
          </a:lstStyle>
          <a:p xmlns:a="http://schemas.openxmlformats.org/drawingml/2006/main">
            <a:r>
              <a:t>[Date]</a:t>
            </a:r>
            <a:endParaRPr/>
          </a:p>
        </p:txBody>
      </p:sp>
      <p:sp>
        <p:nvSpPr>
          <p:cNvPr id="6" name="Picture 1">
            <a:extLst xmlns:a="http://schemas.openxmlformats.org/drawingml/2006/main">
              <a:ext uri="{FF2B5EF4-FFF2-40B4-BE49-F238E27FC236}">
                <a16:creationId xmlns:a16="http://schemas.microsoft.com/office/drawing/2014/main" id="{72521944-24A4-E7C1-7474-2B6FF0394BDA}"/>
              </a:ext>
            </a:extLst>
          </p:cNvPr>
          <p:cNvSpPr>
            <a:spLocks xmlns:a="http://schemas.openxmlformats.org/drawingml/2006/main" noGrp="1"/>
          </p:cNvSpPr>
          <p:nvPr>
            <p:ph type="pic" idx="44"/>
          </p:nvPr>
        </p:nvSpPr>
        <p:spPr>
          <a:xfrm xmlns:a="http://schemas.openxmlformats.org/drawingml/2006/main">
            <a:off x="1112987" y="3810096"/>
            <a:ext cx="1096422" cy="1097280"/>
          </a:xfrm>
          <a:prstGeom xmlns:a="http://schemas.openxmlformats.org/drawingml/2006/main" prst="ellipse">
            <a:avLst/>
          </a:prstGeom>
        </p:spPr>
        <p:txBody>
          <a:bodyPr xmlns:a="http://schemas.openxmlformats.org/drawingml/2006/main"/>
          <a:lstStyle xmlns:a="http://schemas.openxmlformats.org/drawingml/2006/main">
            <a:lvl1pPr>
              <a:buNone/>
              <a:defRPr>
                <a:solidFill>
                  <a:schemeClr val="tx1"/>
                </a:solidFill>
              </a:defRPr>
            </a:lvl1pPr>
          </a:lstStyle>
          <a:p xmlns:a="http://schemas.openxmlformats.org/drawingml/2006/main">
            <a:r>
              <a:t>Click icon to add picture</a:t>
            </a:r>
            <a:endParaRPr/>
          </a:p>
        </p:txBody>
      </p:sp>
      <p:sp>
        <p:nvSpPr>
          <p:cNvPr id="7" name="Name 1">
            <a:extLst xmlns:a="http://schemas.openxmlformats.org/drawingml/2006/main">
              <a:ext uri="{FF2B5EF4-FFF2-40B4-BE49-F238E27FC236}">
                <a16:creationId xmlns:a16="http://schemas.microsoft.com/office/drawing/2014/main" id="{FB00A11F-459A-98FB-66B0-1222171BD164}"/>
              </a:ext>
            </a:extLst>
          </p:cNvPr>
          <p:cNvSpPr>
            <a:spLocks xmlns:a="http://schemas.openxmlformats.org/drawingml/2006/main" noGrp="1"/>
          </p:cNvSpPr>
          <p:nvPr>
            <p:ph type="body" idx="45" hasCustomPrompt="1"/>
          </p:nvPr>
        </p:nvSpPr>
        <p:spPr>
          <a:xfrm xmlns:a="http://schemas.openxmlformats.org/drawingml/2006/main">
            <a:off x="701078" y="5042078"/>
            <a:ext cx="1920240" cy="298064"/>
          </a:xfrm>
        </p:spPr>
        <p:txBody>
          <a:bodyPr xmlns:a="http://schemas.openxmlformats.org/drawingml/2006/main" vert="horz" lIns="0" tIns="0" rIns="0" bIns="0" anchor="t">
            <a:noAutofit/>
          </a:bodyPr>
          <a:lstStyle xmlns:a="http://schemas.openxmlformats.org/drawingml/2006/main">
            <a:lvl1pPr algn="ctr">
              <a:lnSpc>
                <a:spcPct val="100000"/>
              </a:lnSpc>
              <a:buNone/>
              <a:defRPr sz="1400" b="1" i="0">
                <a:solidFill>
                  <a:schemeClr val="tx1"/>
                </a:solidFill>
                <a:latin typeface="Oracle Sans Tab"/>
                <a:ea typeface="Oracle Sans Tab"/>
                <a:cs typeface="Oracle Sans Tab"/>
              </a:defRPr>
            </a:lvl1pPr>
          </a:lstStyle>
          <a:p xmlns:a="http://schemas.openxmlformats.org/drawingml/2006/main">
            <a:pPr lvl="0">
              <a:spcBef>
                <a:spcPct val="0"/>
              </a:spcBef>
              <a:buNone/>
            </a:pPr>
            <a:r>
              <a:t>Add speaker name</a:t>
            </a:r>
          </a:p>
        </p:txBody>
      </p:sp>
      <p:sp>
        <p:nvSpPr>
          <p:cNvPr id="8" name="Title 1">
            <a:extLst xmlns:a="http://schemas.openxmlformats.org/drawingml/2006/main">
              <a:ext uri="{FF2B5EF4-FFF2-40B4-BE49-F238E27FC236}">
                <a16:creationId xmlns:a16="http://schemas.microsoft.com/office/drawing/2014/main" id="{66025BE5-0FFD-92F6-A4BA-CB6102BD8E75}"/>
              </a:ext>
            </a:extLst>
          </p:cNvPr>
          <p:cNvSpPr>
            <a:spLocks xmlns:a="http://schemas.openxmlformats.org/drawingml/2006/main" noGrp="1"/>
          </p:cNvSpPr>
          <p:nvPr>
            <p:ph type="body" idx="46" hasCustomPrompt="1"/>
          </p:nvPr>
        </p:nvSpPr>
        <p:spPr>
          <a:xfrm xmlns:a="http://schemas.openxmlformats.org/drawingml/2006/main">
            <a:off x="701078" y="5346609"/>
            <a:ext cx="1920240" cy="248992"/>
          </a:xfrm>
        </p:spPr>
        <p:txBody>
          <a:bodyPr xmlns:a="http://schemas.openxmlformats.org/drawingml/2006/main" vert="horz" lIns="0" tIns="0" rIns="0" bIns="0" anchor="t">
            <a:noAutofit/>
          </a:bodyPr>
          <a:lstStyle xmlns:a="http://schemas.openxmlformats.org/drawingml/2006/main">
            <a:lvl1pPr algn="ctr">
              <a:lnSpc>
                <a:spcPct val="100000"/>
              </a:lnSpc>
              <a:buNone/>
              <a:defRPr sz="1200" b="0" i="0">
                <a:solidFill>
                  <a:schemeClr val="tx1"/>
                </a:solidFill>
                <a:latin typeface="Oracle Sans Tab"/>
                <a:ea typeface="Oracle Sans Tab"/>
                <a:cs typeface="Oracle Sans Tab"/>
              </a:defRPr>
            </a:lvl1pPr>
          </a:lstStyle>
          <a:p xmlns:a="http://schemas.openxmlformats.org/drawingml/2006/main">
            <a:pPr lvl="0">
              <a:spcBef>
                <a:spcPct val="0"/>
              </a:spcBef>
              <a:buNone/>
            </a:pPr>
            <a:r>
              <a:t>Add speaker title</a:t>
            </a:r>
          </a:p>
        </p:txBody>
      </p:sp>
      <p:sp>
        <p:nvSpPr>
          <p:cNvPr id="9" name="Picture 2">
            <a:extLst xmlns:a="http://schemas.openxmlformats.org/drawingml/2006/main">
              <a:ext uri="{FF2B5EF4-FFF2-40B4-BE49-F238E27FC236}">
                <a16:creationId xmlns:a16="http://schemas.microsoft.com/office/drawing/2014/main" id="{144C0724-9767-678B-A5C4-93F92C82A294}"/>
              </a:ext>
            </a:extLst>
          </p:cNvPr>
          <p:cNvSpPr>
            <a:spLocks xmlns:a="http://schemas.openxmlformats.org/drawingml/2006/main" noGrp="1"/>
          </p:cNvSpPr>
          <p:nvPr>
            <p:ph type="pic" idx="47"/>
          </p:nvPr>
        </p:nvSpPr>
        <p:spPr>
          <a:xfrm xmlns:a="http://schemas.openxmlformats.org/drawingml/2006/main">
            <a:off x="3398962" y="3810096"/>
            <a:ext cx="1096422" cy="1097280"/>
          </a:xfrm>
          <a:prstGeom xmlns:a="http://schemas.openxmlformats.org/drawingml/2006/main" prst="ellipse">
            <a:avLst/>
          </a:prstGeom>
        </p:spPr>
        <p:txBody>
          <a:bodyPr xmlns:a="http://schemas.openxmlformats.org/drawingml/2006/main"/>
          <a:lstStyle xmlns:a="http://schemas.openxmlformats.org/drawingml/2006/main">
            <a:lvl1pPr>
              <a:buNone/>
              <a:defRPr>
                <a:solidFill>
                  <a:schemeClr val="tx1"/>
                </a:solidFill>
              </a:defRPr>
            </a:lvl1pPr>
          </a:lstStyle>
          <a:p xmlns:a="http://schemas.openxmlformats.org/drawingml/2006/main">
            <a:r>
              <a:t>Click icon to add picture</a:t>
            </a:r>
            <a:endParaRPr/>
          </a:p>
        </p:txBody>
      </p:sp>
      <p:sp>
        <p:nvSpPr>
          <p:cNvPr id="10" name="Name 2">
            <a:extLst xmlns:a="http://schemas.openxmlformats.org/drawingml/2006/main">
              <a:ext uri="{FF2B5EF4-FFF2-40B4-BE49-F238E27FC236}">
                <a16:creationId xmlns:a16="http://schemas.microsoft.com/office/drawing/2014/main" id="{8200242F-3C33-4861-1BBB-5205F5F9B02F}"/>
              </a:ext>
            </a:extLst>
          </p:cNvPr>
          <p:cNvSpPr>
            <a:spLocks xmlns:a="http://schemas.openxmlformats.org/drawingml/2006/main" noGrp="1"/>
          </p:cNvSpPr>
          <p:nvPr>
            <p:ph type="body" idx="48" hasCustomPrompt="1"/>
          </p:nvPr>
        </p:nvSpPr>
        <p:spPr>
          <a:xfrm xmlns:a="http://schemas.openxmlformats.org/drawingml/2006/main">
            <a:off x="2987053" y="5042078"/>
            <a:ext cx="1920240" cy="298064"/>
          </a:xfrm>
        </p:spPr>
        <p:txBody>
          <a:bodyPr xmlns:a="http://schemas.openxmlformats.org/drawingml/2006/main" vert="horz" lIns="0" tIns="0" rIns="0" bIns="0" anchor="t">
            <a:noAutofit/>
          </a:bodyPr>
          <a:lstStyle xmlns:a="http://schemas.openxmlformats.org/drawingml/2006/main">
            <a:lvl1pPr algn="ctr">
              <a:lnSpc>
                <a:spcPct val="100000"/>
              </a:lnSpc>
              <a:buNone/>
              <a:defRPr sz="1400" b="1" i="0">
                <a:solidFill>
                  <a:schemeClr val="tx1"/>
                </a:solidFill>
                <a:latin typeface="Oracle Sans Tab"/>
                <a:ea typeface="Oracle Sans Tab"/>
                <a:cs typeface="Oracle Sans Tab"/>
              </a:defRPr>
            </a:lvl1pPr>
          </a:lstStyle>
          <a:p xmlns:a="http://schemas.openxmlformats.org/drawingml/2006/main">
            <a:pPr lvl="0">
              <a:spcBef>
                <a:spcPct val="0"/>
              </a:spcBef>
              <a:buNone/>
            </a:pPr>
            <a:r>
              <a:t>Add speaker name</a:t>
            </a:r>
          </a:p>
        </p:txBody>
      </p:sp>
      <p:sp>
        <p:nvSpPr>
          <p:cNvPr id="11" name="Title 2">
            <a:extLst xmlns:a="http://schemas.openxmlformats.org/drawingml/2006/main">
              <a:ext uri="{FF2B5EF4-FFF2-40B4-BE49-F238E27FC236}">
                <a16:creationId xmlns:a16="http://schemas.microsoft.com/office/drawing/2014/main" id="{78E243D4-1A0C-2B5D-0602-EC28F75F2CDF}"/>
              </a:ext>
            </a:extLst>
          </p:cNvPr>
          <p:cNvSpPr>
            <a:spLocks xmlns:a="http://schemas.openxmlformats.org/drawingml/2006/main" noGrp="1"/>
          </p:cNvSpPr>
          <p:nvPr>
            <p:ph type="body" idx="49" hasCustomPrompt="1"/>
          </p:nvPr>
        </p:nvSpPr>
        <p:spPr>
          <a:xfrm xmlns:a="http://schemas.openxmlformats.org/drawingml/2006/main">
            <a:off x="2987053" y="5346609"/>
            <a:ext cx="1920240" cy="248992"/>
          </a:xfrm>
        </p:spPr>
        <p:txBody>
          <a:bodyPr xmlns:a="http://schemas.openxmlformats.org/drawingml/2006/main" vert="horz" lIns="0" tIns="0" rIns="0" bIns="0" anchor="t">
            <a:noAutofit/>
          </a:bodyPr>
          <a:lstStyle xmlns:a="http://schemas.openxmlformats.org/drawingml/2006/main">
            <a:lvl1pPr algn="ctr">
              <a:lnSpc>
                <a:spcPct val="100000"/>
              </a:lnSpc>
              <a:buNone/>
              <a:defRPr sz="1200" b="0" i="0">
                <a:solidFill>
                  <a:schemeClr val="tx1"/>
                </a:solidFill>
                <a:latin typeface="Oracle Sans Tab"/>
                <a:ea typeface="Oracle Sans Tab"/>
                <a:cs typeface="Oracle Sans Tab"/>
              </a:defRPr>
            </a:lvl1pPr>
          </a:lstStyle>
          <a:p xmlns:a="http://schemas.openxmlformats.org/drawingml/2006/main">
            <a:pPr lvl="0">
              <a:spcBef>
                <a:spcPct val="0"/>
              </a:spcBef>
              <a:buNone/>
            </a:pPr>
            <a:r>
              <a:t>Add speaker title</a:t>
            </a:r>
          </a:p>
        </p:txBody>
      </p:sp>
      <p:sp>
        <p:nvSpPr>
          <p:cNvPr id="12" name="Picture 3 ">
            <a:extLst xmlns:a="http://schemas.openxmlformats.org/drawingml/2006/main">
              <a:ext uri="{FF2B5EF4-FFF2-40B4-BE49-F238E27FC236}">
                <a16:creationId xmlns:a16="http://schemas.microsoft.com/office/drawing/2014/main" id="{25BE96FF-1149-A871-059D-5FC5C5724DE2}"/>
              </a:ext>
            </a:extLst>
          </p:cNvPr>
          <p:cNvSpPr>
            <a:spLocks xmlns:a="http://schemas.openxmlformats.org/drawingml/2006/main" noGrp="1"/>
          </p:cNvSpPr>
          <p:nvPr>
            <p:ph type="pic" idx="50"/>
          </p:nvPr>
        </p:nvSpPr>
        <p:spPr>
          <a:xfrm xmlns:a="http://schemas.openxmlformats.org/drawingml/2006/main">
            <a:off x="5684937" y="3810096"/>
            <a:ext cx="1096422" cy="1097280"/>
          </a:xfrm>
          <a:prstGeom xmlns:a="http://schemas.openxmlformats.org/drawingml/2006/main" prst="ellipse">
            <a:avLst/>
          </a:prstGeom>
        </p:spPr>
        <p:txBody>
          <a:bodyPr xmlns:a="http://schemas.openxmlformats.org/drawingml/2006/main"/>
          <a:lstStyle xmlns:a="http://schemas.openxmlformats.org/drawingml/2006/main">
            <a:lvl1pPr>
              <a:buNone/>
              <a:defRPr>
                <a:solidFill>
                  <a:schemeClr val="tx1"/>
                </a:solidFill>
              </a:defRPr>
            </a:lvl1pPr>
          </a:lstStyle>
          <a:p xmlns:a="http://schemas.openxmlformats.org/drawingml/2006/main">
            <a:r>
              <a:t>Click icon to add picture</a:t>
            </a:r>
            <a:endParaRPr/>
          </a:p>
        </p:txBody>
      </p:sp>
      <p:sp>
        <p:nvSpPr>
          <p:cNvPr id="13" name="Name 3">
            <a:extLst xmlns:a="http://schemas.openxmlformats.org/drawingml/2006/main">
              <a:ext uri="{FF2B5EF4-FFF2-40B4-BE49-F238E27FC236}">
                <a16:creationId xmlns:a16="http://schemas.microsoft.com/office/drawing/2014/main" id="{C79E27DB-CB5A-5B10-1D20-382BE231D8B4}"/>
              </a:ext>
            </a:extLst>
          </p:cNvPr>
          <p:cNvSpPr>
            <a:spLocks xmlns:a="http://schemas.openxmlformats.org/drawingml/2006/main" noGrp="1"/>
          </p:cNvSpPr>
          <p:nvPr>
            <p:ph type="body" idx="51" hasCustomPrompt="1"/>
          </p:nvPr>
        </p:nvSpPr>
        <p:spPr>
          <a:xfrm xmlns:a="http://schemas.openxmlformats.org/drawingml/2006/main">
            <a:off x="5273028" y="5042078"/>
            <a:ext cx="1920240" cy="298064"/>
          </a:xfrm>
        </p:spPr>
        <p:txBody>
          <a:bodyPr xmlns:a="http://schemas.openxmlformats.org/drawingml/2006/main" vert="horz" lIns="0" tIns="0" rIns="0" bIns="0" anchor="t">
            <a:noAutofit/>
          </a:bodyPr>
          <a:lstStyle xmlns:a="http://schemas.openxmlformats.org/drawingml/2006/main">
            <a:lvl1pPr algn="ctr">
              <a:lnSpc>
                <a:spcPct val="100000"/>
              </a:lnSpc>
              <a:buNone/>
              <a:defRPr sz="1400" b="1" i="0">
                <a:solidFill>
                  <a:schemeClr val="tx1"/>
                </a:solidFill>
                <a:latin typeface="Oracle Sans Tab"/>
                <a:ea typeface="Oracle Sans Tab"/>
                <a:cs typeface="Oracle Sans Tab"/>
              </a:defRPr>
            </a:lvl1pPr>
          </a:lstStyle>
          <a:p xmlns:a="http://schemas.openxmlformats.org/drawingml/2006/main">
            <a:pPr lvl="0">
              <a:spcBef>
                <a:spcPct val="0"/>
              </a:spcBef>
              <a:buNone/>
            </a:pPr>
            <a:r>
              <a:t>Add speaker name</a:t>
            </a:r>
          </a:p>
        </p:txBody>
      </p:sp>
      <p:sp>
        <p:nvSpPr>
          <p:cNvPr id="14" name="Title 3">
            <a:extLst xmlns:a="http://schemas.openxmlformats.org/drawingml/2006/main">
              <a:ext uri="{FF2B5EF4-FFF2-40B4-BE49-F238E27FC236}">
                <a16:creationId xmlns:a16="http://schemas.microsoft.com/office/drawing/2014/main" id="{E3168F24-D5E1-A01A-9FE4-02BBEBCAC256}"/>
              </a:ext>
            </a:extLst>
          </p:cNvPr>
          <p:cNvSpPr>
            <a:spLocks xmlns:a="http://schemas.openxmlformats.org/drawingml/2006/main" noGrp="1"/>
          </p:cNvSpPr>
          <p:nvPr>
            <p:ph type="body" idx="52" hasCustomPrompt="1"/>
          </p:nvPr>
        </p:nvSpPr>
        <p:spPr>
          <a:xfrm xmlns:a="http://schemas.openxmlformats.org/drawingml/2006/main">
            <a:off x="5273028" y="5346609"/>
            <a:ext cx="1920240" cy="248992"/>
          </a:xfrm>
        </p:spPr>
        <p:txBody>
          <a:bodyPr xmlns:a="http://schemas.openxmlformats.org/drawingml/2006/main" vert="horz" lIns="0" tIns="0" rIns="0" bIns="0" anchor="t">
            <a:noAutofit/>
          </a:bodyPr>
          <a:lstStyle xmlns:a="http://schemas.openxmlformats.org/drawingml/2006/main">
            <a:lvl1pPr algn="ctr">
              <a:lnSpc>
                <a:spcPct val="100000"/>
              </a:lnSpc>
              <a:buNone/>
              <a:defRPr sz="1200" b="0" i="0">
                <a:solidFill>
                  <a:schemeClr val="tx1"/>
                </a:solidFill>
                <a:latin typeface="Oracle Sans Tab"/>
                <a:ea typeface="Oracle Sans Tab"/>
                <a:cs typeface="Oracle Sans Tab"/>
              </a:defRPr>
            </a:lvl1pPr>
          </a:lstStyle>
          <a:p xmlns:a="http://schemas.openxmlformats.org/drawingml/2006/main">
            <a:pPr lvl="0">
              <a:spcBef>
                <a:spcPct val="0"/>
              </a:spcBef>
              <a:buNone/>
            </a:pPr>
            <a:r>
              <a:t>Add speaker title</a:t>
            </a:r>
          </a:p>
        </p:txBody>
      </p:sp>
      <p:sp>
        <p:nvSpPr>
          <p:cNvPr id="15" name="Picture 4">
            <a:extLst xmlns:a="http://schemas.openxmlformats.org/drawingml/2006/main">
              <a:ext uri="{FF2B5EF4-FFF2-40B4-BE49-F238E27FC236}">
                <a16:creationId xmlns:a16="http://schemas.microsoft.com/office/drawing/2014/main" id="{C28F1BA1-9C38-C15A-DAF0-7D7D17BF4911}"/>
              </a:ext>
            </a:extLst>
          </p:cNvPr>
          <p:cNvSpPr>
            <a:spLocks xmlns:a="http://schemas.openxmlformats.org/drawingml/2006/main" noGrp="1"/>
          </p:cNvSpPr>
          <p:nvPr>
            <p:ph type="pic" idx="53"/>
          </p:nvPr>
        </p:nvSpPr>
        <p:spPr>
          <a:xfrm xmlns:a="http://schemas.openxmlformats.org/drawingml/2006/main">
            <a:off x="7970912" y="3810096"/>
            <a:ext cx="1096422" cy="1097280"/>
          </a:xfrm>
          <a:prstGeom xmlns:a="http://schemas.openxmlformats.org/drawingml/2006/main" prst="ellipse">
            <a:avLst/>
          </a:prstGeom>
        </p:spPr>
        <p:txBody>
          <a:bodyPr xmlns:a="http://schemas.openxmlformats.org/drawingml/2006/main"/>
          <a:lstStyle xmlns:a="http://schemas.openxmlformats.org/drawingml/2006/main">
            <a:lvl1pPr>
              <a:buNone/>
              <a:defRPr>
                <a:solidFill>
                  <a:schemeClr val="tx1"/>
                </a:solidFill>
              </a:defRPr>
            </a:lvl1pPr>
          </a:lstStyle>
          <a:p xmlns:a="http://schemas.openxmlformats.org/drawingml/2006/main">
            <a:r>
              <a:t>Click icon to add picture</a:t>
            </a:r>
            <a:endParaRPr/>
          </a:p>
        </p:txBody>
      </p:sp>
      <p:sp>
        <p:nvSpPr>
          <p:cNvPr id="16" name="Name 4">
            <a:extLst xmlns:a="http://schemas.openxmlformats.org/drawingml/2006/main">
              <a:ext uri="{FF2B5EF4-FFF2-40B4-BE49-F238E27FC236}">
                <a16:creationId xmlns:a16="http://schemas.microsoft.com/office/drawing/2014/main" id="{A736C04C-99C8-5B44-F5FF-04676206CDF7}"/>
              </a:ext>
            </a:extLst>
          </p:cNvPr>
          <p:cNvSpPr>
            <a:spLocks xmlns:a="http://schemas.openxmlformats.org/drawingml/2006/main" noGrp="1"/>
          </p:cNvSpPr>
          <p:nvPr>
            <p:ph type="body" idx="54" hasCustomPrompt="1"/>
          </p:nvPr>
        </p:nvSpPr>
        <p:spPr>
          <a:xfrm xmlns:a="http://schemas.openxmlformats.org/drawingml/2006/main">
            <a:off x="7559003" y="5042078"/>
            <a:ext cx="1920240" cy="298064"/>
          </a:xfrm>
        </p:spPr>
        <p:txBody>
          <a:bodyPr xmlns:a="http://schemas.openxmlformats.org/drawingml/2006/main" vert="horz" lIns="0" tIns="0" rIns="0" bIns="0" anchor="t">
            <a:noAutofit/>
          </a:bodyPr>
          <a:lstStyle xmlns:a="http://schemas.openxmlformats.org/drawingml/2006/main">
            <a:lvl1pPr algn="ctr">
              <a:lnSpc>
                <a:spcPct val="100000"/>
              </a:lnSpc>
              <a:buNone/>
              <a:defRPr sz="1400" b="1" i="0">
                <a:solidFill>
                  <a:schemeClr val="tx1"/>
                </a:solidFill>
                <a:latin typeface="Oracle Sans Tab"/>
                <a:ea typeface="Oracle Sans Tab"/>
                <a:cs typeface="Oracle Sans Tab"/>
              </a:defRPr>
            </a:lvl1pPr>
          </a:lstStyle>
          <a:p xmlns:a="http://schemas.openxmlformats.org/drawingml/2006/main">
            <a:pPr lvl="0">
              <a:spcBef>
                <a:spcPct val="0"/>
              </a:spcBef>
              <a:buNone/>
            </a:pPr>
            <a:r>
              <a:t>Add speaker name</a:t>
            </a:r>
          </a:p>
        </p:txBody>
      </p:sp>
      <p:sp>
        <p:nvSpPr>
          <p:cNvPr id="17" name="Title 4">
            <a:extLst xmlns:a="http://schemas.openxmlformats.org/drawingml/2006/main">
              <a:ext uri="{FF2B5EF4-FFF2-40B4-BE49-F238E27FC236}">
                <a16:creationId xmlns:a16="http://schemas.microsoft.com/office/drawing/2014/main" id="{1B6CC2B9-2432-DD61-FFD2-E986BE8E9F35}"/>
              </a:ext>
            </a:extLst>
          </p:cNvPr>
          <p:cNvSpPr>
            <a:spLocks xmlns:a="http://schemas.openxmlformats.org/drawingml/2006/main" noGrp="1"/>
          </p:cNvSpPr>
          <p:nvPr>
            <p:ph type="body" idx="55" hasCustomPrompt="1"/>
          </p:nvPr>
        </p:nvSpPr>
        <p:spPr>
          <a:xfrm xmlns:a="http://schemas.openxmlformats.org/drawingml/2006/main">
            <a:off x="7559003" y="5346609"/>
            <a:ext cx="1920240" cy="248992"/>
          </a:xfrm>
        </p:spPr>
        <p:txBody>
          <a:bodyPr xmlns:a="http://schemas.openxmlformats.org/drawingml/2006/main" vert="horz" lIns="0" tIns="0" rIns="0" bIns="0" anchor="t">
            <a:noAutofit/>
          </a:bodyPr>
          <a:lstStyle xmlns:a="http://schemas.openxmlformats.org/drawingml/2006/main">
            <a:lvl1pPr algn="ctr">
              <a:lnSpc>
                <a:spcPct val="100000"/>
              </a:lnSpc>
              <a:buNone/>
              <a:defRPr sz="1200" b="0" i="0">
                <a:solidFill>
                  <a:schemeClr val="tx1"/>
                </a:solidFill>
                <a:latin typeface="Oracle Sans Tab"/>
                <a:ea typeface="Oracle Sans Tab"/>
                <a:cs typeface="Oracle Sans Tab"/>
              </a:defRPr>
            </a:lvl1pPr>
          </a:lstStyle>
          <a:p xmlns:a="http://schemas.openxmlformats.org/drawingml/2006/main">
            <a:pPr lvl="0">
              <a:spcBef>
                <a:spcPct val="0"/>
              </a:spcBef>
              <a:buNone/>
            </a:pPr>
            <a:r>
              <a:t>Add speaker title</a:t>
            </a:r>
          </a:p>
        </p:txBody>
      </p:sp>
      <p:sp>
        <p:nvSpPr>
          <p:cNvPr id="18" name="Picture 5">
            <a:extLst xmlns:a="http://schemas.openxmlformats.org/drawingml/2006/main">
              <a:ext uri="{FF2B5EF4-FFF2-40B4-BE49-F238E27FC236}">
                <a16:creationId xmlns:a16="http://schemas.microsoft.com/office/drawing/2014/main" id="{3A558EAD-D220-0239-69EF-648F93A62478}"/>
              </a:ext>
            </a:extLst>
          </p:cNvPr>
          <p:cNvSpPr>
            <a:spLocks xmlns:a="http://schemas.openxmlformats.org/drawingml/2006/main" noGrp="1"/>
          </p:cNvSpPr>
          <p:nvPr>
            <p:ph type="pic" idx="56"/>
          </p:nvPr>
        </p:nvSpPr>
        <p:spPr>
          <a:xfrm xmlns:a="http://schemas.openxmlformats.org/drawingml/2006/main">
            <a:off x="10256887" y="3810096"/>
            <a:ext cx="1096422" cy="1097280"/>
          </a:xfrm>
          <a:prstGeom xmlns:a="http://schemas.openxmlformats.org/drawingml/2006/main" prst="ellipse">
            <a:avLst/>
          </a:prstGeom>
        </p:spPr>
        <p:txBody>
          <a:bodyPr xmlns:a="http://schemas.openxmlformats.org/drawingml/2006/main"/>
          <a:lstStyle xmlns:a="http://schemas.openxmlformats.org/drawingml/2006/main">
            <a:lvl1pPr>
              <a:buNone/>
              <a:defRPr>
                <a:solidFill>
                  <a:schemeClr val="tx1"/>
                </a:solidFill>
              </a:defRPr>
            </a:lvl1pPr>
          </a:lstStyle>
          <a:p xmlns:a="http://schemas.openxmlformats.org/drawingml/2006/main">
            <a:r>
              <a:t>Click icon to add picture</a:t>
            </a:r>
            <a:endParaRPr/>
          </a:p>
        </p:txBody>
      </p:sp>
      <p:sp>
        <p:nvSpPr>
          <p:cNvPr id="20" name="Name 5">
            <a:extLst xmlns:a="http://schemas.openxmlformats.org/drawingml/2006/main">
              <a:ext uri="{FF2B5EF4-FFF2-40B4-BE49-F238E27FC236}">
                <a16:creationId xmlns:a16="http://schemas.microsoft.com/office/drawing/2014/main" id="{007E775B-15B1-5428-C8C9-4B614DEE17D1}"/>
              </a:ext>
            </a:extLst>
          </p:cNvPr>
          <p:cNvSpPr>
            <a:spLocks xmlns:a="http://schemas.openxmlformats.org/drawingml/2006/main" noGrp="1"/>
          </p:cNvSpPr>
          <p:nvPr>
            <p:ph type="body" idx="57" hasCustomPrompt="1"/>
          </p:nvPr>
        </p:nvSpPr>
        <p:spPr>
          <a:xfrm xmlns:a="http://schemas.openxmlformats.org/drawingml/2006/main">
            <a:off x="9844978" y="5042078"/>
            <a:ext cx="1920240" cy="298064"/>
          </a:xfrm>
        </p:spPr>
        <p:txBody>
          <a:bodyPr xmlns:a="http://schemas.openxmlformats.org/drawingml/2006/main" vert="horz" lIns="0" tIns="0" rIns="0" bIns="0" anchor="t">
            <a:noAutofit/>
          </a:bodyPr>
          <a:lstStyle xmlns:a="http://schemas.openxmlformats.org/drawingml/2006/main">
            <a:lvl1pPr algn="ctr">
              <a:lnSpc>
                <a:spcPct val="100000"/>
              </a:lnSpc>
              <a:buNone/>
              <a:defRPr sz="1400" b="1" i="0">
                <a:solidFill>
                  <a:schemeClr val="tx1"/>
                </a:solidFill>
                <a:latin typeface="Oracle Sans Tab"/>
                <a:ea typeface="Oracle Sans Tab"/>
                <a:cs typeface="Oracle Sans Tab"/>
              </a:defRPr>
            </a:lvl1pPr>
          </a:lstStyle>
          <a:p xmlns:a="http://schemas.openxmlformats.org/drawingml/2006/main">
            <a:pPr lvl="0">
              <a:spcBef>
                <a:spcPct val="0"/>
              </a:spcBef>
              <a:buNone/>
            </a:pPr>
            <a:r>
              <a:t>Add speaker name</a:t>
            </a:r>
          </a:p>
        </p:txBody>
      </p:sp>
      <p:sp>
        <p:nvSpPr>
          <p:cNvPr id="21" name="Title 5">
            <a:extLst xmlns:a="http://schemas.openxmlformats.org/drawingml/2006/main">
              <a:ext uri="{FF2B5EF4-FFF2-40B4-BE49-F238E27FC236}">
                <a16:creationId xmlns:a16="http://schemas.microsoft.com/office/drawing/2014/main" id="{5A22EC85-7769-2401-038D-634693151760}"/>
              </a:ext>
            </a:extLst>
          </p:cNvPr>
          <p:cNvSpPr>
            <a:spLocks xmlns:a="http://schemas.openxmlformats.org/drawingml/2006/main" noGrp="1"/>
          </p:cNvSpPr>
          <p:nvPr>
            <p:ph type="body" idx="58" hasCustomPrompt="1"/>
          </p:nvPr>
        </p:nvSpPr>
        <p:spPr>
          <a:xfrm xmlns:a="http://schemas.openxmlformats.org/drawingml/2006/main">
            <a:off x="9844978" y="5346609"/>
            <a:ext cx="1920240" cy="248992"/>
          </a:xfrm>
        </p:spPr>
        <p:txBody>
          <a:bodyPr xmlns:a="http://schemas.openxmlformats.org/drawingml/2006/main" vert="horz" lIns="0" tIns="0" rIns="0" bIns="0" anchor="t">
            <a:noAutofit/>
          </a:bodyPr>
          <a:lstStyle xmlns:a="http://schemas.openxmlformats.org/drawingml/2006/main">
            <a:lvl1pPr algn="ctr">
              <a:lnSpc>
                <a:spcPct val="100000"/>
              </a:lnSpc>
              <a:buNone/>
              <a:defRPr sz="1200" b="0" i="0">
                <a:solidFill>
                  <a:schemeClr val="tx1"/>
                </a:solidFill>
                <a:latin typeface="Oracle Sans Tab"/>
                <a:ea typeface="Oracle Sans Tab"/>
                <a:cs typeface="Oracle Sans Tab"/>
              </a:defRPr>
            </a:lvl1pPr>
          </a:lstStyle>
          <a:p xmlns:a="http://schemas.openxmlformats.org/drawingml/2006/main">
            <a:pPr lvl="0">
              <a:spcBef>
                <a:spcPct val="0"/>
              </a:spcBef>
              <a:buNone/>
            </a:pPr>
            <a:r>
              <a:t>Add speaker title</a:t>
            </a:r>
          </a:p>
        </p:txBody>
      </p:sp>
    </p:spTree>
  </p:cSld>
</p:sldLayout>
</file>

<file path=ppt/slideLayouts/slideLayout57.xml><?xml version="1.0" encoding="utf-8"?>
<p:sldLayout xmlns:p="http://schemas.openxmlformats.org/presentationml/2006/main" preserve="1">
  <p:cSld name="Title + 3points Light">
    <p:bg>
      <p:bgRef idx="1001">
        <a:schemeClr xmlns:a="http://schemas.openxmlformats.org/drawingml/2006/main" val="bg2"/>
      </p:bgRef>
    </p:bg>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FCA127B8-6459-BEBA-D16E-9D17C5D2578E}"/>
              </a:ext>
            </a:extLst>
          </p:cNvPr>
          <p:cNvSpPr>
            <a:spLocks xmlns:a="http://schemas.openxmlformats.org/drawingml/2006/main" noGrp="1"/>
          </p:cNvSpPr>
          <p:nvPr>
            <p:ph type="title" idx="0"/>
          </p:nvPr>
        </p:nvSpPr>
        <p:spPr>
          <a:xfrm xmlns:a="http://schemas.openxmlformats.org/drawingml/2006/main">
            <a:off x="778406" y="1123950"/>
            <a:ext cx="4941769" cy="4610100"/>
          </a:xfrm>
          <a:prstGeom xmlns:a="http://schemas.openxmlformats.org/drawingml/2006/main" prst="rect">
            <a:avLst/>
          </a:prstGeom>
        </p:spPr>
        <p:txBody>
          <a:bodyPr xmlns:a="http://schemas.openxmlformats.org/drawingml/2006/main" anchor="ctr"/>
          <a:lstStyle xmlns:a="http://schemas.openxmlformats.org/drawingml/2006/main">
            <a:lvl1pPr>
              <a:lnSpc>
                <a:spcPct val="100000"/>
              </a:lnSpc>
              <a:buNone/>
              <a:defRPr sz="3200" b="1">
                <a:solidFill>
                  <a:schemeClr val="tx1"/>
                </a:solidFill>
              </a:defRPr>
            </a:lvl1pPr>
          </a:lstStyle>
          <a:p xmlns:a="http://schemas.openxmlformats.org/drawingml/2006/main">
            <a:r>
              <a:t>Click to edit Master title style</a:t>
            </a:r>
            <a:endParaRPr/>
          </a:p>
        </p:txBody>
      </p:sp>
      <p:sp>
        <p:nvSpPr>
          <p:cNvPr id="6" name="Text Placeholder 5">
            <a:extLst xmlns:a="http://schemas.openxmlformats.org/drawingml/2006/main">
              <a:ext uri="{FF2B5EF4-FFF2-40B4-BE49-F238E27FC236}">
                <a16:creationId xmlns:a16="http://schemas.microsoft.com/office/drawing/2014/main" id="{4A36FF17-F9F3-0957-AD05-F18D3D5D9623}"/>
              </a:ext>
            </a:extLst>
          </p:cNvPr>
          <p:cNvSpPr>
            <a:spLocks xmlns:a="http://schemas.openxmlformats.org/drawingml/2006/main" noGrp="1"/>
          </p:cNvSpPr>
          <p:nvPr>
            <p:ph type="body" idx="12" hasCustomPrompt="1"/>
          </p:nvPr>
        </p:nvSpPr>
        <p:spPr>
          <a:xfrm xmlns:a="http://schemas.openxmlformats.org/drawingml/2006/main">
            <a:off x="6095604" y="1308567"/>
            <a:ext cx="5277987" cy="1000125"/>
          </a:xfrm>
          <a:prstGeom xmlns:a="http://schemas.openxmlformats.org/drawingml/2006/main" prst="rect">
            <a:avLst/>
          </a:prstGeom>
        </p:spPr>
        <p:txBody>
          <a:bodyPr xmlns:a="http://schemas.openxmlformats.org/drawingml/2006/main">
            <a:noAutofit/>
          </a:bodyPr>
          <a:lstStyle xmlns:a="http://schemas.openxmlformats.org/drawingml/2006/main">
            <a:lvl1pPr marL="0" indent="0">
              <a:lnSpc>
                <a:spcPct val="100000"/>
              </a:lnSpc>
              <a:buNone/>
              <a:defRPr sz="1600" b="0" i="0">
                <a:solidFill>
                  <a:schemeClr val="tx1"/>
                </a:solidFill>
                <a:latin typeface="Oracle Sans Tab"/>
                <a:ea typeface="Oracle Sans Tab"/>
                <a:cs typeface="Oracle Sans Tab"/>
              </a:defRPr>
            </a:lvl1pPr>
          </a:lstStyle>
          <a:p xmlns:a="http://schemas.openxmlformats.org/drawingml/2006/main">
            <a:pPr lvl="0">
              <a:buNone/>
            </a:pPr>
            <a:r>
              <a:t>Intro copy or subhead copy goes here, no more than 3 lines</a:t>
            </a:r>
          </a:p>
        </p:txBody>
      </p:sp>
      <p:sp>
        <p:nvSpPr>
          <p:cNvPr id="8" name="Picture Placeholder 7">
            <a:extLst xmlns:a="http://schemas.openxmlformats.org/drawingml/2006/main">
              <a:ext uri="{FF2B5EF4-FFF2-40B4-BE49-F238E27FC236}">
                <a16:creationId xmlns:a16="http://schemas.microsoft.com/office/drawing/2014/main" id="{30B7A9DC-8DB8-E382-172A-A425B0E9AA9C}"/>
              </a:ext>
            </a:extLst>
          </p:cNvPr>
          <p:cNvSpPr>
            <a:spLocks xmlns:a="http://schemas.openxmlformats.org/drawingml/2006/main" noGrp="1"/>
          </p:cNvSpPr>
          <p:nvPr>
            <p:ph type="pic" idx="13" hasCustomPrompt="1"/>
          </p:nvPr>
        </p:nvSpPr>
        <p:spPr>
          <a:xfrm xmlns:a="http://schemas.openxmlformats.org/drawingml/2006/main">
            <a:off x="6095603" y="2381250"/>
            <a:ext cx="667587" cy="667544"/>
          </a:xfrm>
          <a:prstGeom xmlns:a="http://schemas.openxmlformats.org/drawingml/2006/main" prst="rect">
            <a:avLst/>
          </a:prstGeom>
        </p:spPr>
        <p:txBody>
          <a:bodyPr xmlns:a="http://schemas.openxmlformats.org/drawingml/2006/main" anchor="ctr">
            <a:normAutofit/>
          </a:bodyPr>
          <a:lstStyle xmlns:a="http://schemas.openxmlformats.org/drawingml/2006/main">
            <a:lvl1pPr marL="0" indent="0" algn="ctr">
              <a:buNone/>
              <a:defRPr sz="1600">
                <a:solidFill>
                  <a:schemeClr val="tx1"/>
                </a:solidFill>
              </a:defRPr>
            </a:lvl1pPr>
          </a:lstStyle>
          <a:p xmlns:a="http://schemas.openxmlformats.org/drawingml/2006/main">
            <a:r>
              <a:t>Icon</a:t>
            </a:r>
          </a:p>
        </p:txBody>
      </p:sp>
      <p:sp>
        <p:nvSpPr>
          <p:cNvPr id="10" name="Text Placeholder 9">
            <a:extLst xmlns:a="http://schemas.openxmlformats.org/drawingml/2006/main">
              <a:ext uri="{FF2B5EF4-FFF2-40B4-BE49-F238E27FC236}">
                <a16:creationId xmlns:a16="http://schemas.microsoft.com/office/drawing/2014/main" id="{566D40C5-F7F2-3539-6999-2D283256E3C1}"/>
              </a:ext>
            </a:extLst>
          </p:cNvPr>
          <p:cNvSpPr>
            <a:spLocks xmlns:a="http://schemas.openxmlformats.org/drawingml/2006/main" noGrp="1"/>
          </p:cNvSpPr>
          <p:nvPr>
            <p:ph type="body" idx="14" hasCustomPrompt="1"/>
          </p:nvPr>
        </p:nvSpPr>
        <p:spPr>
          <a:xfrm xmlns:a="http://schemas.openxmlformats.org/drawingml/2006/main">
            <a:off x="7010856" y="2529168"/>
            <a:ext cx="4781861" cy="667544"/>
          </a:xfrm>
          <a:prstGeom xmlns:a="http://schemas.openxmlformats.org/drawingml/2006/main" prst="rect">
            <a:avLst/>
          </a:prstGeom>
        </p:spPr>
        <p:txBody>
          <a:bodyPr xmlns:a="http://schemas.openxmlformats.org/drawingml/2006/main">
            <a:noAutofit/>
          </a:bodyPr>
          <a:lstStyle xmlns:a="http://schemas.openxmlformats.org/drawingml/2006/main">
            <a:lvl1pPr marL="0" indent="0">
              <a:lnSpc>
                <a:spcPct val="100000"/>
              </a:lnSpc>
              <a:buNone/>
              <a:defRPr sz="1600">
                <a:solidFill>
                  <a:schemeClr val="tx1"/>
                </a:solidFill>
              </a:defRPr>
            </a:lvl1pPr>
          </a:lstStyle>
          <a:p xmlns:a="http://schemas.openxmlformats.org/drawingml/2006/main">
            <a:pPr lvl="0">
              <a:buNone/>
            </a:pPr>
            <a:r>
              <a:t>Copy goes here, do not exceed 2 lines of copy</a:t>
            </a:r>
          </a:p>
        </p:txBody>
      </p:sp>
      <p:sp>
        <p:nvSpPr>
          <p:cNvPr id="11" name="Picture Placeholder 7">
            <a:extLst xmlns:a="http://schemas.openxmlformats.org/drawingml/2006/main">
              <a:ext uri="{FF2B5EF4-FFF2-40B4-BE49-F238E27FC236}">
                <a16:creationId xmlns:a16="http://schemas.microsoft.com/office/drawing/2014/main" id="{0991BEB9-51BB-F077-EC9E-195DA698686E}"/>
              </a:ext>
            </a:extLst>
          </p:cNvPr>
          <p:cNvSpPr>
            <a:spLocks xmlns:a="http://schemas.openxmlformats.org/drawingml/2006/main" noGrp="1"/>
          </p:cNvSpPr>
          <p:nvPr>
            <p:ph type="pic" idx="15" hasCustomPrompt="1"/>
          </p:nvPr>
        </p:nvSpPr>
        <p:spPr>
          <a:xfrm xmlns:a="http://schemas.openxmlformats.org/drawingml/2006/main">
            <a:off x="6095603" y="3429001"/>
            <a:ext cx="667587" cy="667544"/>
          </a:xfrm>
          <a:prstGeom xmlns:a="http://schemas.openxmlformats.org/drawingml/2006/main" prst="rect">
            <a:avLst/>
          </a:prstGeom>
        </p:spPr>
        <p:txBody>
          <a:bodyPr xmlns:a="http://schemas.openxmlformats.org/drawingml/2006/main" anchor="ctr">
            <a:normAutofit/>
          </a:bodyPr>
          <a:lstStyle xmlns:a="http://schemas.openxmlformats.org/drawingml/2006/main">
            <a:lvl1pPr marL="0" indent="0" algn="ctr">
              <a:buNone/>
              <a:defRPr sz="1600">
                <a:solidFill>
                  <a:schemeClr val="tx1"/>
                </a:solidFill>
              </a:defRPr>
            </a:lvl1pPr>
          </a:lstStyle>
          <a:p xmlns:a="http://schemas.openxmlformats.org/drawingml/2006/main">
            <a:r>
              <a:t>Icon</a:t>
            </a:r>
          </a:p>
        </p:txBody>
      </p:sp>
      <p:sp>
        <p:nvSpPr>
          <p:cNvPr id="12" name="Text Placeholder 9">
            <a:extLst xmlns:a="http://schemas.openxmlformats.org/drawingml/2006/main">
              <a:ext uri="{FF2B5EF4-FFF2-40B4-BE49-F238E27FC236}">
                <a16:creationId xmlns:a16="http://schemas.microsoft.com/office/drawing/2014/main" id="{6D1033AF-581A-B853-652D-A540146FD490}"/>
              </a:ext>
            </a:extLst>
          </p:cNvPr>
          <p:cNvSpPr>
            <a:spLocks xmlns:a="http://schemas.openxmlformats.org/drawingml/2006/main" noGrp="1"/>
          </p:cNvSpPr>
          <p:nvPr>
            <p:ph type="body" idx="16" hasCustomPrompt="1"/>
          </p:nvPr>
        </p:nvSpPr>
        <p:spPr>
          <a:xfrm xmlns:a="http://schemas.openxmlformats.org/drawingml/2006/main">
            <a:off x="7010856" y="3576918"/>
            <a:ext cx="4781861" cy="667544"/>
          </a:xfrm>
          <a:prstGeom xmlns:a="http://schemas.openxmlformats.org/drawingml/2006/main" prst="rect">
            <a:avLst/>
          </a:prstGeom>
        </p:spPr>
        <p:txBody>
          <a:bodyPr xmlns:a="http://schemas.openxmlformats.org/drawingml/2006/main">
            <a:noAutofit/>
          </a:bodyPr>
          <a:lstStyle xmlns:a="http://schemas.openxmlformats.org/drawingml/2006/main">
            <a:lvl1pPr marL="0" indent="0">
              <a:lnSpc>
                <a:spcPct val="100000"/>
              </a:lnSpc>
              <a:buNone/>
              <a:defRPr sz="1600">
                <a:solidFill>
                  <a:schemeClr val="tx1"/>
                </a:solidFill>
              </a:defRPr>
            </a:lvl1pPr>
          </a:lstStyle>
          <a:p xmlns:a="http://schemas.openxmlformats.org/drawingml/2006/main">
            <a:pPr lvl="0">
              <a:buNone/>
            </a:pPr>
            <a:r>
              <a:t>Copy goes here, do not exceed 2 lines of copy</a:t>
            </a:r>
          </a:p>
        </p:txBody>
      </p:sp>
      <p:sp>
        <p:nvSpPr>
          <p:cNvPr id="13" name="Picture Placeholder 7">
            <a:extLst xmlns:a="http://schemas.openxmlformats.org/drawingml/2006/main">
              <a:ext uri="{FF2B5EF4-FFF2-40B4-BE49-F238E27FC236}">
                <a16:creationId xmlns:a16="http://schemas.microsoft.com/office/drawing/2014/main" id="{CC3296DC-4AB5-F02C-2B70-0A1223A2FA07}"/>
              </a:ext>
            </a:extLst>
          </p:cNvPr>
          <p:cNvSpPr>
            <a:spLocks xmlns:a="http://schemas.openxmlformats.org/drawingml/2006/main" noGrp="1"/>
          </p:cNvSpPr>
          <p:nvPr>
            <p:ph type="pic" idx="17" hasCustomPrompt="1"/>
          </p:nvPr>
        </p:nvSpPr>
        <p:spPr>
          <a:xfrm xmlns:a="http://schemas.openxmlformats.org/drawingml/2006/main">
            <a:off x="6095603" y="4476751"/>
            <a:ext cx="667587" cy="667544"/>
          </a:xfrm>
          <a:prstGeom xmlns:a="http://schemas.openxmlformats.org/drawingml/2006/main" prst="rect">
            <a:avLst/>
          </a:prstGeom>
        </p:spPr>
        <p:txBody>
          <a:bodyPr xmlns:a="http://schemas.openxmlformats.org/drawingml/2006/main" anchor="ctr">
            <a:normAutofit/>
          </a:bodyPr>
          <a:lstStyle xmlns:a="http://schemas.openxmlformats.org/drawingml/2006/main">
            <a:lvl1pPr marL="0" indent="0" algn="ctr">
              <a:buNone/>
              <a:defRPr sz="1600">
                <a:solidFill>
                  <a:schemeClr val="tx1"/>
                </a:solidFill>
              </a:defRPr>
            </a:lvl1pPr>
          </a:lstStyle>
          <a:p xmlns:a="http://schemas.openxmlformats.org/drawingml/2006/main">
            <a:r>
              <a:t>Icon</a:t>
            </a:r>
          </a:p>
        </p:txBody>
      </p:sp>
      <p:sp>
        <p:nvSpPr>
          <p:cNvPr id="14" name="Text Placeholder 9">
            <a:extLst xmlns:a="http://schemas.openxmlformats.org/drawingml/2006/main">
              <a:ext uri="{FF2B5EF4-FFF2-40B4-BE49-F238E27FC236}">
                <a16:creationId xmlns:a16="http://schemas.microsoft.com/office/drawing/2014/main" id="{D1ACBBE6-39A5-38B2-48B9-953EF0B15CAA}"/>
              </a:ext>
            </a:extLst>
          </p:cNvPr>
          <p:cNvSpPr>
            <a:spLocks xmlns:a="http://schemas.openxmlformats.org/drawingml/2006/main" noGrp="1"/>
          </p:cNvSpPr>
          <p:nvPr>
            <p:ph type="body" idx="18" hasCustomPrompt="1"/>
          </p:nvPr>
        </p:nvSpPr>
        <p:spPr>
          <a:xfrm xmlns:a="http://schemas.openxmlformats.org/drawingml/2006/main">
            <a:off x="7010856" y="4624668"/>
            <a:ext cx="4781861" cy="667544"/>
          </a:xfrm>
          <a:prstGeom xmlns:a="http://schemas.openxmlformats.org/drawingml/2006/main" prst="rect">
            <a:avLst/>
          </a:prstGeom>
        </p:spPr>
        <p:txBody>
          <a:bodyPr xmlns:a="http://schemas.openxmlformats.org/drawingml/2006/main">
            <a:noAutofit/>
          </a:bodyPr>
          <a:lstStyle xmlns:a="http://schemas.openxmlformats.org/drawingml/2006/main">
            <a:lvl1pPr marL="0" indent="0">
              <a:lnSpc>
                <a:spcPct val="100000"/>
              </a:lnSpc>
              <a:buNone/>
              <a:defRPr sz="1600">
                <a:solidFill>
                  <a:schemeClr val="tx1"/>
                </a:solidFill>
              </a:defRPr>
            </a:lvl1pPr>
          </a:lstStyle>
          <a:p xmlns:a="http://schemas.openxmlformats.org/drawingml/2006/main">
            <a:pPr lvl="0">
              <a:buNone/>
            </a:pPr>
            <a:r>
              <a:t>Copy goes here, do not exceed 2 lines of copy</a:t>
            </a:r>
          </a:p>
        </p:txBody>
      </p:sp>
      <p:sp>
        <p:nvSpPr>
          <p:cNvPr id="3" name="Slide Number Placeholder 5">
            <a:extLst xmlns:a="http://schemas.openxmlformats.org/drawingml/2006/main">
              <a:ext uri="{FF2B5EF4-FFF2-40B4-BE49-F238E27FC236}">
                <a16:creationId xmlns:a16="http://schemas.microsoft.com/office/drawing/2014/main" id="{28FB87FE-17B5-F9E9-709A-0B45CF7A69A0}"/>
              </a:ext>
            </a:extLst>
          </p:cNvPr>
          <p:cNvSpPr>
            <a:spLocks xmlns:a="http://schemas.openxmlformats.org/drawingml/2006/main" noGrp="1"/>
          </p:cNvSpPr>
          <p:nvPr>
            <p:ph type="sldNum" idx="40"/>
          </p:nvPr>
        </p:nvSpPr>
        <p:spPr>
          <a:xfrm xmlns:a="http://schemas.openxmlformats.org/drawingml/2006/main">
            <a:off x="762000" y="6423660"/>
            <a:ext cx="365760" cy="365760"/>
          </a:xfrm>
        </p:spPr>
        <p:txBody>
          <a:bodyPr xmlns:a="http://schemas.openxmlformats.org/drawingml/2006/main"/>
          <a:lstStyle xmlns:a="http://schemas.openxmlformats.org/drawingml/2006/main">
            <a:lvl1pPr>
              <a:buNone/>
              <a:defRPr>
                <a:solidFill>
                  <a:srgbClr val="514C47"/>
                </a:solidFill>
              </a:defRPr>
            </a:lvl1pPr>
          </a:lstStyle>
          <a:p xmlns:a="http://schemas.openxmlformats.org/drawingml/2006/main">
            <a:fld id="{345D60D9-5372-5F40-9443-0F9AE5BDC3C8}" type="slidenum">
              <a:t>‹#›</a:t>
            </a:fld>
            <a:endParaRPr/>
          </a:p>
        </p:txBody>
      </p:sp>
      <p:sp>
        <p:nvSpPr>
          <p:cNvPr id="5" name="Footer Placeholder 4">
            <a:extLst xmlns:a="http://schemas.openxmlformats.org/drawingml/2006/main">
              <a:ext uri="{FF2B5EF4-FFF2-40B4-BE49-F238E27FC236}">
                <a16:creationId xmlns:a16="http://schemas.microsoft.com/office/drawing/2014/main" id="{149EA8E9-ED27-F122-7091-4B0663BBD452}"/>
              </a:ext>
            </a:extLst>
          </p:cNvPr>
          <p:cNvSpPr>
            <a:spLocks xmlns:a="http://schemas.openxmlformats.org/drawingml/2006/main" noGrp="1"/>
          </p:cNvSpPr>
          <p:nvPr>
            <p:ph type="ftr" idx="39"/>
          </p:nvPr>
        </p:nvSpPr>
        <p:spPr>
          <a:xfrm xmlns:a="http://schemas.openxmlformats.org/drawingml/2006/main">
            <a:off x="1127759" y="6423978"/>
            <a:ext cx="5745379" cy="365125"/>
          </a:xfrm>
        </p:spPr>
        <p:txBody>
          <a:bodyPr xmlns:a="http://schemas.openxmlformats.org/drawingml/2006/main"/>
          <a:lstStyle xmlns:a="http://schemas.openxmlformats.org/drawingml/2006/main">
            <a:lvl1pPr>
              <a:buNone/>
              <a:defRPr>
                <a:solidFill>
                  <a:srgbClr val="514C47"/>
                </a:solidFill>
              </a:defRPr>
            </a:lvl1pPr>
          </a:lstStyle>
          <a:p xmlns:a="http://schemas.openxmlformats.org/drawingml/2006/main">
            <a:r>
              <a:t>Copyright © 2025, Oracle and/or its affiliates |  Confidential: Internal/Restricted/Highly Restricted</a:t>
            </a:r>
            <a:endParaRPr/>
          </a:p>
        </p:txBody>
      </p:sp>
      <p:sp>
        <p:nvSpPr>
          <p:cNvPr id="7" name="Date Placeholder 3">
            <a:extLst xmlns:a="http://schemas.openxmlformats.org/drawingml/2006/main">
              <a:ext uri="{FF2B5EF4-FFF2-40B4-BE49-F238E27FC236}">
                <a16:creationId xmlns:a16="http://schemas.microsoft.com/office/drawing/2014/main" id="{54DD5434-5084-63C2-861B-6F2CF4BBA245}"/>
              </a:ext>
            </a:extLst>
          </p:cNvPr>
          <p:cNvSpPr>
            <a:spLocks xmlns:a="http://schemas.openxmlformats.org/drawingml/2006/main" noGrp="1"/>
          </p:cNvSpPr>
          <p:nvPr>
            <p:ph type="dt" idx="38"/>
          </p:nvPr>
        </p:nvSpPr>
        <p:spPr>
          <a:xfrm xmlns:a="http://schemas.openxmlformats.org/drawingml/2006/main">
            <a:off x="6873138" y="6425604"/>
            <a:ext cx="2743200" cy="363500"/>
          </a:xfrm>
        </p:spPr>
        <p:txBody>
          <a:bodyPr xmlns:a="http://schemas.openxmlformats.org/drawingml/2006/main"/>
          <a:lstStyle xmlns:a="http://schemas.openxmlformats.org/drawingml/2006/main">
            <a:lvl1pPr>
              <a:buNone/>
              <a:defRPr>
                <a:solidFill>
                  <a:srgbClr val="514C47"/>
                </a:solidFill>
              </a:defRPr>
            </a:lvl1pPr>
          </a:lstStyle>
          <a:p xmlns:a="http://schemas.openxmlformats.org/drawingml/2006/main">
            <a:r>
              <a:t>[Date]</a:t>
            </a:r>
            <a:endParaRPr/>
          </a:p>
        </p:txBody>
      </p:sp>
    </p:spTree>
  </p:cSld>
</p:sldLayout>
</file>

<file path=ppt/slideLayouts/slideLayout58.xml><?xml version="1.0" encoding="utf-8"?>
<p:sldLayout xmlns:p="http://schemas.openxmlformats.org/presentationml/2006/main" preserve="1">
  <p:cSld name="Title + 3points Dark">
    <p:bg>
      <p:bgRef idx="1001">
        <a:schemeClr xmlns:a="http://schemas.openxmlformats.org/drawingml/2006/main" val="bg1"/>
      </p:bgRef>
    </p:bg>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FCA127B8-6459-BEBA-D16E-9D17C5D2578E}"/>
              </a:ext>
            </a:extLst>
          </p:cNvPr>
          <p:cNvSpPr>
            <a:spLocks xmlns:a="http://schemas.openxmlformats.org/drawingml/2006/main" noGrp="1"/>
          </p:cNvSpPr>
          <p:nvPr>
            <p:ph type="title" idx="0"/>
          </p:nvPr>
        </p:nvSpPr>
        <p:spPr>
          <a:xfrm xmlns:a="http://schemas.openxmlformats.org/drawingml/2006/main">
            <a:off x="778406" y="1123950"/>
            <a:ext cx="4941769" cy="4610100"/>
          </a:xfrm>
          <a:prstGeom xmlns:a="http://schemas.openxmlformats.org/drawingml/2006/main" prst="rect">
            <a:avLst/>
          </a:prstGeom>
        </p:spPr>
        <p:txBody>
          <a:bodyPr xmlns:a="http://schemas.openxmlformats.org/drawingml/2006/main" anchor="ctr"/>
          <a:lstStyle xmlns:a="http://schemas.openxmlformats.org/drawingml/2006/main">
            <a:lvl1pPr>
              <a:lnSpc>
                <a:spcPct val="100000"/>
              </a:lnSpc>
              <a:buNone/>
              <a:defRPr sz="3200" b="1">
                <a:solidFill>
                  <a:schemeClr val="tx1"/>
                </a:solidFill>
              </a:defRPr>
            </a:lvl1pPr>
          </a:lstStyle>
          <a:p xmlns:a="http://schemas.openxmlformats.org/drawingml/2006/main">
            <a:r>
              <a:t>Click to edit Master title style</a:t>
            </a:r>
            <a:endParaRPr/>
          </a:p>
        </p:txBody>
      </p:sp>
      <p:sp>
        <p:nvSpPr>
          <p:cNvPr id="6" name="Text Placeholder 5">
            <a:extLst xmlns:a="http://schemas.openxmlformats.org/drawingml/2006/main">
              <a:ext uri="{FF2B5EF4-FFF2-40B4-BE49-F238E27FC236}">
                <a16:creationId xmlns:a16="http://schemas.microsoft.com/office/drawing/2014/main" id="{4A36FF17-F9F3-0957-AD05-F18D3D5D9623}"/>
              </a:ext>
            </a:extLst>
          </p:cNvPr>
          <p:cNvSpPr>
            <a:spLocks xmlns:a="http://schemas.openxmlformats.org/drawingml/2006/main" noGrp="1"/>
          </p:cNvSpPr>
          <p:nvPr>
            <p:ph type="body" idx="12" hasCustomPrompt="1"/>
          </p:nvPr>
        </p:nvSpPr>
        <p:spPr>
          <a:xfrm xmlns:a="http://schemas.openxmlformats.org/drawingml/2006/main">
            <a:off x="6095604" y="1308567"/>
            <a:ext cx="5277987" cy="1000125"/>
          </a:xfrm>
          <a:prstGeom xmlns:a="http://schemas.openxmlformats.org/drawingml/2006/main" prst="rect">
            <a:avLst/>
          </a:prstGeom>
        </p:spPr>
        <p:txBody>
          <a:bodyPr xmlns:a="http://schemas.openxmlformats.org/drawingml/2006/main">
            <a:noAutofit/>
          </a:bodyPr>
          <a:lstStyle xmlns:a="http://schemas.openxmlformats.org/drawingml/2006/main">
            <a:lvl1pPr marL="0" indent="0">
              <a:lnSpc>
                <a:spcPct val="100000"/>
              </a:lnSpc>
              <a:buNone/>
              <a:defRPr sz="1600" b="0" i="0">
                <a:solidFill>
                  <a:schemeClr val="tx1"/>
                </a:solidFill>
                <a:latin typeface="Oracle Sans Tab"/>
                <a:ea typeface="Oracle Sans Tab"/>
                <a:cs typeface="Oracle Sans Tab"/>
              </a:defRPr>
            </a:lvl1pPr>
          </a:lstStyle>
          <a:p xmlns:a="http://schemas.openxmlformats.org/drawingml/2006/main">
            <a:pPr lvl="0">
              <a:buNone/>
            </a:pPr>
            <a:r>
              <a:t>Intro copy or subhead copy goes here, no more than 3 lines</a:t>
            </a:r>
          </a:p>
        </p:txBody>
      </p:sp>
      <p:sp>
        <p:nvSpPr>
          <p:cNvPr id="8" name="Picture Placeholder 7">
            <a:extLst xmlns:a="http://schemas.openxmlformats.org/drawingml/2006/main">
              <a:ext uri="{FF2B5EF4-FFF2-40B4-BE49-F238E27FC236}">
                <a16:creationId xmlns:a16="http://schemas.microsoft.com/office/drawing/2014/main" id="{30B7A9DC-8DB8-E382-172A-A425B0E9AA9C}"/>
              </a:ext>
            </a:extLst>
          </p:cNvPr>
          <p:cNvSpPr>
            <a:spLocks xmlns:a="http://schemas.openxmlformats.org/drawingml/2006/main" noGrp="1"/>
          </p:cNvSpPr>
          <p:nvPr>
            <p:ph type="pic" idx="13" hasCustomPrompt="1"/>
          </p:nvPr>
        </p:nvSpPr>
        <p:spPr>
          <a:xfrm xmlns:a="http://schemas.openxmlformats.org/drawingml/2006/main">
            <a:off x="6095603" y="2381250"/>
            <a:ext cx="667587" cy="667544"/>
          </a:xfrm>
          <a:prstGeom xmlns:a="http://schemas.openxmlformats.org/drawingml/2006/main" prst="rect">
            <a:avLst/>
          </a:prstGeom>
        </p:spPr>
        <p:txBody>
          <a:bodyPr xmlns:a="http://schemas.openxmlformats.org/drawingml/2006/main" anchor="ctr">
            <a:normAutofit/>
          </a:bodyPr>
          <a:lstStyle xmlns:a="http://schemas.openxmlformats.org/drawingml/2006/main">
            <a:lvl1pPr marL="0" indent="0" algn="ctr">
              <a:buNone/>
              <a:defRPr sz="1600">
                <a:solidFill>
                  <a:schemeClr val="tx1"/>
                </a:solidFill>
              </a:defRPr>
            </a:lvl1pPr>
          </a:lstStyle>
          <a:p xmlns:a="http://schemas.openxmlformats.org/drawingml/2006/main">
            <a:r>
              <a:t>Icon</a:t>
            </a:r>
          </a:p>
        </p:txBody>
      </p:sp>
      <p:sp>
        <p:nvSpPr>
          <p:cNvPr id="10" name="Text Placeholder 9">
            <a:extLst xmlns:a="http://schemas.openxmlformats.org/drawingml/2006/main">
              <a:ext uri="{FF2B5EF4-FFF2-40B4-BE49-F238E27FC236}">
                <a16:creationId xmlns:a16="http://schemas.microsoft.com/office/drawing/2014/main" id="{566D40C5-F7F2-3539-6999-2D283256E3C1}"/>
              </a:ext>
            </a:extLst>
          </p:cNvPr>
          <p:cNvSpPr>
            <a:spLocks xmlns:a="http://schemas.openxmlformats.org/drawingml/2006/main" noGrp="1"/>
          </p:cNvSpPr>
          <p:nvPr>
            <p:ph type="body" idx="14" hasCustomPrompt="1"/>
          </p:nvPr>
        </p:nvSpPr>
        <p:spPr>
          <a:xfrm xmlns:a="http://schemas.openxmlformats.org/drawingml/2006/main">
            <a:off x="7010856" y="2529168"/>
            <a:ext cx="4781861" cy="667544"/>
          </a:xfrm>
          <a:prstGeom xmlns:a="http://schemas.openxmlformats.org/drawingml/2006/main" prst="rect">
            <a:avLst/>
          </a:prstGeom>
        </p:spPr>
        <p:txBody>
          <a:bodyPr xmlns:a="http://schemas.openxmlformats.org/drawingml/2006/main">
            <a:noAutofit/>
          </a:bodyPr>
          <a:lstStyle xmlns:a="http://schemas.openxmlformats.org/drawingml/2006/main">
            <a:lvl1pPr marL="0" indent="0">
              <a:lnSpc>
                <a:spcPct val="100000"/>
              </a:lnSpc>
              <a:buNone/>
              <a:defRPr sz="1600">
                <a:solidFill>
                  <a:schemeClr val="tx1"/>
                </a:solidFill>
              </a:defRPr>
            </a:lvl1pPr>
          </a:lstStyle>
          <a:p xmlns:a="http://schemas.openxmlformats.org/drawingml/2006/main">
            <a:pPr lvl="0">
              <a:buNone/>
            </a:pPr>
            <a:r>
              <a:t>Copy goes here, do not exceed 2 lines of copy</a:t>
            </a:r>
          </a:p>
        </p:txBody>
      </p:sp>
      <p:sp>
        <p:nvSpPr>
          <p:cNvPr id="11" name="Picture Placeholder 7">
            <a:extLst xmlns:a="http://schemas.openxmlformats.org/drawingml/2006/main">
              <a:ext uri="{FF2B5EF4-FFF2-40B4-BE49-F238E27FC236}">
                <a16:creationId xmlns:a16="http://schemas.microsoft.com/office/drawing/2014/main" id="{0991BEB9-51BB-F077-EC9E-195DA698686E}"/>
              </a:ext>
            </a:extLst>
          </p:cNvPr>
          <p:cNvSpPr>
            <a:spLocks xmlns:a="http://schemas.openxmlformats.org/drawingml/2006/main" noGrp="1"/>
          </p:cNvSpPr>
          <p:nvPr>
            <p:ph type="pic" idx="15" hasCustomPrompt="1"/>
          </p:nvPr>
        </p:nvSpPr>
        <p:spPr>
          <a:xfrm xmlns:a="http://schemas.openxmlformats.org/drawingml/2006/main">
            <a:off x="6095603" y="3429001"/>
            <a:ext cx="667587" cy="667544"/>
          </a:xfrm>
          <a:prstGeom xmlns:a="http://schemas.openxmlformats.org/drawingml/2006/main" prst="rect">
            <a:avLst/>
          </a:prstGeom>
        </p:spPr>
        <p:txBody>
          <a:bodyPr xmlns:a="http://schemas.openxmlformats.org/drawingml/2006/main" anchor="ctr">
            <a:normAutofit/>
          </a:bodyPr>
          <a:lstStyle xmlns:a="http://schemas.openxmlformats.org/drawingml/2006/main">
            <a:lvl1pPr marL="0" indent="0" algn="ctr">
              <a:buNone/>
              <a:defRPr sz="1600">
                <a:solidFill>
                  <a:schemeClr val="tx1"/>
                </a:solidFill>
              </a:defRPr>
            </a:lvl1pPr>
          </a:lstStyle>
          <a:p xmlns:a="http://schemas.openxmlformats.org/drawingml/2006/main">
            <a:r>
              <a:t>Icon</a:t>
            </a:r>
          </a:p>
        </p:txBody>
      </p:sp>
      <p:sp>
        <p:nvSpPr>
          <p:cNvPr id="12" name="Text Placeholder 9">
            <a:extLst xmlns:a="http://schemas.openxmlformats.org/drawingml/2006/main">
              <a:ext uri="{FF2B5EF4-FFF2-40B4-BE49-F238E27FC236}">
                <a16:creationId xmlns:a16="http://schemas.microsoft.com/office/drawing/2014/main" id="{6D1033AF-581A-B853-652D-A540146FD490}"/>
              </a:ext>
            </a:extLst>
          </p:cNvPr>
          <p:cNvSpPr>
            <a:spLocks xmlns:a="http://schemas.openxmlformats.org/drawingml/2006/main" noGrp="1"/>
          </p:cNvSpPr>
          <p:nvPr>
            <p:ph type="body" idx="16" hasCustomPrompt="1"/>
          </p:nvPr>
        </p:nvSpPr>
        <p:spPr>
          <a:xfrm xmlns:a="http://schemas.openxmlformats.org/drawingml/2006/main">
            <a:off x="7010856" y="3576918"/>
            <a:ext cx="4781861" cy="667544"/>
          </a:xfrm>
          <a:prstGeom xmlns:a="http://schemas.openxmlformats.org/drawingml/2006/main" prst="rect">
            <a:avLst/>
          </a:prstGeom>
        </p:spPr>
        <p:txBody>
          <a:bodyPr xmlns:a="http://schemas.openxmlformats.org/drawingml/2006/main">
            <a:noAutofit/>
          </a:bodyPr>
          <a:lstStyle xmlns:a="http://schemas.openxmlformats.org/drawingml/2006/main">
            <a:lvl1pPr marL="0" indent="0">
              <a:lnSpc>
                <a:spcPct val="100000"/>
              </a:lnSpc>
              <a:buNone/>
              <a:defRPr sz="1600">
                <a:solidFill>
                  <a:schemeClr val="tx1"/>
                </a:solidFill>
              </a:defRPr>
            </a:lvl1pPr>
          </a:lstStyle>
          <a:p xmlns:a="http://schemas.openxmlformats.org/drawingml/2006/main">
            <a:pPr lvl="0">
              <a:buNone/>
            </a:pPr>
            <a:r>
              <a:t>Copy goes here, do not exceed 2 lines of copy</a:t>
            </a:r>
          </a:p>
        </p:txBody>
      </p:sp>
      <p:sp>
        <p:nvSpPr>
          <p:cNvPr id="13" name="Picture Placeholder 7">
            <a:extLst xmlns:a="http://schemas.openxmlformats.org/drawingml/2006/main">
              <a:ext uri="{FF2B5EF4-FFF2-40B4-BE49-F238E27FC236}">
                <a16:creationId xmlns:a16="http://schemas.microsoft.com/office/drawing/2014/main" id="{CC3296DC-4AB5-F02C-2B70-0A1223A2FA07}"/>
              </a:ext>
            </a:extLst>
          </p:cNvPr>
          <p:cNvSpPr>
            <a:spLocks xmlns:a="http://schemas.openxmlformats.org/drawingml/2006/main" noGrp="1"/>
          </p:cNvSpPr>
          <p:nvPr>
            <p:ph type="pic" idx="17" hasCustomPrompt="1"/>
          </p:nvPr>
        </p:nvSpPr>
        <p:spPr>
          <a:xfrm xmlns:a="http://schemas.openxmlformats.org/drawingml/2006/main">
            <a:off x="6095603" y="4476751"/>
            <a:ext cx="667587" cy="667544"/>
          </a:xfrm>
          <a:prstGeom xmlns:a="http://schemas.openxmlformats.org/drawingml/2006/main" prst="rect">
            <a:avLst/>
          </a:prstGeom>
        </p:spPr>
        <p:txBody>
          <a:bodyPr xmlns:a="http://schemas.openxmlformats.org/drawingml/2006/main" anchor="ctr">
            <a:normAutofit/>
          </a:bodyPr>
          <a:lstStyle xmlns:a="http://schemas.openxmlformats.org/drawingml/2006/main">
            <a:lvl1pPr marL="0" indent="0" algn="ctr">
              <a:buNone/>
              <a:defRPr sz="1600">
                <a:solidFill>
                  <a:schemeClr val="tx1"/>
                </a:solidFill>
              </a:defRPr>
            </a:lvl1pPr>
          </a:lstStyle>
          <a:p xmlns:a="http://schemas.openxmlformats.org/drawingml/2006/main">
            <a:r>
              <a:t>Icon</a:t>
            </a:r>
          </a:p>
        </p:txBody>
      </p:sp>
      <p:sp>
        <p:nvSpPr>
          <p:cNvPr id="14" name="Text Placeholder 9">
            <a:extLst xmlns:a="http://schemas.openxmlformats.org/drawingml/2006/main">
              <a:ext uri="{FF2B5EF4-FFF2-40B4-BE49-F238E27FC236}">
                <a16:creationId xmlns:a16="http://schemas.microsoft.com/office/drawing/2014/main" id="{D1ACBBE6-39A5-38B2-48B9-953EF0B15CAA}"/>
              </a:ext>
            </a:extLst>
          </p:cNvPr>
          <p:cNvSpPr>
            <a:spLocks xmlns:a="http://schemas.openxmlformats.org/drawingml/2006/main" noGrp="1"/>
          </p:cNvSpPr>
          <p:nvPr>
            <p:ph type="body" idx="18" hasCustomPrompt="1"/>
          </p:nvPr>
        </p:nvSpPr>
        <p:spPr>
          <a:xfrm xmlns:a="http://schemas.openxmlformats.org/drawingml/2006/main">
            <a:off x="7010856" y="4624668"/>
            <a:ext cx="4781861" cy="667544"/>
          </a:xfrm>
          <a:prstGeom xmlns:a="http://schemas.openxmlformats.org/drawingml/2006/main" prst="rect">
            <a:avLst/>
          </a:prstGeom>
        </p:spPr>
        <p:txBody>
          <a:bodyPr xmlns:a="http://schemas.openxmlformats.org/drawingml/2006/main">
            <a:noAutofit/>
          </a:bodyPr>
          <a:lstStyle xmlns:a="http://schemas.openxmlformats.org/drawingml/2006/main">
            <a:lvl1pPr marL="0" indent="0">
              <a:lnSpc>
                <a:spcPct val="100000"/>
              </a:lnSpc>
              <a:buNone/>
              <a:defRPr sz="1600">
                <a:solidFill>
                  <a:schemeClr val="tx1"/>
                </a:solidFill>
              </a:defRPr>
            </a:lvl1pPr>
          </a:lstStyle>
          <a:p xmlns:a="http://schemas.openxmlformats.org/drawingml/2006/main">
            <a:pPr lvl="0">
              <a:buNone/>
            </a:pPr>
            <a:r>
              <a:t>Copy goes here, do not exceed 2 lines of copy</a:t>
            </a:r>
          </a:p>
        </p:txBody>
      </p:sp>
      <p:sp>
        <p:nvSpPr>
          <p:cNvPr id="3" name="Slide Number Placeholder 5">
            <a:extLst xmlns:a="http://schemas.openxmlformats.org/drawingml/2006/main">
              <a:ext uri="{FF2B5EF4-FFF2-40B4-BE49-F238E27FC236}">
                <a16:creationId xmlns:a16="http://schemas.microsoft.com/office/drawing/2014/main" id="{28FB87FE-17B5-F9E9-709A-0B45CF7A69A0}"/>
              </a:ext>
            </a:extLst>
          </p:cNvPr>
          <p:cNvSpPr>
            <a:spLocks xmlns:a="http://schemas.openxmlformats.org/drawingml/2006/main" noGrp="1"/>
          </p:cNvSpPr>
          <p:nvPr>
            <p:ph type="sldNum" idx="40"/>
          </p:nvPr>
        </p:nvSpPr>
        <p:spPr>
          <a:xfrm xmlns:a="http://schemas.openxmlformats.org/drawingml/2006/main">
            <a:off x="762000" y="6423660"/>
            <a:ext cx="365760" cy="365760"/>
          </a:xfrm>
        </p:spPr>
        <p:txBody>
          <a:bodyPr xmlns:a="http://schemas.openxmlformats.org/drawingml/2006/main"/>
          <a:lstStyle xmlns:a="http://schemas.openxmlformats.org/drawingml/2006/main">
            <a:lvl1pPr>
              <a:buNone/>
              <a:defRPr>
                <a:solidFill>
                  <a:srgbClr val="514C47"/>
                </a:solidFill>
              </a:defRPr>
            </a:lvl1pPr>
          </a:lstStyle>
          <a:p xmlns:a="http://schemas.openxmlformats.org/drawingml/2006/main">
            <a:fld id="{345D60D9-5372-5F40-9443-0F9AE5BDC3C8}" type="slidenum">
              <a:t>‹#›</a:t>
            </a:fld>
            <a:endParaRPr/>
          </a:p>
        </p:txBody>
      </p:sp>
      <p:sp>
        <p:nvSpPr>
          <p:cNvPr id="5" name="Footer Placeholder 4">
            <a:extLst xmlns:a="http://schemas.openxmlformats.org/drawingml/2006/main">
              <a:ext uri="{FF2B5EF4-FFF2-40B4-BE49-F238E27FC236}">
                <a16:creationId xmlns:a16="http://schemas.microsoft.com/office/drawing/2014/main" id="{149EA8E9-ED27-F122-7091-4B0663BBD452}"/>
              </a:ext>
            </a:extLst>
          </p:cNvPr>
          <p:cNvSpPr>
            <a:spLocks xmlns:a="http://schemas.openxmlformats.org/drawingml/2006/main" noGrp="1"/>
          </p:cNvSpPr>
          <p:nvPr>
            <p:ph type="ftr" idx="39"/>
          </p:nvPr>
        </p:nvSpPr>
        <p:spPr>
          <a:xfrm xmlns:a="http://schemas.openxmlformats.org/drawingml/2006/main">
            <a:off x="1127759" y="6423978"/>
            <a:ext cx="5745379" cy="365125"/>
          </a:xfrm>
        </p:spPr>
        <p:txBody>
          <a:bodyPr xmlns:a="http://schemas.openxmlformats.org/drawingml/2006/main"/>
          <a:lstStyle xmlns:a="http://schemas.openxmlformats.org/drawingml/2006/main">
            <a:lvl1pPr>
              <a:buNone/>
              <a:defRPr>
                <a:solidFill>
                  <a:srgbClr val="514C47"/>
                </a:solidFill>
              </a:defRPr>
            </a:lvl1pPr>
          </a:lstStyle>
          <a:p xmlns:a="http://schemas.openxmlformats.org/drawingml/2006/main">
            <a:r>
              <a:t>Copyright © 2025, Oracle and/or its affiliates |  Confidential: Internal/Restricted/Highly Restricted</a:t>
            </a:r>
            <a:endParaRPr/>
          </a:p>
        </p:txBody>
      </p:sp>
      <p:sp>
        <p:nvSpPr>
          <p:cNvPr id="7" name="Date Placeholder 3">
            <a:extLst xmlns:a="http://schemas.openxmlformats.org/drawingml/2006/main">
              <a:ext uri="{FF2B5EF4-FFF2-40B4-BE49-F238E27FC236}">
                <a16:creationId xmlns:a16="http://schemas.microsoft.com/office/drawing/2014/main" id="{54DD5434-5084-63C2-861B-6F2CF4BBA245}"/>
              </a:ext>
            </a:extLst>
          </p:cNvPr>
          <p:cNvSpPr>
            <a:spLocks xmlns:a="http://schemas.openxmlformats.org/drawingml/2006/main" noGrp="1"/>
          </p:cNvSpPr>
          <p:nvPr>
            <p:ph type="dt" idx="38"/>
          </p:nvPr>
        </p:nvSpPr>
        <p:spPr>
          <a:xfrm xmlns:a="http://schemas.openxmlformats.org/drawingml/2006/main">
            <a:off x="6873138" y="6425604"/>
            <a:ext cx="2743200" cy="363500"/>
          </a:xfrm>
        </p:spPr>
        <p:txBody>
          <a:bodyPr xmlns:a="http://schemas.openxmlformats.org/drawingml/2006/main"/>
          <a:lstStyle xmlns:a="http://schemas.openxmlformats.org/drawingml/2006/main">
            <a:lvl1pPr>
              <a:buNone/>
              <a:defRPr>
                <a:solidFill>
                  <a:srgbClr val="514C47"/>
                </a:solidFill>
              </a:defRPr>
            </a:lvl1pPr>
          </a:lstStyle>
          <a:p xmlns:a="http://schemas.openxmlformats.org/drawingml/2006/main">
            <a:r>
              <a:t>[Date]</a:t>
            </a:r>
            <a:endParaRPr/>
          </a:p>
        </p:txBody>
      </p:sp>
    </p:spTree>
  </p:cSld>
</p:sldLayout>
</file>

<file path=ppt/slideLayouts/slideLayout59.xml><?xml version="1.0" encoding="utf-8"?>
<p:sldLayout xmlns:p="http://schemas.openxmlformats.org/presentationml/2006/main" preserve="1" userDrawn="1">
  <p:cSld name="Light - Title">
    <p:bg>
      <p:bgRef idx="1001">
        <a:schemeClr xmlns:a="http://schemas.openxmlformats.org/drawingml/2006/main" val="bg2"/>
      </p:bgRef>
    </p:bg>
    <p:spTree>
      <p:nvGrpSpPr>
        <p:cNvPr id="1" name=""/>
        <p:cNvGrpSpPr/>
        <p:nvPr/>
      </p:nvGrpSpPr>
      <p:grpSpPr>
        <a:xfrm xmlns:a="http://schemas.openxmlformats.org/drawingml/2006/main"/>
      </p:grpSpPr>
      <p:sp>
        <p:nvSpPr>
          <p:cNvPr id="8" name="Title 3">
            <a:extLst xmlns:a="http://schemas.openxmlformats.org/drawingml/2006/main">
              <a:ext uri="{FF2B5EF4-FFF2-40B4-BE49-F238E27FC236}">
                <a16:creationId xmlns:a16="http://schemas.microsoft.com/office/drawing/2014/main" id="{0638DF7B-BBB6-684E-A5BB-80F1125943EF}"/>
              </a:ext>
            </a:extLst>
          </p:cNvPr>
          <p:cNvSpPr>
            <a:spLocks xmlns:a="http://schemas.openxmlformats.org/drawingml/2006/main" noGrp="1"/>
          </p:cNvSpPr>
          <p:nvPr>
            <p:ph type="title" idx="0" hasCustomPrompt="1"/>
          </p:nvPr>
        </p:nvSpPr>
        <p:spPr>
          <a:xfrm xmlns:a="http://schemas.openxmlformats.org/drawingml/2006/main">
            <a:off x="768875" y="182403"/>
            <a:ext cx="10671048" cy="822960"/>
          </a:xfrm>
        </p:spPr>
        <p:txBody>
          <a:bodyPr xmlns:a="http://schemas.openxmlformats.org/drawingml/2006/main"/>
          <a:lstStyle xmlns:a="http://schemas.openxmlformats.org/drawingml/2006/main">
            <a:lvl1pPr>
              <a:lnSpc>
                <a:spcPct val="100000"/>
              </a:lnSpc>
              <a:buNone/>
              <a:defRPr b="1" i="0">
                <a:latin typeface="Oracle Sans Tab"/>
                <a:ea typeface="Oracle Sans Tab"/>
                <a:cs typeface="Oracle Sans Tab"/>
              </a:defRPr>
            </a:lvl1pPr>
          </a:lstStyle>
          <a:p xmlns:a="http://schemas.openxmlformats.org/drawingml/2006/main">
            <a:r>
              <a:t>Title</a:t>
            </a:r>
          </a:p>
        </p:txBody>
      </p:sp>
      <p:sp>
        <p:nvSpPr>
          <p:cNvPr id="3" name="Slide Number Placeholder 5">
            <a:extLst xmlns:a="http://schemas.openxmlformats.org/drawingml/2006/main">
              <a:ext uri="{FF2B5EF4-FFF2-40B4-BE49-F238E27FC236}">
                <a16:creationId xmlns:a16="http://schemas.microsoft.com/office/drawing/2014/main" id="{0196566A-34C0-2909-1BBA-2F1E01266A07}"/>
              </a:ext>
            </a:extLst>
          </p:cNvPr>
          <p:cNvSpPr>
            <a:spLocks xmlns:a="http://schemas.openxmlformats.org/drawingml/2006/main" noGrp="1"/>
          </p:cNvSpPr>
          <p:nvPr>
            <p:ph type="sldNum" idx="40"/>
          </p:nvPr>
        </p:nvSpPr>
        <p:spPr>
          <a:xfrm xmlns:a="http://schemas.openxmlformats.org/drawingml/2006/main">
            <a:off x="762000" y="6423660"/>
            <a:ext cx="365760" cy="365760"/>
          </a:xfrm>
        </p:spPr>
        <p:txBody>
          <a:bodyPr xmlns:a="http://schemas.openxmlformats.org/drawingml/2006/main"/>
          <a:lstStyle xmlns:a="http://schemas.openxmlformats.org/drawingml/2006/main">
            <a:lvl1pPr>
              <a:buNone/>
              <a:defRPr>
                <a:solidFill>
                  <a:srgbClr val="514C47"/>
                </a:solidFill>
              </a:defRPr>
            </a:lvl1pPr>
          </a:lstStyle>
          <a:p xmlns:a="http://schemas.openxmlformats.org/drawingml/2006/main">
            <a:fld id="{345D60D9-5372-5F40-9443-0F9AE5BDC3C8}" type="slidenum">
              <a:t>‹#›</a:t>
            </a:fld>
            <a:endParaRPr/>
          </a:p>
        </p:txBody>
      </p:sp>
      <p:sp>
        <p:nvSpPr>
          <p:cNvPr id="4" name="Footer Placeholder 4">
            <a:extLst xmlns:a="http://schemas.openxmlformats.org/drawingml/2006/main">
              <a:ext uri="{FF2B5EF4-FFF2-40B4-BE49-F238E27FC236}">
                <a16:creationId xmlns:a16="http://schemas.microsoft.com/office/drawing/2014/main" id="{47D75A6B-90D9-58CE-7BC7-31C53C19C8F9}"/>
              </a:ext>
            </a:extLst>
          </p:cNvPr>
          <p:cNvSpPr>
            <a:spLocks xmlns:a="http://schemas.openxmlformats.org/drawingml/2006/main" noGrp="1"/>
          </p:cNvSpPr>
          <p:nvPr>
            <p:ph type="ftr" idx="39"/>
          </p:nvPr>
        </p:nvSpPr>
        <p:spPr>
          <a:xfrm xmlns:a="http://schemas.openxmlformats.org/drawingml/2006/main">
            <a:off x="1127759" y="6423978"/>
            <a:ext cx="5745379" cy="365125"/>
          </a:xfrm>
        </p:spPr>
        <p:txBody>
          <a:bodyPr xmlns:a="http://schemas.openxmlformats.org/drawingml/2006/main"/>
          <a:lstStyle xmlns:a="http://schemas.openxmlformats.org/drawingml/2006/main">
            <a:lvl1pPr>
              <a:buNone/>
              <a:defRPr>
                <a:solidFill>
                  <a:srgbClr val="514C47"/>
                </a:solidFill>
              </a:defRPr>
            </a:lvl1pPr>
          </a:lstStyle>
          <a:p xmlns:a="http://schemas.openxmlformats.org/drawingml/2006/main">
            <a:r>
              <a:t>Copyright © 2025, Oracle and/or its affiliates |  Confidential: Internal/Restricted/Highly Restricted</a:t>
            </a:r>
            <a:endParaRPr/>
          </a:p>
        </p:txBody>
      </p:sp>
      <p:sp>
        <p:nvSpPr>
          <p:cNvPr id="5" name="Date Placeholder 3">
            <a:extLst xmlns:a="http://schemas.openxmlformats.org/drawingml/2006/main">
              <a:ext uri="{FF2B5EF4-FFF2-40B4-BE49-F238E27FC236}">
                <a16:creationId xmlns:a16="http://schemas.microsoft.com/office/drawing/2014/main" id="{33C7F88C-022C-DC8C-F4BA-18F89F1E4ADA}"/>
              </a:ext>
            </a:extLst>
          </p:cNvPr>
          <p:cNvSpPr>
            <a:spLocks xmlns:a="http://schemas.openxmlformats.org/drawingml/2006/main" noGrp="1"/>
          </p:cNvSpPr>
          <p:nvPr>
            <p:ph type="dt" idx="38"/>
          </p:nvPr>
        </p:nvSpPr>
        <p:spPr>
          <a:xfrm xmlns:a="http://schemas.openxmlformats.org/drawingml/2006/main">
            <a:off x="6873138" y="6425604"/>
            <a:ext cx="2743200" cy="363500"/>
          </a:xfrm>
        </p:spPr>
        <p:txBody>
          <a:bodyPr xmlns:a="http://schemas.openxmlformats.org/drawingml/2006/main"/>
          <a:lstStyle xmlns:a="http://schemas.openxmlformats.org/drawingml/2006/main">
            <a:lvl1pPr>
              <a:buNone/>
              <a:defRPr>
                <a:solidFill>
                  <a:srgbClr val="514C47"/>
                </a:solidFill>
              </a:defRPr>
            </a:lvl1pPr>
          </a:lstStyle>
          <a:p xmlns:a="http://schemas.openxmlformats.org/drawingml/2006/main">
            <a:r>
              <a:t>[Date]</a:t>
            </a:r>
            <a:endParaRPr/>
          </a:p>
        </p:txBody>
      </p:sp>
    </p:spTree>
  </p:cSld>
</p:sldLayout>
</file>

<file path=ppt/slideLayouts/slideLayout60.xml><?xml version="1.0" encoding="utf-8"?>
<p:sldLayout xmlns:p="http://schemas.openxmlformats.org/presentationml/2006/main" preserve="1" userDrawn="1">
  <p:cSld name="Dark - Title">
    <p:bg>
      <p:bgRef idx="1001">
        <a:schemeClr xmlns:a="http://schemas.openxmlformats.org/drawingml/2006/main" val="bg2"/>
      </p:bgRef>
    </p:bg>
    <p:spTree>
      <p:nvGrpSpPr>
        <p:cNvPr id="1" name=""/>
        <p:cNvGrpSpPr/>
        <p:nvPr/>
      </p:nvGrpSpPr>
      <p:grpSpPr>
        <a:xfrm xmlns:a="http://schemas.openxmlformats.org/drawingml/2006/main"/>
      </p:grpSpPr>
      <p:sp>
        <p:nvSpPr>
          <p:cNvPr id="8" name="Title 3">
            <a:extLst xmlns:a="http://schemas.openxmlformats.org/drawingml/2006/main">
              <a:ext uri="{FF2B5EF4-FFF2-40B4-BE49-F238E27FC236}">
                <a16:creationId xmlns:a16="http://schemas.microsoft.com/office/drawing/2014/main" id="{0638DF7B-BBB6-684E-A5BB-80F1125943EF}"/>
              </a:ext>
            </a:extLst>
          </p:cNvPr>
          <p:cNvSpPr>
            <a:spLocks xmlns:a="http://schemas.openxmlformats.org/drawingml/2006/main" noGrp="1"/>
          </p:cNvSpPr>
          <p:nvPr>
            <p:ph type="title" idx="0" hasCustomPrompt="1"/>
          </p:nvPr>
        </p:nvSpPr>
        <p:spPr>
          <a:xfrm xmlns:a="http://schemas.openxmlformats.org/drawingml/2006/main">
            <a:off x="768875" y="182403"/>
            <a:ext cx="10671048" cy="822960"/>
          </a:xfrm>
        </p:spPr>
        <p:txBody>
          <a:bodyPr xmlns:a="http://schemas.openxmlformats.org/drawingml/2006/main"/>
          <a:lstStyle xmlns:a="http://schemas.openxmlformats.org/drawingml/2006/main">
            <a:lvl1pPr>
              <a:lnSpc>
                <a:spcPct val="100000"/>
              </a:lnSpc>
              <a:buNone/>
              <a:defRPr b="1" i="0">
                <a:solidFill>
                  <a:schemeClr val="tx1"/>
                </a:solidFill>
                <a:latin typeface="Oracle Sans Tab"/>
                <a:ea typeface="Oracle Sans Tab"/>
                <a:cs typeface="Oracle Sans Tab"/>
              </a:defRPr>
            </a:lvl1pPr>
          </a:lstStyle>
          <a:p xmlns:a="http://schemas.openxmlformats.org/drawingml/2006/main">
            <a:r>
              <a:t>Title</a:t>
            </a:r>
          </a:p>
        </p:txBody>
      </p:sp>
      <p:sp>
        <p:nvSpPr>
          <p:cNvPr id="9" name="Date Placeholder 8">
            <a:extLst xmlns:a="http://schemas.openxmlformats.org/drawingml/2006/main">
              <a:ext uri="{FF2B5EF4-FFF2-40B4-BE49-F238E27FC236}">
                <a16:creationId xmlns:a16="http://schemas.microsoft.com/office/drawing/2014/main" id="{4ACA5DC3-86B0-1F65-3F2B-CA7D6A4147D2}"/>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lvl1pPr>
              <a:buNone/>
              <a:defRPr>
                <a:solidFill>
                  <a:srgbClr val="AEA8A2"/>
                </a:solidFill>
              </a:defRPr>
            </a:lvl1pPr>
          </a:lstStyle>
          <a:p xmlns:a="http://schemas.openxmlformats.org/drawingml/2006/main">
            <a:r>
              <a:t>[Date]</a:t>
            </a:r>
            <a:endParaRPr/>
          </a:p>
        </p:txBody>
      </p:sp>
      <p:sp>
        <p:nvSpPr>
          <p:cNvPr id="10" name="Footer Placeholder 9">
            <a:extLst xmlns:a="http://schemas.openxmlformats.org/drawingml/2006/main">
              <a:ext uri="{FF2B5EF4-FFF2-40B4-BE49-F238E27FC236}">
                <a16:creationId xmlns:a16="http://schemas.microsoft.com/office/drawing/2014/main" id="{8EEC5612-9EFC-A5C7-60F5-422AA3E3BA9F}"/>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lvl1pPr>
              <a:buNone/>
              <a:defRPr>
                <a:solidFill>
                  <a:srgbClr val="AEA8A2"/>
                </a:solidFill>
              </a:defRPr>
            </a:lvl1pPr>
          </a:lstStyle>
          <a:p xmlns:a="http://schemas.openxmlformats.org/drawingml/2006/main">
            <a:r>
              <a:t>Copyright © 2025, Oracle and/or its affiliates |  Confidential: Internal/Restricted/Highly Restricted</a:t>
            </a:r>
            <a:endParaRPr/>
          </a:p>
        </p:txBody>
      </p:sp>
      <p:sp>
        <p:nvSpPr>
          <p:cNvPr id="11" name="Slide Number Placeholder 10">
            <a:extLst xmlns:a="http://schemas.openxmlformats.org/drawingml/2006/main">
              <a:ext uri="{FF2B5EF4-FFF2-40B4-BE49-F238E27FC236}">
                <a16:creationId xmlns:a16="http://schemas.microsoft.com/office/drawing/2014/main" id="{B01A2761-9610-DAD1-E4E2-18899B9B522F}"/>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lvl1pPr>
              <a:buNone/>
              <a:defRPr>
                <a:solidFill>
                  <a:srgbClr val="AEA8A2"/>
                </a:solidFill>
              </a:defRPr>
            </a:lvl1pPr>
          </a:lstStyle>
          <a:p xmlns:a="http://schemas.openxmlformats.org/drawingml/2006/main">
            <a:fld id="{345D60D9-5372-5F40-9443-0F9AE5BDC3C8}" type="slidenum">
              <a:t>‹#›</a:t>
            </a:fld>
            <a:endParaRPr/>
          </a:p>
        </p:txBody>
      </p:sp>
    </p:spTree>
  </p:cSld>
</p:sldLayout>
</file>

<file path=ppt/slideLayouts/slideLayout61.xml><?xml version="1.0" encoding="utf-8"?>
<p:sldLayout xmlns:p="http://schemas.openxmlformats.org/presentationml/2006/main" preserve="1" userDrawn="1">
  <p:cSld name="Light - Title/Subtitle">
    <p:bg>
      <p:bgRef idx="1001">
        <a:schemeClr xmlns:a="http://schemas.openxmlformats.org/drawingml/2006/main" val="bg2"/>
      </p:bgRef>
    </p:bg>
    <p:spTree>
      <p:nvGrpSpPr>
        <p:cNvPr id="1" name=""/>
        <p:cNvGrpSpPr/>
        <p:nvPr/>
      </p:nvGrpSpPr>
      <p:grpSpPr>
        <a:xfrm xmlns:a="http://schemas.openxmlformats.org/drawingml/2006/main"/>
      </p:grpSpPr>
      <p:sp>
        <p:nvSpPr>
          <p:cNvPr id="4" name="Title 3">
            <a:extLst xmlns:a="http://schemas.openxmlformats.org/drawingml/2006/main">
              <a:ext uri="{FF2B5EF4-FFF2-40B4-BE49-F238E27FC236}">
                <a16:creationId xmlns:a16="http://schemas.microsoft.com/office/drawing/2014/main" id="{AC6A8D35-C90D-428D-8E15-6F958679D947}"/>
              </a:ext>
            </a:extLst>
          </p:cNvPr>
          <p:cNvSpPr>
            <a:spLocks xmlns:a="http://schemas.openxmlformats.org/drawingml/2006/main" noGrp="1"/>
          </p:cNvSpPr>
          <p:nvPr>
            <p:ph type="title" idx="0" hasCustomPrompt="1"/>
          </p:nvPr>
        </p:nvSpPr>
        <p:spPr/>
        <p:txBody>
          <a:bodyPr xmlns:a="http://schemas.openxmlformats.org/drawingml/2006/main"/>
          <a:lstStyle xmlns:a="http://schemas.openxmlformats.org/drawingml/2006/main">
            <a:lvl1pPr>
              <a:lnSpc>
                <a:spcPct val="100000"/>
              </a:lnSpc>
              <a:buNone/>
              <a:defRPr b="1" i="0">
                <a:latin typeface="Oracle Sans Tab"/>
                <a:ea typeface="Oracle Sans Tab"/>
                <a:cs typeface="Oracle Sans Tab"/>
              </a:defRPr>
            </a:lvl1pPr>
          </a:lstStyle>
          <a:p xmlns:a="http://schemas.openxmlformats.org/drawingml/2006/main">
            <a:r>
              <a:t>Title</a:t>
            </a:r>
          </a:p>
        </p:txBody>
      </p:sp>
      <p:sp>
        <p:nvSpPr>
          <p:cNvPr id="2" name="Slide Number Placeholder 5">
            <a:extLst xmlns:a="http://schemas.openxmlformats.org/drawingml/2006/main">
              <a:ext uri="{FF2B5EF4-FFF2-40B4-BE49-F238E27FC236}">
                <a16:creationId xmlns:a16="http://schemas.microsoft.com/office/drawing/2014/main" id="{DBEEF32F-ED74-47E3-D2C3-F1B1AD13F3F5}"/>
              </a:ext>
            </a:extLst>
          </p:cNvPr>
          <p:cNvSpPr>
            <a:spLocks xmlns:a="http://schemas.openxmlformats.org/drawingml/2006/main" noGrp="1"/>
          </p:cNvSpPr>
          <p:nvPr>
            <p:ph type="sldNum" idx="40"/>
          </p:nvPr>
        </p:nvSpPr>
        <p:spPr>
          <a:xfrm xmlns:a="http://schemas.openxmlformats.org/drawingml/2006/main">
            <a:off x="762000" y="6423660"/>
            <a:ext cx="365760" cy="365760"/>
          </a:xfrm>
        </p:spPr>
        <p:txBody>
          <a:bodyPr xmlns:a="http://schemas.openxmlformats.org/drawingml/2006/main"/>
          <a:lstStyle xmlns:a="http://schemas.openxmlformats.org/drawingml/2006/main">
            <a:lvl1pPr>
              <a:buNone/>
              <a:defRPr>
                <a:solidFill>
                  <a:srgbClr val="514C47"/>
                </a:solidFill>
              </a:defRPr>
            </a:lvl1pPr>
          </a:lstStyle>
          <a:p xmlns:a="http://schemas.openxmlformats.org/drawingml/2006/main">
            <a:fld id="{345D60D9-5372-5F40-9443-0F9AE5BDC3C8}" type="slidenum">
              <a:t>‹#›</a:t>
            </a:fld>
            <a:endParaRPr/>
          </a:p>
        </p:txBody>
      </p:sp>
      <p:sp>
        <p:nvSpPr>
          <p:cNvPr id="7" name="Footer Placeholder 4">
            <a:extLst xmlns:a="http://schemas.openxmlformats.org/drawingml/2006/main">
              <a:ext uri="{FF2B5EF4-FFF2-40B4-BE49-F238E27FC236}">
                <a16:creationId xmlns:a16="http://schemas.microsoft.com/office/drawing/2014/main" id="{DFD6C787-D3B4-031A-8D4C-3A19D9BDFA78}"/>
              </a:ext>
            </a:extLst>
          </p:cNvPr>
          <p:cNvSpPr>
            <a:spLocks xmlns:a="http://schemas.openxmlformats.org/drawingml/2006/main" noGrp="1"/>
          </p:cNvSpPr>
          <p:nvPr>
            <p:ph type="ftr" idx="39"/>
          </p:nvPr>
        </p:nvSpPr>
        <p:spPr>
          <a:xfrm xmlns:a="http://schemas.openxmlformats.org/drawingml/2006/main">
            <a:off x="1127759" y="6423978"/>
            <a:ext cx="5745379" cy="365125"/>
          </a:xfrm>
        </p:spPr>
        <p:txBody>
          <a:bodyPr xmlns:a="http://schemas.openxmlformats.org/drawingml/2006/main"/>
          <a:lstStyle xmlns:a="http://schemas.openxmlformats.org/drawingml/2006/main">
            <a:lvl1pPr>
              <a:buNone/>
              <a:defRPr>
                <a:solidFill>
                  <a:srgbClr val="514C47"/>
                </a:solidFill>
              </a:defRPr>
            </a:lvl1pPr>
          </a:lstStyle>
          <a:p xmlns:a="http://schemas.openxmlformats.org/drawingml/2006/main">
            <a:r>
              <a:t>Copyright © 2025, Oracle and/or its affiliates |  Confidential: Internal/Restricted/Highly Restricted</a:t>
            </a:r>
            <a:endParaRPr/>
          </a:p>
        </p:txBody>
      </p:sp>
      <p:sp>
        <p:nvSpPr>
          <p:cNvPr id="8" name="Date Placeholder 3">
            <a:extLst xmlns:a="http://schemas.openxmlformats.org/drawingml/2006/main">
              <a:ext uri="{FF2B5EF4-FFF2-40B4-BE49-F238E27FC236}">
                <a16:creationId xmlns:a16="http://schemas.microsoft.com/office/drawing/2014/main" id="{005CA9E8-9559-78FA-E425-B044F817EEE2}"/>
              </a:ext>
            </a:extLst>
          </p:cNvPr>
          <p:cNvSpPr>
            <a:spLocks xmlns:a="http://schemas.openxmlformats.org/drawingml/2006/main" noGrp="1"/>
          </p:cNvSpPr>
          <p:nvPr>
            <p:ph type="dt" idx="38"/>
          </p:nvPr>
        </p:nvSpPr>
        <p:spPr>
          <a:xfrm xmlns:a="http://schemas.openxmlformats.org/drawingml/2006/main">
            <a:off x="6873138" y="6425604"/>
            <a:ext cx="2743200" cy="363500"/>
          </a:xfrm>
        </p:spPr>
        <p:txBody>
          <a:bodyPr xmlns:a="http://schemas.openxmlformats.org/drawingml/2006/main"/>
          <a:lstStyle xmlns:a="http://schemas.openxmlformats.org/drawingml/2006/main">
            <a:lvl1pPr>
              <a:buNone/>
              <a:defRPr>
                <a:solidFill>
                  <a:srgbClr val="514C47"/>
                </a:solidFill>
              </a:defRPr>
            </a:lvl1pPr>
          </a:lstStyle>
          <a:p xmlns:a="http://schemas.openxmlformats.org/drawingml/2006/main">
            <a:r>
              <a:t>[Date]</a:t>
            </a:r>
            <a:endParaRPr/>
          </a:p>
        </p:txBody>
      </p:sp>
      <p:sp>
        <p:nvSpPr>
          <p:cNvPr id="3" name="Subtitle">
            <a:extLst xmlns:a="http://schemas.openxmlformats.org/drawingml/2006/main">
              <a:ext uri="{FF2B5EF4-FFF2-40B4-BE49-F238E27FC236}">
                <a16:creationId xmlns:a16="http://schemas.microsoft.com/office/drawing/2014/main" id="{120DA5B7-17E8-2CF4-4B51-F677DF6CE73C}"/>
              </a:ext>
            </a:extLst>
          </p:cNvPr>
          <p:cNvSpPr>
            <a:spLocks xmlns:a="http://schemas.openxmlformats.org/drawingml/2006/main" noGrp="1"/>
          </p:cNvSpPr>
          <p:nvPr>
            <p:ph type="body" idx="11" hasCustomPrompt="1"/>
          </p:nvPr>
        </p:nvSpPr>
        <p:spPr>
          <a:xfrm xmlns:a="http://schemas.openxmlformats.org/drawingml/2006/main">
            <a:off x="766763" y="1009904"/>
            <a:ext cx="10671048" cy="330540"/>
          </a:xfrm>
          <a:prstGeom xmlns:a="http://schemas.openxmlformats.org/drawingml/2006/main" prst="rect">
            <a:avLst/>
          </a:prstGeom>
        </p:spPr>
        <p:txBody>
          <a:bodyPr xmlns:a="http://schemas.openxmlformats.org/drawingml/2006/main" lIns="0">
            <a:noAutofit/>
          </a:bodyPr>
          <a:lstStyle xmlns:a="http://schemas.openxmlformats.org/drawingml/2006/main">
            <a:lvl1pPr marL="0" indent="0">
              <a:lnSpc>
                <a:spcPct val="100000"/>
              </a:lnSpc>
              <a:spcAft>
                <a:spcPts val="0"/>
              </a:spcAft>
              <a:buNone/>
              <a:defRPr sz="2000" b="0" i="0">
                <a:latin typeface="Oracle Sans Tab"/>
                <a:ea typeface="Oracle Sans Tab"/>
                <a:cs typeface="Oracle Sans Tab"/>
              </a:defRPr>
            </a:lvl1pPr>
          </a:lstStyle>
          <a:p xmlns:a="http://schemas.openxmlformats.org/drawingml/2006/main">
            <a:pPr lvl="0">
              <a:buNone/>
            </a:pPr>
            <a:r>
              <a:t>Subtitle</a:t>
            </a:r>
          </a:p>
        </p:txBody>
      </p:sp>
    </p:spTree>
  </p:cSld>
</p:sldLayout>
</file>

<file path=ppt/slideLayouts/slideLayout62.xml><?xml version="1.0" encoding="utf-8"?>
<p:sldLayout xmlns:p="http://schemas.openxmlformats.org/presentationml/2006/main" preserve="1" userDrawn="1">
  <p:cSld name="Dark - Title/Subtitle">
    <p:bg>
      <p:bgRef idx="1001">
        <a:schemeClr xmlns:a="http://schemas.openxmlformats.org/drawingml/2006/main" val="bg1"/>
      </p:bgRef>
    </p:bg>
    <p:spTree>
      <p:nvGrpSpPr>
        <p:cNvPr id="1" name=""/>
        <p:cNvGrpSpPr/>
        <p:nvPr/>
      </p:nvGrpSpPr>
      <p:grpSpPr>
        <a:xfrm xmlns:a="http://schemas.openxmlformats.org/drawingml/2006/main"/>
      </p:grpSpPr>
      <p:sp>
        <p:nvSpPr>
          <p:cNvPr id="4" name="Title 3">
            <a:extLst xmlns:a="http://schemas.openxmlformats.org/drawingml/2006/main">
              <a:ext uri="{FF2B5EF4-FFF2-40B4-BE49-F238E27FC236}">
                <a16:creationId xmlns:a16="http://schemas.microsoft.com/office/drawing/2014/main" id="{C471FF06-338B-46FE-B4FE-F72B7ABAED7F}"/>
              </a:ext>
            </a:extLst>
          </p:cNvPr>
          <p:cNvSpPr>
            <a:spLocks xmlns:a="http://schemas.openxmlformats.org/drawingml/2006/main" noGrp="1"/>
          </p:cNvSpPr>
          <p:nvPr>
            <p:ph type="title" idx="0" hasCustomPrompt="1"/>
          </p:nvPr>
        </p:nvSpPr>
        <p:spPr/>
        <p:txBody>
          <a:bodyPr xmlns:a="http://schemas.openxmlformats.org/drawingml/2006/main"/>
          <a:lstStyle xmlns:a="http://schemas.openxmlformats.org/drawingml/2006/main">
            <a:lvl1pPr>
              <a:lnSpc>
                <a:spcPct val="100000"/>
              </a:lnSpc>
              <a:buNone/>
              <a:defRPr b="1" i="0">
                <a:latin typeface="Oracle Sans Tab"/>
                <a:ea typeface="Oracle Sans Tab"/>
                <a:cs typeface="Oracle Sans Tab"/>
              </a:defRPr>
            </a:lvl1pPr>
          </a:lstStyle>
          <a:p xmlns:a="http://schemas.openxmlformats.org/drawingml/2006/main">
            <a:r>
              <a:t>Title</a:t>
            </a:r>
          </a:p>
        </p:txBody>
      </p:sp>
      <p:sp>
        <p:nvSpPr>
          <p:cNvPr id="6" name="Subtitle">
            <a:extLst xmlns:a="http://schemas.openxmlformats.org/drawingml/2006/main">
              <a:ext uri="{FF2B5EF4-FFF2-40B4-BE49-F238E27FC236}">
                <a16:creationId xmlns:a16="http://schemas.microsoft.com/office/drawing/2014/main" id="{756DCC98-315C-61EE-3BD9-275F39B0D5BB}"/>
              </a:ext>
            </a:extLst>
          </p:cNvPr>
          <p:cNvSpPr>
            <a:spLocks xmlns:a="http://schemas.openxmlformats.org/drawingml/2006/main" noGrp="1"/>
          </p:cNvSpPr>
          <p:nvPr>
            <p:ph type="body" idx="11" hasCustomPrompt="1"/>
          </p:nvPr>
        </p:nvSpPr>
        <p:spPr>
          <a:xfrm xmlns:a="http://schemas.openxmlformats.org/drawingml/2006/main">
            <a:off x="766763" y="1009904"/>
            <a:ext cx="10671048" cy="330540"/>
          </a:xfrm>
          <a:prstGeom xmlns:a="http://schemas.openxmlformats.org/drawingml/2006/main" prst="rect">
            <a:avLst/>
          </a:prstGeom>
        </p:spPr>
        <p:txBody>
          <a:bodyPr xmlns:a="http://schemas.openxmlformats.org/drawingml/2006/main" lIns="0">
            <a:noAutofit/>
          </a:bodyPr>
          <a:lstStyle xmlns:a="http://schemas.openxmlformats.org/drawingml/2006/main">
            <a:lvl1pPr marL="0" indent="0">
              <a:lnSpc>
                <a:spcPct val="100000"/>
              </a:lnSpc>
              <a:spcAft>
                <a:spcPts val="0"/>
              </a:spcAft>
              <a:buNone/>
              <a:defRPr sz="2000" b="0" i="0">
                <a:latin typeface="Oracle Sans Tab"/>
                <a:ea typeface="Oracle Sans Tab"/>
                <a:cs typeface="Oracle Sans Tab"/>
              </a:defRPr>
            </a:lvl1pPr>
          </a:lstStyle>
          <a:p xmlns:a="http://schemas.openxmlformats.org/drawingml/2006/main">
            <a:pPr lvl="0">
              <a:buNone/>
            </a:pPr>
            <a:r>
              <a:t>Subtitle</a:t>
            </a:r>
          </a:p>
        </p:txBody>
      </p:sp>
      <p:sp>
        <p:nvSpPr>
          <p:cNvPr id="5" name="Slide Number Placeholder 7">
            <a:extLst xmlns:a="http://schemas.openxmlformats.org/drawingml/2006/main">
              <a:ext uri="{FF2B5EF4-FFF2-40B4-BE49-F238E27FC236}">
                <a16:creationId xmlns:a16="http://schemas.microsoft.com/office/drawing/2014/main" id="{0511B848-5314-5CFA-E302-CF9747E005C9}"/>
              </a:ext>
            </a:extLst>
          </p:cNvPr>
          <p:cNvSpPr>
            <a:spLocks xmlns:a="http://schemas.openxmlformats.org/drawingml/2006/main" noGrp="1"/>
          </p:cNvSpPr>
          <p:nvPr>
            <p:ph type="sldNum" idx="17"/>
          </p:nvPr>
        </p:nvSpPr>
        <p:spPr>
          <a:xfrm xmlns:a="http://schemas.openxmlformats.org/drawingml/2006/main">
            <a:off x="762000" y="6423660"/>
            <a:ext cx="365760" cy="365760"/>
          </a:xfrm>
        </p:spPr>
        <p:txBody>
          <a:bodyPr xmlns:a="http://schemas.openxmlformats.org/drawingml/2006/main"/>
          <a:lstStyle xmlns:a="http://schemas.openxmlformats.org/drawingml/2006/main">
            <a:lvl1pPr>
              <a:buNone/>
              <a:defRPr>
                <a:solidFill>
                  <a:srgbClr val="AEA8A2"/>
                </a:solidFill>
              </a:defRPr>
            </a:lvl1pPr>
          </a:lstStyle>
          <a:p xmlns:a="http://schemas.openxmlformats.org/drawingml/2006/main">
            <a:fld id="{345D60D9-5372-5F40-9443-0F9AE5BDC3C8}" type="slidenum">
              <a:t>‹#›</a:t>
            </a:fld>
            <a:endParaRPr/>
          </a:p>
        </p:txBody>
      </p:sp>
      <p:sp>
        <p:nvSpPr>
          <p:cNvPr id="8" name="Footer Placeholder 6">
            <a:extLst xmlns:a="http://schemas.openxmlformats.org/drawingml/2006/main">
              <a:ext uri="{FF2B5EF4-FFF2-40B4-BE49-F238E27FC236}">
                <a16:creationId xmlns:a16="http://schemas.microsoft.com/office/drawing/2014/main" id="{68D47112-C304-3F08-B268-4678B7957255}"/>
              </a:ext>
            </a:extLst>
          </p:cNvPr>
          <p:cNvSpPr>
            <a:spLocks xmlns:a="http://schemas.openxmlformats.org/drawingml/2006/main" noGrp="1"/>
          </p:cNvSpPr>
          <p:nvPr>
            <p:ph type="ftr" idx="16"/>
          </p:nvPr>
        </p:nvSpPr>
        <p:spPr>
          <a:xfrm xmlns:a="http://schemas.openxmlformats.org/drawingml/2006/main">
            <a:off x="1127759" y="6423978"/>
            <a:ext cx="5745379" cy="365125"/>
          </a:xfrm>
        </p:spPr>
        <p:txBody>
          <a:bodyPr xmlns:a="http://schemas.openxmlformats.org/drawingml/2006/main"/>
          <a:lstStyle xmlns:a="http://schemas.openxmlformats.org/drawingml/2006/main">
            <a:lvl1pPr>
              <a:buNone/>
              <a:defRPr>
                <a:solidFill>
                  <a:srgbClr val="AEA8A2"/>
                </a:solidFill>
              </a:defRPr>
            </a:lvl1pPr>
          </a:lstStyle>
          <a:p xmlns:a="http://schemas.openxmlformats.org/drawingml/2006/main">
            <a:r>
              <a:t>Copyright © 2025, Oracle and/or its affiliates |  Confidential: Internal/Restricted/Highly Restricted</a:t>
            </a:r>
            <a:endParaRPr/>
          </a:p>
        </p:txBody>
      </p:sp>
      <p:sp>
        <p:nvSpPr>
          <p:cNvPr id="9" name="Date Placeholder 4">
            <a:extLst xmlns:a="http://schemas.openxmlformats.org/drawingml/2006/main">
              <a:ext uri="{FF2B5EF4-FFF2-40B4-BE49-F238E27FC236}">
                <a16:creationId xmlns:a16="http://schemas.microsoft.com/office/drawing/2014/main" id="{E986AE2C-3C8D-7087-0A03-7B9F6CF293A3}"/>
              </a:ext>
            </a:extLst>
          </p:cNvPr>
          <p:cNvSpPr>
            <a:spLocks xmlns:a="http://schemas.openxmlformats.org/drawingml/2006/main" noGrp="1"/>
          </p:cNvSpPr>
          <p:nvPr>
            <p:ph type="dt" idx="15"/>
          </p:nvPr>
        </p:nvSpPr>
        <p:spPr>
          <a:xfrm xmlns:a="http://schemas.openxmlformats.org/drawingml/2006/main">
            <a:off x="6873138" y="6425604"/>
            <a:ext cx="2743200" cy="363500"/>
          </a:xfrm>
        </p:spPr>
        <p:txBody>
          <a:bodyPr xmlns:a="http://schemas.openxmlformats.org/drawingml/2006/main"/>
          <a:lstStyle xmlns:a="http://schemas.openxmlformats.org/drawingml/2006/main">
            <a:lvl1pPr>
              <a:buNone/>
              <a:defRPr>
                <a:solidFill>
                  <a:srgbClr val="AEA8A2"/>
                </a:solidFill>
              </a:defRPr>
            </a:lvl1pPr>
          </a:lstStyle>
          <a:p xmlns:a="http://schemas.openxmlformats.org/drawingml/2006/main">
            <a:r>
              <a:t>[Date]</a:t>
            </a:r>
            <a:endParaRPr/>
          </a:p>
        </p:txBody>
      </p:sp>
    </p:spTree>
  </p:cSld>
</p:sldLayout>
</file>

<file path=ppt/slideLayouts/slideLayout63.xml><?xml version="1.0" encoding="utf-8"?>
<p:sldLayout xmlns:p="http://schemas.openxmlformats.org/presentationml/2006/main" preserve="1" userDrawn="1">
  <p:cSld name="Light - Title 1 Column">
    <p:bg>
      <p:bgRef idx="1001">
        <a:schemeClr xmlns:a="http://schemas.openxmlformats.org/drawingml/2006/main" val="bg2"/>
      </p:bgRef>
    </p:bg>
    <p:spTree>
      <p:nvGrpSpPr>
        <p:cNvPr id="1" name=""/>
        <p:cNvGrpSpPr/>
        <p:nvPr/>
      </p:nvGrpSpPr>
      <p:grpSpPr>
        <a:xfrm xmlns:a="http://schemas.openxmlformats.org/drawingml/2006/main"/>
      </p:grpSpPr>
      <p:sp>
        <p:nvSpPr>
          <p:cNvPr id="13" name="Title 12">
            <a:extLst xmlns:a="http://schemas.openxmlformats.org/drawingml/2006/main">
              <a:ext uri="{FF2B5EF4-FFF2-40B4-BE49-F238E27FC236}">
                <a16:creationId xmlns:a16="http://schemas.microsoft.com/office/drawing/2014/main" id="{B4B5BB6C-77A2-4299-98DB-F23A8BBC354D}"/>
              </a:ext>
            </a:extLst>
          </p:cNvPr>
          <p:cNvSpPr>
            <a:spLocks xmlns:a="http://schemas.openxmlformats.org/drawingml/2006/main" noGrp="1"/>
          </p:cNvSpPr>
          <p:nvPr>
            <p:ph type="title" idx="0" hasCustomPrompt="1"/>
          </p:nvPr>
        </p:nvSpPr>
        <p:spPr/>
        <p:txBody>
          <a:bodyPr xmlns:a="http://schemas.openxmlformats.org/drawingml/2006/main"/>
          <a:lstStyle xmlns:a="http://schemas.openxmlformats.org/drawingml/2006/main">
            <a:lvl1pPr>
              <a:lnSpc>
                <a:spcPct val="100000"/>
              </a:lnSpc>
              <a:buNone/>
              <a:defRPr b="1" i="0">
                <a:latin typeface="Oracle Sans Tab"/>
                <a:ea typeface="Oracle Sans Tab"/>
                <a:cs typeface="Oracle Sans Tab"/>
              </a:defRPr>
            </a:lvl1pPr>
          </a:lstStyle>
          <a:p xmlns:a="http://schemas.openxmlformats.org/drawingml/2006/main">
            <a:r>
              <a:t>Title</a:t>
            </a:r>
          </a:p>
        </p:txBody>
      </p:sp>
      <p:sp>
        <p:nvSpPr>
          <p:cNvPr id="2" name="Content">
            <a:extLst xmlns:a="http://schemas.openxmlformats.org/drawingml/2006/main">
              <a:ext uri="{FF2B5EF4-FFF2-40B4-BE49-F238E27FC236}">
                <a16:creationId xmlns:a16="http://schemas.microsoft.com/office/drawing/2014/main" id="{5D03235E-81C6-F058-9141-4468DA219785}"/>
              </a:ext>
            </a:extLst>
          </p:cNvPr>
          <p:cNvSpPr>
            <a:spLocks xmlns:a="http://schemas.openxmlformats.org/drawingml/2006/main" noGrp="1"/>
          </p:cNvSpPr>
          <p:nvPr>
            <p:ph idx="14"/>
          </p:nvPr>
        </p:nvSpPr>
        <p:spPr>
          <a:xfrm xmlns:a="http://schemas.openxmlformats.org/drawingml/2006/main">
            <a:off x="766762" y="1600199"/>
            <a:ext cx="10671048" cy="4507992"/>
          </a:xfrm>
        </p:spPr>
        <p:txBody>
          <a:bodyPr xmlns:a="http://schemas.openxmlformats.org/drawingml/2006/main"/>
          <a:lstStyle xmlns:a="http://schemas.openxmlformats.org/drawingml/2006/main">
            <a:lvl1pPr>
              <a:lnSpc>
                <a:spcPct val="100000"/>
              </a:lnSpc>
              <a:buNone/>
              <a:defRPr sz="1600" b="0" i="0">
                <a:latin typeface="Oracle Sans Tab"/>
                <a:ea typeface="Oracle Sans Tab"/>
                <a:cs typeface="Oracle Sans Tab"/>
              </a:defRPr>
            </a:lvl1pPr>
            <a:lvl2pPr>
              <a:lnSpc>
                <a:spcPct val="100000"/>
              </a:lnSpc>
              <a:buNone/>
              <a:defRPr sz="1600" b="0" i="0">
                <a:latin typeface="Oracle Sans Tab"/>
                <a:ea typeface="Oracle Sans Tab"/>
                <a:cs typeface="Oracle Sans Tab"/>
              </a:defRPr>
            </a:lvl2pPr>
            <a:lvl3pPr>
              <a:lnSpc>
                <a:spcPct val="100000"/>
              </a:lnSpc>
              <a:buNone/>
              <a:defRPr sz="1600" b="0" i="0">
                <a:latin typeface="Oracle Sans Tab"/>
                <a:ea typeface="Oracle Sans Tab"/>
                <a:cs typeface="Oracle Sans Tab"/>
              </a:defRPr>
            </a:lvl3pPr>
            <a:lvl4pPr>
              <a:lnSpc>
                <a:spcPct val="100000"/>
              </a:lnSpc>
              <a:buNone/>
              <a:defRPr sz="1600" b="0" i="0">
                <a:latin typeface="Oracle Sans Tab"/>
                <a:ea typeface="Oracle Sans Tab"/>
                <a:cs typeface="Oracle Sans Tab"/>
              </a:defRPr>
            </a:lvl4pPr>
            <a:lvl5pPr>
              <a:lnSpc>
                <a:spcPct val="100000"/>
              </a:lnSpc>
              <a:buNone/>
              <a:defRPr sz="1600" b="0" i="0">
                <a:latin typeface="Oracle Sans Tab"/>
                <a:ea typeface="Oracle Sans Tab"/>
                <a:cs typeface="Oracle Sans Tab"/>
              </a:defRPr>
            </a:lvl5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17" name="Slide Number">
            <a:extLst xmlns:a="http://schemas.openxmlformats.org/drawingml/2006/main">
              <a:ext uri="{FF2B5EF4-FFF2-40B4-BE49-F238E27FC236}">
                <a16:creationId xmlns:a16="http://schemas.microsoft.com/office/drawing/2014/main" id="{5D441708-8B15-4FCB-89B4-E673D271FDD5}"/>
              </a:ext>
            </a:extLst>
          </p:cNvPr>
          <p:cNvSpPr>
            <a:spLocks xmlns:a="http://schemas.openxmlformats.org/drawingml/2006/main" noGrp="1"/>
          </p:cNvSpPr>
          <p:nvPr>
            <p:ph type="sldNum" idx="4"/>
          </p:nvPr>
        </p:nvSpPr>
        <p:spPr>
          <a:xfrm xmlns:a="http://schemas.openxmlformats.org/drawingml/2006/main">
            <a:off x="762000" y="6423660"/>
            <a:ext cx="365760" cy="365760"/>
          </a:xfrm>
          <a:prstGeom xmlns:a="http://schemas.openxmlformats.org/drawingml/2006/main" prst="rect">
            <a:avLst/>
          </a:prstGeom>
        </p:spPr>
        <p:txBody>
          <a:bodyPr xmlns:a="http://schemas.openxmlformats.org/drawingml/2006/main" vert="horz" lIns="0" tIns="0" rIns="0" bIns="0" anchor="ctr"/>
          <a:lstStyle xmlns:a="http://schemas.openxmlformats.org/drawingml/2006/main">
            <a:lvl1pPr algn="l">
              <a:buNone/>
              <a:defRPr sz="800">
                <a:solidFill>
                  <a:srgbClr val="514C47"/>
                </a:solidFill>
                <a:latin typeface="+mn-lt"/>
                <a:ea typeface="+mn-lt"/>
                <a:cs typeface="+mn-lt"/>
              </a:defRPr>
            </a:lvl1pPr>
          </a:lstStyle>
          <a:p xmlns:a="http://schemas.openxmlformats.org/drawingml/2006/main">
            <a:fld id="{345D60D9-5372-5F40-9443-0F9AE5BDC3C8}" type="slidenum">
              <a:t>‹#›</a:t>
            </a:fld>
            <a:endParaRPr/>
          </a:p>
        </p:txBody>
      </p:sp>
      <p:sp>
        <p:nvSpPr>
          <p:cNvPr id="18" name="Footer">
            <a:extLst xmlns:a="http://schemas.openxmlformats.org/drawingml/2006/main">
              <a:ext uri="{FF2B5EF4-FFF2-40B4-BE49-F238E27FC236}">
                <a16:creationId xmlns:a16="http://schemas.microsoft.com/office/drawing/2014/main" id="{C80D3E3D-D429-473E-903C-04622CCE81D0}"/>
              </a:ext>
            </a:extLst>
          </p:cNvPr>
          <p:cNvSpPr>
            <a:spLocks xmlns:a="http://schemas.openxmlformats.org/drawingml/2006/main" noGrp="1"/>
          </p:cNvSpPr>
          <p:nvPr>
            <p:ph type="ftr" idx="3"/>
          </p:nvPr>
        </p:nvSpPr>
        <p:spPr>
          <a:xfrm xmlns:a="http://schemas.openxmlformats.org/drawingml/2006/main">
            <a:off x="1127759" y="6423978"/>
            <a:ext cx="5745379" cy="365125"/>
          </a:xfrm>
          <a:prstGeom xmlns:a="http://schemas.openxmlformats.org/drawingml/2006/main" prst="rect">
            <a:avLst/>
          </a:prstGeom>
        </p:spPr>
        <p:txBody>
          <a:bodyPr xmlns:a="http://schemas.openxmlformats.org/drawingml/2006/main" vert="horz" lIns="0" tIns="0" rIns="0" bIns="0" anchor="ctr"/>
          <a:lstStyle xmlns:a="http://schemas.openxmlformats.org/drawingml/2006/main">
            <a:lvl1pPr algn="l">
              <a:buNone/>
              <a:defRPr sz="800">
                <a:solidFill>
                  <a:srgbClr val="514C47"/>
                </a:solidFill>
                <a:latin typeface="+mn-lt"/>
                <a:ea typeface="+mn-lt"/>
                <a:cs typeface="+mn-lt"/>
              </a:defRPr>
            </a:lvl1pPr>
          </a:lstStyle>
          <a:p xmlns:a="http://schemas.openxmlformats.org/drawingml/2006/main">
            <a:r>
              <a:t>Copyright © 2025, Oracle and/or its affiliates |  Confidential: Internal/Restricted/Highly Restricted</a:t>
            </a:r>
            <a:endParaRPr/>
          </a:p>
        </p:txBody>
      </p:sp>
      <p:sp>
        <p:nvSpPr>
          <p:cNvPr id="19" name="Date">
            <a:extLst xmlns:a="http://schemas.openxmlformats.org/drawingml/2006/main">
              <a:ext uri="{FF2B5EF4-FFF2-40B4-BE49-F238E27FC236}">
                <a16:creationId xmlns:a16="http://schemas.microsoft.com/office/drawing/2014/main" id="{2702B7E4-DD93-4403-964F-982773FE3422}"/>
              </a:ext>
            </a:extLst>
          </p:cNvPr>
          <p:cNvSpPr>
            <a:spLocks xmlns:a="http://schemas.openxmlformats.org/drawingml/2006/main" noGrp="1"/>
          </p:cNvSpPr>
          <p:nvPr>
            <p:ph type="dt" idx="2"/>
          </p:nvPr>
        </p:nvSpPr>
        <p:spPr>
          <a:xfrm xmlns:a="http://schemas.openxmlformats.org/drawingml/2006/main">
            <a:off x="6873138" y="6425604"/>
            <a:ext cx="2743200" cy="363500"/>
          </a:xfrm>
          <a:prstGeom xmlns:a="http://schemas.openxmlformats.org/drawingml/2006/main" prst="rect">
            <a:avLst/>
          </a:prstGeom>
        </p:spPr>
        <p:txBody>
          <a:bodyPr xmlns:a="http://schemas.openxmlformats.org/drawingml/2006/main" vert="horz" lIns="0" tIns="0" rIns="0" bIns="0" anchor="ctr"/>
          <a:lstStyle xmlns:a="http://schemas.openxmlformats.org/drawingml/2006/main">
            <a:lvl1pPr>
              <a:buNone/>
              <a:defRPr sz="800">
                <a:solidFill>
                  <a:srgbClr val="514C47"/>
                </a:solidFill>
                <a:latin typeface="+mn-lt"/>
                <a:ea typeface="+mn-lt"/>
                <a:cs typeface="+mn-lt"/>
              </a:defRPr>
            </a:lvl1pPr>
          </a:lstStyle>
          <a:p xmlns:a="http://schemas.openxmlformats.org/drawingml/2006/main">
            <a:r>
              <a:t>[Date]</a:t>
            </a:r>
            <a:endParaRPr/>
          </a:p>
        </p:txBody>
      </p:sp>
    </p:spTree>
  </p:cSld>
</p:sldLayout>
</file>

<file path=ppt/slideLayouts/slideLayout64.xml><?xml version="1.0" encoding="utf-8"?>
<p:sldLayout xmlns:p="http://schemas.openxmlformats.org/presentationml/2006/main" preserve="1" userDrawn="1">
  <p:cSld name="Dark - Title 1 Column">
    <p:bg>
      <p:bgRef idx="1001">
        <a:schemeClr xmlns:a="http://schemas.openxmlformats.org/drawingml/2006/main" val="bg2"/>
      </p:bgRef>
    </p:bg>
    <p:spTree>
      <p:nvGrpSpPr>
        <p:cNvPr id="1" name=""/>
        <p:cNvGrpSpPr/>
        <p:nvPr/>
      </p:nvGrpSpPr>
      <p:grpSpPr>
        <a:xfrm xmlns:a="http://schemas.openxmlformats.org/drawingml/2006/main"/>
      </p:grpSpPr>
      <p:sp>
        <p:nvSpPr>
          <p:cNvPr id="13" name="Title 12">
            <a:extLst xmlns:a="http://schemas.openxmlformats.org/drawingml/2006/main">
              <a:ext uri="{FF2B5EF4-FFF2-40B4-BE49-F238E27FC236}">
                <a16:creationId xmlns:a16="http://schemas.microsoft.com/office/drawing/2014/main" id="{B4B5BB6C-77A2-4299-98DB-F23A8BBC354D}"/>
              </a:ext>
            </a:extLst>
          </p:cNvPr>
          <p:cNvSpPr>
            <a:spLocks xmlns:a="http://schemas.openxmlformats.org/drawingml/2006/main" noGrp="1"/>
          </p:cNvSpPr>
          <p:nvPr>
            <p:ph type="title" idx="0" hasCustomPrompt="1"/>
          </p:nvPr>
        </p:nvSpPr>
        <p:spPr/>
        <p:txBody>
          <a:bodyPr xmlns:a="http://schemas.openxmlformats.org/drawingml/2006/main"/>
          <a:lstStyle xmlns:a="http://schemas.openxmlformats.org/drawingml/2006/main">
            <a:lvl1pPr>
              <a:lnSpc>
                <a:spcPct val="100000"/>
              </a:lnSpc>
              <a:buNone/>
              <a:defRPr b="1" i="0">
                <a:latin typeface="Oracle Sans Tab"/>
                <a:ea typeface="Oracle Sans Tab"/>
                <a:cs typeface="Oracle Sans Tab"/>
              </a:defRPr>
            </a:lvl1pPr>
          </a:lstStyle>
          <a:p xmlns:a="http://schemas.openxmlformats.org/drawingml/2006/main">
            <a:r>
              <a:t>Title</a:t>
            </a:r>
          </a:p>
        </p:txBody>
      </p:sp>
      <p:sp>
        <p:nvSpPr>
          <p:cNvPr id="2" name="Content">
            <a:extLst xmlns:a="http://schemas.openxmlformats.org/drawingml/2006/main">
              <a:ext uri="{FF2B5EF4-FFF2-40B4-BE49-F238E27FC236}">
                <a16:creationId xmlns:a16="http://schemas.microsoft.com/office/drawing/2014/main" id="{5D03235E-81C6-F058-9141-4468DA219785}"/>
              </a:ext>
            </a:extLst>
          </p:cNvPr>
          <p:cNvSpPr>
            <a:spLocks xmlns:a="http://schemas.openxmlformats.org/drawingml/2006/main" noGrp="1"/>
          </p:cNvSpPr>
          <p:nvPr>
            <p:ph idx="14"/>
          </p:nvPr>
        </p:nvSpPr>
        <p:spPr>
          <a:xfrm xmlns:a="http://schemas.openxmlformats.org/drawingml/2006/main">
            <a:off x="766762" y="1600199"/>
            <a:ext cx="10671048" cy="4507992"/>
          </a:xfrm>
        </p:spPr>
        <p:txBody>
          <a:bodyPr xmlns:a="http://schemas.openxmlformats.org/drawingml/2006/main"/>
          <a:lstStyle xmlns:a="http://schemas.openxmlformats.org/drawingml/2006/main">
            <a:lvl1pPr>
              <a:lnSpc>
                <a:spcPct val="100000"/>
              </a:lnSpc>
              <a:buNone/>
              <a:defRPr sz="1600" b="0" i="0">
                <a:latin typeface="Oracle Sans Tab"/>
                <a:ea typeface="Oracle Sans Tab"/>
                <a:cs typeface="Oracle Sans Tab"/>
              </a:defRPr>
            </a:lvl1pPr>
            <a:lvl2pPr>
              <a:lnSpc>
                <a:spcPct val="100000"/>
              </a:lnSpc>
              <a:buNone/>
              <a:defRPr sz="1600" b="0" i="0">
                <a:latin typeface="Oracle Sans Tab"/>
                <a:ea typeface="Oracle Sans Tab"/>
                <a:cs typeface="Oracle Sans Tab"/>
              </a:defRPr>
            </a:lvl2pPr>
            <a:lvl3pPr>
              <a:lnSpc>
                <a:spcPct val="100000"/>
              </a:lnSpc>
              <a:buNone/>
              <a:defRPr sz="1600" b="0" i="0">
                <a:latin typeface="Oracle Sans Tab"/>
                <a:ea typeface="Oracle Sans Tab"/>
                <a:cs typeface="Oracle Sans Tab"/>
              </a:defRPr>
            </a:lvl3pPr>
            <a:lvl4pPr>
              <a:lnSpc>
                <a:spcPct val="100000"/>
              </a:lnSpc>
              <a:buNone/>
              <a:defRPr sz="1600" b="0" i="0">
                <a:latin typeface="Oracle Sans Tab"/>
                <a:ea typeface="Oracle Sans Tab"/>
                <a:cs typeface="Oracle Sans Tab"/>
              </a:defRPr>
            </a:lvl4pPr>
            <a:lvl5pPr>
              <a:lnSpc>
                <a:spcPct val="100000"/>
              </a:lnSpc>
              <a:buNone/>
              <a:defRPr sz="1600" b="0" i="0">
                <a:latin typeface="Oracle Sans Tab"/>
                <a:ea typeface="Oracle Sans Tab"/>
                <a:cs typeface="Oracle Sans Tab"/>
              </a:defRPr>
            </a:lvl5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17" name="Slide Number">
            <a:extLst xmlns:a="http://schemas.openxmlformats.org/drawingml/2006/main">
              <a:ext uri="{FF2B5EF4-FFF2-40B4-BE49-F238E27FC236}">
                <a16:creationId xmlns:a16="http://schemas.microsoft.com/office/drawing/2014/main" id="{5D441708-8B15-4FCB-89B4-E673D271FDD5}"/>
              </a:ext>
            </a:extLst>
          </p:cNvPr>
          <p:cNvSpPr>
            <a:spLocks xmlns:a="http://schemas.openxmlformats.org/drawingml/2006/main" noGrp="1"/>
          </p:cNvSpPr>
          <p:nvPr>
            <p:ph type="sldNum" idx="4"/>
          </p:nvPr>
        </p:nvSpPr>
        <p:spPr>
          <a:xfrm xmlns:a="http://schemas.openxmlformats.org/drawingml/2006/main">
            <a:off x="762000" y="6423660"/>
            <a:ext cx="365760" cy="365760"/>
          </a:xfrm>
          <a:prstGeom xmlns:a="http://schemas.openxmlformats.org/drawingml/2006/main" prst="rect">
            <a:avLst/>
          </a:prstGeom>
        </p:spPr>
        <p:txBody>
          <a:bodyPr xmlns:a="http://schemas.openxmlformats.org/drawingml/2006/main" vert="horz" lIns="0" tIns="0" rIns="0" bIns="0" anchor="ctr"/>
          <a:lstStyle xmlns:a="http://schemas.openxmlformats.org/drawingml/2006/main">
            <a:lvl1pPr algn="l">
              <a:buNone/>
              <a:defRPr sz="800">
                <a:solidFill>
                  <a:srgbClr val="AEA8A2"/>
                </a:solidFill>
                <a:latin typeface="+mn-lt"/>
                <a:ea typeface="+mn-lt"/>
                <a:cs typeface="+mn-lt"/>
              </a:defRPr>
            </a:lvl1pPr>
          </a:lstStyle>
          <a:p xmlns:a="http://schemas.openxmlformats.org/drawingml/2006/main">
            <a:fld id="{345D60D9-5372-5F40-9443-0F9AE5BDC3C8}" type="slidenum">
              <a:t>‹#›</a:t>
            </a:fld>
            <a:endParaRPr/>
          </a:p>
        </p:txBody>
      </p:sp>
      <p:sp>
        <p:nvSpPr>
          <p:cNvPr id="18" name="Footer">
            <a:extLst xmlns:a="http://schemas.openxmlformats.org/drawingml/2006/main">
              <a:ext uri="{FF2B5EF4-FFF2-40B4-BE49-F238E27FC236}">
                <a16:creationId xmlns:a16="http://schemas.microsoft.com/office/drawing/2014/main" id="{C80D3E3D-D429-473E-903C-04622CCE81D0}"/>
              </a:ext>
            </a:extLst>
          </p:cNvPr>
          <p:cNvSpPr>
            <a:spLocks xmlns:a="http://schemas.openxmlformats.org/drawingml/2006/main" noGrp="1"/>
          </p:cNvSpPr>
          <p:nvPr>
            <p:ph type="ftr" idx="3"/>
          </p:nvPr>
        </p:nvSpPr>
        <p:spPr>
          <a:xfrm xmlns:a="http://schemas.openxmlformats.org/drawingml/2006/main">
            <a:off x="1127759" y="6423978"/>
            <a:ext cx="5745379" cy="365125"/>
          </a:xfrm>
          <a:prstGeom xmlns:a="http://schemas.openxmlformats.org/drawingml/2006/main" prst="rect">
            <a:avLst/>
          </a:prstGeom>
        </p:spPr>
        <p:txBody>
          <a:bodyPr xmlns:a="http://schemas.openxmlformats.org/drawingml/2006/main" vert="horz" lIns="0" tIns="0" rIns="0" bIns="0" anchor="ctr"/>
          <a:lstStyle xmlns:a="http://schemas.openxmlformats.org/drawingml/2006/main">
            <a:lvl1pPr algn="l">
              <a:buNone/>
              <a:defRPr sz="800">
                <a:solidFill>
                  <a:srgbClr val="AEA8A2"/>
                </a:solidFill>
                <a:latin typeface="+mn-lt"/>
                <a:ea typeface="+mn-lt"/>
                <a:cs typeface="+mn-lt"/>
              </a:defRPr>
            </a:lvl1pPr>
          </a:lstStyle>
          <a:p xmlns:a="http://schemas.openxmlformats.org/drawingml/2006/main">
            <a:r>
              <a:t>Copyright © 2025, Oracle and/or its affiliates |  Confidential: Internal/Restricted/Highly Restricted</a:t>
            </a:r>
            <a:endParaRPr/>
          </a:p>
        </p:txBody>
      </p:sp>
      <p:sp>
        <p:nvSpPr>
          <p:cNvPr id="19" name="Date">
            <a:extLst xmlns:a="http://schemas.openxmlformats.org/drawingml/2006/main">
              <a:ext uri="{FF2B5EF4-FFF2-40B4-BE49-F238E27FC236}">
                <a16:creationId xmlns:a16="http://schemas.microsoft.com/office/drawing/2014/main" id="{2702B7E4-DD93-4403-964F-982773FE3422}"/>
              </a:ext>
            </a:extLst>
          </p:cNvPr>
          <p:cNvSpPr>
            <a:spLocks xmlns:a="http://schemas.openxmlformats.org/drawingml/2006/main" noGrp="1"/>
          </p:cNvSpPr>
          <p:nvPr>
            <p:ph type="dt" idx="2"/>
          </p:nvPr>
        </p:nvSpPr>
        <p:spPr>
          <a:xfrm xmlns:a="http://schemas.openxmlformats.org/drawingml/2006/main">
            <a:off x="6873138" y="6425604"/>
            <a:ext cx="2743200" cy="363500"/>
          </a:xfrm>
          <a:prstGeom xmlns:a="http://schemas.openxmlformats.org/drawingml/2006/main" prst="rect">
            <a:avLst/>
          </a:prstGeom>
        </p:spPr>
        <p:txBody>
          <a:bodyPr xmlns:a="http://schemas.openxmlformats.org/drawingml/2006/main" vert="horz" lIns="0" tIns="0" rIns="0" bIns="0" anchor="ctr"/>
          <a:lstStyle xmlns:a="http://schemas.openxmlformats.org/drawingml/2006/main">
            <a:lvl1pPr>
              <a:buNone/>
              <a:defRPr sz="800">
                <a:solidFill>
                  <a:srgbClr val="AEA8A2"/>
                </a:solidFill>
                <a:latin typeface="+mn-lt"/>
                <a:ea typeface="+mn-lt"/>
                <a:cs typeface="+mn-lt"/>
              </a:defRPr>
            </a:lvl1pPr>
          </a:lstStyle>
          <a:p xmlns:a="http://schemas.openxmlformats.org/drawingml/2006/main">
            <a:r>
              <a:t>[Date]</a:t>
            </a:r>
            <a:endParaRPr/>
          </a:p>
        </p:txBody>
      </p:sp>
    </p:spTree>
  </p:cSld>
</p:sldLayout>
</file>

<file path=ppt/slideLayouts/slideLayout65.xml><?xml version="1.0" encoding="utf-8"?>
<p:sldLayout xmlns:p="http://schemas.openxmlformats.org/presentationml/2006/main" preserve="1" userDrawn="1">
  <p:cSld name="Light - Title/Subtitle 1 Column">
    <p:bg>
      <p:bgRef idx="1001">
        <a:schemeClr xmlns:a="http://schemas.openxmlformats.org/drawingml/2006/main" val="bg2"/>
      </p:bgRef>
    </p:bg>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DEE4D9CD-CDC4-4642-8CDA-7351404FC2D2}"/>
              </a:ext>
            </a:extLst>
          </p:cNvPr>
          <p:cNvSpPr>
            <a:spLocks xmlns:a="http://schemas.openxmlformats.org/drawingml/2006/main" noGrp="1"/>
          </p:cNvSpPr>
          <p:nvPr>
            <p:ph type="title" idx="0" hasCustomPrompt="1"/>
          </p:nvPr>
        </p:nvSpPr>
        <p:spPr/>
        <p:txBody>
          <a:bodyPr xmlns:a="http://schemas.openxmlformats.org/drawingml/2006/main"/>
          <a:lstStyle xmlns:a="http://schemas.openxmlformats.org/drawingml/2006/main">
            <a:lvl1pPr>
              <a:lnSpc>
                <a:spcPct val="100000"/>
              </a:lnSpc>
              <a:buNone/>
              <a:defRPr b="1" i="0">
                <a:latin typeface="Oracle Sans Tab"/>
                <a:ea typeface="Oracle Sans Tab"/>
                <a:cs typeface="Oracle Sans Tab"/>
              </a:defRPr>
            </a:lvl1pPr>
          </a:lstStyle>
          <a:p xmlns:a="http://schemas.openxmlformats.org/drawingml/2006/main">
            <a:r>
              <a:t>Title</a:t>
            </a:r>
          </a:p>
        </p:txBody>
      </p:sp>
      <p:sp>
        <p:nvSpPr>
          <p:cNvPr id="9" name="Content">
            <a:extLst xmlns:a="http://schemas.openxmlformats.org/drawingml/2006/main">
              <a:ext uri="{FF2B5EF4-FFF2-40B4-BE49-F238E27FC236}">
                <a16:creationId xmlns:a16="http://schemas.microsoft.com/office/drawing/2014/main" id="{B95271D6-CF2C-D8C3-F7FB-D555FC2D9469}"/>
              </a:ext>
            </a:extLst>
          </p:cNvPr>
          <p:cNvSpPr>
            <a:spLocks xmlns:a="http://schemas.openxmlformats.org/drawingml/2006/main" noGrp="1"/>
          </p:cNvSpPr>
          <p:nvPr>
            <p:ph idx="14"/>
          </p:nvPr>
        </p:nvSpPr>
        <p:spPr>
          <a:xfrm xmlns:a="http://schemas.openxmlformats.org/drawingml/2006/main">
            <a:off x="766762" y="1600199"/>
            <a:ext cx="10671048" cy="4507992"/>
          </a:xfrm>
        </p:spPr>
        <p:txBody>
          <a:bodyPr xmlns:a="http://schemas.openxmlformats.org/drawingml/2006/main"/>
          <a:lstStyle xmlns:a="http://schemas.openxmlformats.org/drawingml/2006/main">
            <a:lvl1pPr>
              <a:lnSpc>
                <a:spcPct val="100000"/>
              </a:lnSpc>
              <a:buNone/>
              <a:defRPr sz="1600" b="0" i="0">
                <a:latin typeface="Oracle Sans Tab"/>
                <a:ea typeface="Oracle Sans Tab"/>
                <a:cs typeface="Oracle Sans Tab"/>
              </a:defRPr>
            </a:lvl1pPr>
            <a:lvl2pPr>
              <a:lnSpc>
                <a:spcPct val="100000"/>
              </a:lnSpc>
              <a:buNone/>
              <a:defRPr sz="1600" b="0" i="0">
                <a:latin typeface="Oracle Sans Tab"/>
                <a:ea typeface="Oracle Sans Tab"/>
                <a:cs typeface="Oracle Sans Tab"/>
              </a:defRPr>
            </a:lvl2pPr>
            <a:lvl3pPr>
              <a:lnSpc>
                <a:spcPct val="100000"/>
              </a:lnSpc>
              <a:buNone/>
              <a:defRPr sz="1600" b="0" i="0">
                <a:latin typeface="Oracle Sans Tab"/>
                <a:ea typeface="Oracle Sans Tab"/>
                <a:cs typeface="Oracle Sans Tab"/>
              </a:defRPr>
            </a:lvl3pPr>
            <a:lvl4pPr>
              <a:lnSpc>
                <a:spcPct val="100000"/>
              </a:lnSpc>
              <a:buNone/>
              <a:defRPr sz="1600" b="0" i="0">
                <a:latin typeface="Oracle Sans Tab"/>
                <a:ea typeface="Oracle Sans Tab"/>
                <a:cs typeface="Oracle Sans Tab"/>
              </a:defRPr>
            </a:lvl4pPr>
            <a:lvl5pPr>
              <a:lnSpc>
                <a:spcPct val="100000"/>
              </a:lnSpc>
              <a:buNone/>
              <a:defRPr sz="1600" b="0" i="0">
                <a:latin typeface="Oracle Sans Tab"/>
                <a:ea typeface="Oracle Sans Tab"/>
                <a:cs typeface="Oracle Sans Tab"/>
              </a:defRPr>
            </a:lvl5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8" name="Slide Number Placeholder 7">
            <a:extLst xmlns:a="http://schemas.openxmlformats.org/drawingml/2006/main">
              <a:ext uri="{FF2B5EF4-FFF2-40B4-BE49-F238E27FC236}">
                <a16:creationId xmlns:a16="http://schemas.microsoft.com/office/drawing/2014/main" id="{7A59FA82-C146-45DF-AE7B-4B5698706BEA}"/>
              </a:ext>
            </a:extLst>
          </p:cNvPr>
          <p:cNvSpPr>
            <a:spLocks xmlns:a="http://schemas.openxmlformats.org/drawingml/2006/main" noGrp="1"/>
          </p:cNvSpPr>
          <p:nvPr>
            <p:ph type="sldNum" idx="17"/>
          </p:nvPr>
        </p:nvSpPr>
        <p:spPr/>
        <p:txBody>
          <a:bodyPr xmlns:a="http://schemas.openxmlformats.org/drawingml/2006/main"/>
          <a:lstStyle xmlns:a="http://schemas.openxmlformats.org/drawingml/2006/main">
            <a:lvl1pPr>
              <a:buNone/>
              <a:defRPr>
                <a:solidFill>
                  <a:srgbClr val="514C47"/>
                </a:solidFill>
              </a:defRPr>
            </a:lvl1pPr>
          </a:lstStyle>
          <a:p xmlns:a="http://schemas.openxmlformats.org/drawingml/2006/main">
            <a:fld id="{345D60D9-5372-5F40-9443-0F9AE5BDC3C8}" type="slidenum">
              <a:t>‹#›</a:t>
            </a:fld>
            <a:endParaRPr/>
          </a:p>
        </p:txBody>
      </p:sp>
      <p:sp>
        <p:nvSpPr>
          <p:cNvPr id="7" name="Footer Placeholder 6">
            <a:extLst xmlns:a="http://schemas.openxmlformats.org/drawingml/2006/main">
              <a:ext uri="{FF2B5EF4-FFF2-40B4-BE49-F238E27FC236}">
                <a16:creationId xmlns:a16="http://schemas.microsoft.com/office/drawing/2014/main" id="{E2CE12F3-375D-4B05-A71D-DA14DF8ADB8E}"/>
              </a:ext>
            </a:extLst>
          </p:cNvPr>
          <p:cNvSpPr>
            <a:spLocks xmlns:a="http://schemas.openxmlformats.org/drawingml/2006/main" noGrp="1"/>
          </p:cNvSpPr>
          <p:nvPr>
            <p:ph type="ftr" idx="16"/>
          </p:nvPr>
        </p:nvSpPr>
        <p:spPr/>
        <p:txBody>
          <a:bodyPr xmlns:a="http://schemas.openxmlformats.org/drawingml/2006/main"/>
          <a:lstStyle xmlns:a="http://schemas.openxmlformats.org/drawingml/2006/main">
            <a:lvl1pPr>
              <a:buNone/>
              <a:defRPr>
                <a:solidFill>
                  <a:srgbClr val="514C47"/>
                </a:solidFill>
              </a:defRPr>
            </a:lvl1pPr>
          </a:lstStyle>
          <a:p xmlns:a="http://schemas.openxmlformats.org/drawingml/2006/main">
            <a:r>
              <a:t>Copyright © 2025, Oracle and/or its affiliates |  Confidential: Internal/Restricted/Highly Restricted</a:t>
            </a:r>
            <a:endParaRPr/>
          </a:p>
        </p:txBody>
      </p:sp>
      <p:sp>
        <p:nvSpPr>
          <p:cNvPr id="5" name="Date Placeholder 4">
            <a:extLst xmlns:a="http://schemas.openxmlformats.org/drawingml/2006/main">
              <a:ext uri="{FF2B5EF4-FFF2-40B4-BE49-F238E27FC236}">
                <a16:creationId xmlns:a16="http://schemas.microsoft.com/office/drawing/2014/main" id="{48C5C278-52DE-4C8A-933B-1109B3282E51}"/>
              </a:ext>
            </a:extLst>
          </p:cNvPr>
          <p:cNvSpPr>
            <a:spLocks xmlns:a="http://schemas.openxmlformats.org/drawingml/2006/main" noGrp="1"/>
          </p:cNvSpPr>
          <p:nvPr>
            <p:ph type="dt" idx="15"/>
          </p:nvPr>
        </p:nvSpPr>
        <p:spPr/>
        <p:txBody>
          <a:bodyPr xmlns:a="http://schemas.openxmlformats.org/drawingml/2006/main"/>
          <a:lstStyle xmlns:a="http://schemas.openxmlformats.org/drawingml/2006/main">
            <a:lvl1pPr>
              <a:buNone/>
              <a:defRPr>
                <a:solidFill>
                  <a:srgbClr val="514C47"/>
                </a:solidFill>
              </a:defRPr>
            </a:lvl1pPr>
          </a:lstStyle>
          <a:p xmlns:a="http://schemas.openxmlformats.org/drawingml/2006/main">
            <a:r>
              <a:t>[Date]</a:t>
            </a:r>
            <a:endParaRPr/>
          </a:p>
        </p:txBody>
      </p:sp>
      <p:sp>
        <p:nvSpPr>
          <p:cNvPr id="3" name="Subtitle">
            <a:extLst xmlns:a="http://schemas.openxmlformats.org/drawingml/2006/main">
              <a:ext uri="{FF2B5EF4-FFF2-40B4-BE49-F238E27FC236}">
                <a16:creationId xmlns:a16="http://schemas.microsoft.com/office/drawing/2014/main" id="{B28271ED-B1CF-9F0D-4AA0-883D80DEDBF0}"/>
              </a:ext>
            </a:extLst>
          </p:cNvPr>
          <p:cNvSpPr>
            <a:spLocks xmlns:a="http://schemas.openxmlformats.org/drawingml/2006/main" noGrp="1"/>
          </p:cNvSpPr>
          <p:nvPr>
            <p:ph type="body" idx="11" hasCustomPrompt="1"/>
          </p:nvPr>
        </p:nvSpPr>
        <p:spPr>
          <a:xfrm xmlns:a="http://schemas.openxmlformats.org/drawingml/2006/main">
            <a:off x="766763" y="1009904"/>
            <a:ext cx="10671048" cy="330540"/>
          </a:xfrm>
          <a:prstGeom xmlns:a="http://schemas.openxmlformats.org/drawingml/2006/main" prst="rect">
            <a:avLst/>
          </a:prstGeom>
        </p:spPr>
        <p:txBody>
          <a:bodyPr xmlns:a="http://schemas.openxmlformats.org/drawingml/2006/main" lIns="0">
            <a:noAutofit/>
          </a:bodyPr>
          <a:lstStyle xmlns:a="http://schemas.openxmlformats.org/drawingml/2006/main">
            <a:lvl1pPr marL="0" indent="0">
              <a:lnSpc>
                <a:spcPct val="100000"/>
              </a:lnSpc>
              <a:spcAft>
                <a:spcPts val="0"/>
              </a:spcAft>
              <a:buNone/>
              <a:defRPr sz="2000" b="0" i="0">
                <a:latin typeface="Oracle Sans Tab"/>
                <a:ea typeface="Oracle Sans Tab"/>
                <a:cs typeface="Oracle Sans Tab"/>
              </a:defRPr>
            </a:lvl1pPr>
          </a:lstStyle>
          <a:p xmlns:a="http://schemas.openxmlformats.org/drawingml/2006/main">
            <a:pPr lvl="0">
              <a:buNone/>
            </a:pPr>
            <a:r>
              <a:t>Subtitle</a:t>
            </a:r>
          </a:p>
        </p:txBody>
      </p:sp>
    </p:spTree>
  </p:cSld>
</p:sldLayout>
</file>

<file path=ppt/slideLayouts/slideLayout66.xml><?xml version="1.0" encoding="utf-8"?>
<p:sldLayout xmlns:p="http://schemas.openxmlformats.org/presentationml/2006/main" preserve="1" userDrawn="1">
  <p:cSld name="Dark - Title/Subtitle 1 Column">
    <p:bg>
      <p:bgRef idx="1001">
        <a:schemeClr xmlns:a="http://schemas.openxmlformats.org/drawingml/2006/main" val="bg2"/>
      </p:bgRef>
    </p:bg>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C3E68516-E3E0-4F22-9EB7-1A85E1D3B5A1}"/>
              </a:ext>
            </a:extLst>
          </p:cNvPr>
          <p:cNvSpPr>
            <a:spLocks xmlns:a="http://schemas.openxmlformats.org/drawingml/2006/main" noGrp="1"/>
          </p:cNvSpPr>
          <p:nvPr>
            <p:ph type="title" idx="0" hasCustomPrompt="1"/>
          </p:nvPr>
        </p:nvSpPr>
        <p:spPr/>
        <p:txBody>
          <a:bodyPr xmlns:a="http://schemas.openxmlformats.org/drawingml/2006/main"/>
          <a:lstStyle xmlns:a="http://schemas.openxmlformats.org/drawingml/2006/main">
            <a:lvl1pPr>
              <a:lnSpc>
                <a:spcPct val="100000"/>
              </a:lnSpc>
              <a:buNone/>
              <a:defRPr b="1" i="0">
                <a:latin typeface="Oracle Sans Tab"/>
                <a:ea typeface="Oracle Sans Tab"/>
                <a:cs typeface="Oracle Sans Tab"/>
              </a:defRPr>
            </a:lvl1pPr>
          </a:lstStyle>
          <a:p xmlns:a="http://schemas.openxmlformats.org/drawingml/2006/main">
            <a:r>
              <a:t>Title</a:t>
            </a:r>
          </a:p>
        </p:txBody>
      </p:sp>
      <p:sp>
        <p:nvSpPr>
          <p:cNvPr id="3" name="Subtitle">
            <a:extLst xmlns:a="http://schemas.openxmlformats.org/drawingml/2006/main">
              <a:ext uri="{FF2B5EF4-FFF2-40B4-BE49-F238E27FC236}">
                <a16:creationId xmlns:a16="http://schemas.microsoft.com/office/drawing/2014/main" id="{46A3BF75-E03A-3149-A8B6-C22593F32B62}"/>
              </a:ext>
            </a:extLst>
          </p:cNvPr>
          <p:cNvSpPr>
            <a:spLocks xmlns:a="http://schemas.openxmlformats.org/drawingml/2006/main" noGrp="1"/>
          </p:cNvSpPr>
          <p:nvPr>
            <p:ph type="body" idx="11" hasCustomPrompt="1"/>
          </p:nvPr>
        </p:nvSpPr>
        <p:spPr>
          <a:xfrm xmlns:a="http://schemas.openxmlformats.org/drawingml/2006/main">
            <a:off x="766763" y="1009904"/>
            <a:ext cx="10671048" cy="330540"/>
          </a:xfrm>
          <a:prstGeom xmlns:a="http://schemas.openxmlformats.org/drawingml/2006/main" prst="rect">
            <a:avLst/>
          </a:prstGeom>
        </p:spPr>
        <p:txBody>
          <a:bodyPr xmlns:a="http://schemas.openxmlformats.org/drawingml/2006/main" lIns="0">
            <a:noAutofit/>
          </a:bodyPr>
          <a:lstStyle xmlns:a="http://schemas.openxmlformats.org/drawingml/2006/main">
            <a:lvl1pPr marL="0" indent="0">
              <a:lnSpc>
                <a:spcPct val="100000"/>
              </a:lnSpc>
              <a:spcAft>
                <a:spcPts val="0"/>
              </a:spcAft>
              <a:buNone/>
              <a:defRPr sz="2000" b="0" i="0">
                <a:latin typeface="Oracle Sans Tab"/>
                <a:ea typeface="Oracle Sans Tab"/>
                <a:cs typeface="Oracle Sans Tab"/>
              </a:defRPr>
            </a:lvl1pPr>
          </a:lstStyle>
          <a:p xmlns:a="http://schemas.openxmlformats.org/drawingml/2006/main">
            <a:pPr lvl="0">
              <a:buNone/>
            </a:pPr>
            <a:r>
              <a:t>Subtitle</a:t>
            </a:r>
          </a:p>
        </p:txBody>
      </p:sp>
      <p:sp>
        <p:nvSpPr>
          <p:cNvPr id="6" name="Content">
            <a:extLst xmlns:a="http://schemas.openxmlformats.org/drawingml/2006/main">
              <a:ext uri="{FF2B5EF4-FFF2-40B4-BE49-F238E27FC236}">
                <a16:creationId xmlns:a16="http://schemas.microsoft.com/office/drawing/2014/main" id="{238CEDEE-F37B-4496-9270-0479A31C9762}"/>
              </a:ext>
            </a:extLst>
          </p:cNvPr>
          <p:cNvSpPr>
            <a:spLocks xmlns:a="http://schemas.openxmlformats.org/drawingml/2006/main" noGrp="1"/>
          </p:cNvSpPr>
          <p:nvPr>
            <p:ph idx="14"/>
          </p:nvPr>
        </p:nvSpPr>
        <p:spPr>
          <a:xfrm xmlns:a="http://schemas.openxmlformats.org/drawingml/2006/main">
            <a:off x="766763" y="1600199"/>
            <a:ext cx="10671175" cy="4507992"/>
          </a:xfrm>
        </p:spPr>
        <p:txBody>
          <a:bodyPr xmlns:a="http://schemas.openxmlformats.org/drawingml/2006/main"/>
          <a:lstStyle xmlns:a="http://schemas.openxmlformats.org/drawingml/2006/main">
            <a:lvl1pPr>
              <a:lnSpc>
                <a:spcPct val="100000"/>
              </a:lnSpc>
              <a:buNone/>
              <a:defRPr sz="1600" b="0" i="0">
                <a:latin typeface="Oracle Sans Tab"/>
                <a:ea typeface="Oracle Sans Tab"/>
                <a:cs typeface="Oracle Sans Tab"/>
              </a:defRPr>
            </a:lvl1pPr>
            <a:lvl2pPr>
              <a:lnSpc>
                <a:spcPct val="100000"/>
              </a:lnSpc>
              <a:buNone/>
              <a:defRPr sz="1600" b="0" i="0">
                <a:latin typeface="Oracle Sans Tab"/>
                <a:ea typeface="Oracle Sans Tab"/>
                <a:cs typeface="Oracle Sans Tab"/>
              </a:defRPr>
            </a:lvl2pPr>
            <a:lvl3pPr marL="547688" indent="-182563">
              <a:lnSpc>
                <a:spcPct val="100000"/>
              </a:lnSpc>
              <a:buFont typeface="System Font Regular"/>
              <a:buChar char="-"/>
              <a:defRPr sz="1600" b="0" i="0">
                <a:latin typeface="Oracle Sans Tab"/>
                <a:ea typeface="Oracle Sans Tab"/>
                <a:cs typeface="Oracle Sans Tab"/>
              </a:defRPr>
            </a:lvl3pPr>
            <a:lvl4pPr>
              <a:lnSpc>
                <a:spcPct val="100000"/>
              </a:lnSpc>
              <a:buNone/>
              <a:defRPr sz="1600" b="0" i="0">
                <a:latin typeface="Oracle Sans Tab"/>
                <a:ea typeface="Oracle Sans Tab"/>
                <a:cs typeface="Oracle Sans Tab"/>
              </a:defRPr>
            </a:lvl4pPr>
            <a:lvl5pPr marL="914400" indent="-182880">
              <a:lnSpc>
                <a:spcPct val="100000"/>
              </a:lnSpc>
              <a:buFont typeface="System Font Regular"/>
              <a:buChar char="-"/>
              <a:defRPr sz="1600" b="0" i="0">
                <a:latin typeface="Oracle Sans Tab"/>
                <a:ea typeface="Oracle Sans Tab"/>
                <a:cs typeface="Oracle Sans Tab"/>
              </a:defRPr>
            </a:lvl5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8" name="Slide Number Placeholder 7">
            <a:extLst xmlns:a="http://schemas.openxmlformats.org/drawingml/2006/main">
              <a:ext uri="{FF2B5EF4-FFF2-40B4-BE49-F238E27FC236}">
                <a16:creationId xmlns:a16="http://schemas.microsoft.com/office/drawing/2014/main" id="{657290E2-8EA8-4572-BB48-C18007201785}"/>
              </a:ext>
            </a:extLst>
          </p:cNvPr>
          <p:cNvSpPr>
            <a:spLocks xmlns:a="http://schemas.openxmlformats.org/drawingml/2006/main" noGrp="1"/>
          </p:cNvSpPr>
          <p:nvPr>
            <p:ph type="sldNum" idx="17"/>
          </p:nvPr>
        </p:nvSpPr>
        <p:spPr/>
        <p:txBody>
          <a:bodyPr xmlns:a="http://schemas.openxmlformats.org/drawingml/2006/main"/>
          <a:lstStyle xmlns:a="http://schemas.openxmlformats.org/drawingml/2006/main">
            <a:lvl1pPr>
              <a:buNone/>
              <a:defRPr>
                <a:solidFill>
                  <a:srgbClr val="AEA8A2"/>
                </a:solidFill>
              </a:defRPr>
            </a:lvl1pPr>
          </a:lstStyle>
          <a:p xmlns:a="http://schemas.openxmlformats.org/drawingml/2006/main">
            <a:fld id="{345D60D9-5372-5F40-9443-0F9AE5BDC3C8}" type="slidenum">
              <a:t>‹#›</a:t>
            </a:fld>
            <a:endParaRPr/>
          </a:p>
        </p:txBody>
      </p:sp>
      <p:sp>
        <p:nvSpPr>
          <p:cNvPr id="7" name="Footer Placeholder 6">
            <a:extLst xmlns:a="http://schemas.openxmlformats.org/drawingml/2006/main">
              <a:ext uri="{FF2B5EF4-FFF2-40B4-BE49-F238E27FC236}">
                <a16:creationId xmlns:a16="http://schemas.microsoft.com/office/drawing/2014/main" id="{C1A7F3B8-F794-4AF5-B07B-32A3084A6AB2}"/>
              </a:ext>
            </a:extLst>
          </p:cNvPr>
          <p:cNvSpPr>
            <a:spLocks xmlns:a="http://schemas.openxmlformats.org/drawingml/2006/main" noGrp="1"/>
          </p:cNvSpPr>
          <p:nvPr>
            <p:ph type="ftr" idx="16"/>
          </p:nvPr>
        </p:nvSpPr>
        <p:spPr/>
        <p:txBody>
          <a:bodyPr xmlns:a="http://schemas.openxmlformats.org/drawingml/2006/main"/>
          <a:lstStyle xmlns:a="http://schemas.openxmlformats.org/drawingml/2006/main">
            <a:lvl1pPr>
              <a:buNone/>
              <a:defRPr>
                <a:solidFill>
                  <a:srgbClr val="AEA8A2"/>
                </a:solidFill>
              </a:defRPr>
            </a:lvl1pPr>
          </a:lstStyle>
          <a:p xmlns:a="http://schemas.openxmlformats.org/drawingml/2006/main">
            <a:r>
              <a:t>Copyright © 2025, Oracle and/or its affiliates |  Confidential: Internal/Restricted/Highly Restricted</a:t>
            </a:r>
            <a:endParaRPr/>
          </a:p>
        </p:txBody>
      </p:sp>
      <p:sp>
        <p:nvSpPr>
          <p:cNvPr id="5" name="Date Placeholder 4">
            <a:extLst xmlns:a="http://schemas.openxmlformats.org/drawingml/2006/main">
              <a:ext uri="{FF2B5EF4-FFF2-40B4-BE49-F238E27FC236}">
                <a16:creationId xmlns:a16="http://schemas.microsoft.com/office/drawing/2014/main" id="{7A72FE7D-30FF-45E2-9F8B-D073887C33E8}"/>
              </a:ext>
            </a:extLst>
          </p:cNvPr>
          <p:cNvSpPr>
            <a:spLocks xmlns:a="http://schemas.openxmlformats.org/drawingml/2006/main" noGrp="1"/>
          </p:cNvSpPr>
          <p:nvPr>
            <p:ph type="dt" idx="15"/>
          </p:nvPr>
        </p:nvSpPr>
        <p:spPr/>
        <p:txBody>
          <a:bodyPr xmlns:a="http://schemas.openxmlformats.org/drawingml/2006/main"/>
          <a:lstStyle xmlns:a="http://schemas.openxmlformats.org/drawingml/2006/main">
            <a:lvl1pPr>
              <a:buNone/>
              <a:defRPr>
                <a:solidFill>
                  <a:srgbClr val="AEA8A2"/>
                </a:solidFill>
              </a:defRPr>
            </a:lvl1pPr>
          </a:lstStyle>
          <a:p xmlns:a="http://schemas.openxmlformats.org/drawingml/2006/main">
            <a:r>
              <a:t>[Date]</a:t>
            </a:r>
            <a:endParaRPr/>
          </a:p>
        </p:txBody>
      </p:sp>
    </p:spTree>
  </p:cSld>
</p:sldLayout>
</file>

<file path=ppt/slideLayouts/slideLayout67.xml><?xml version="1.0" encoding="utf-8"?>
<p:sldLayout xmlns:p="http://schemas.openxmlformats.org/presentationml/2006/main" preserve="1" userDrawn="1">
  <p:cSld name="Light - Title/Subtitle 2 Column">
    <p:bg>
      <p:bgRef idx="1001">
        <a:schemeClr xmlns:a="http://schemas.openxmlformats.org/drawingml/2006/main" val="bg2"/>
      </p:bgRef>
    </p:bg>
    <p:spTree>
      <p:nvGrpSpPr>
        <p:cNvPr id="1" name=""/>
        <p:cNvGrpSpPr/>
        <p:nvPr/>
      </p:nvGrpSpPr>
      <p:grpSpPr>
        <a:xfrm xmlns:a="http://schemas.openxmlformats.org/drawingml/2006/main"/>
      </p:grpSpPr>
      <p:sp>
        <p:nvSpPr>
          <p:cNvPr id="5" name="Title 4">
            <a:extLst xmlns:a="http://schemas.openxmlformats.org/drawingml/2006/main">
              <a:ext uri="{FF2B5EF4-FFF2-40B4-BE49-F238E27FC236}">
                <a16:creationId xmlns:a16="http://schemas.microsoft.com/office/drawing/2014/main" id="{D69740FE-E1B8-466B-970A-4E081BCA3143}"/>
              </a:ext>
            </a:extLst>
          </p:cNvPr>
          <p:cNvSpPr>
            <a:spLocks xmlns:a="http://schemas.openxmlformats.org/drawingml/2006/main" noGrp="1"/>
          </p:cNvSpPr>
          <p:nvPr>
            <p:ph type="title" idx="0" hasCustomPrompt="1"/>
          </p:nvPr>
        </p:nvSpPr>
        <p:spPr/>
        <p:txBody>
          <a:bodyPr xmlns:a="http://schemas.openxmlformats.org/drawingml/2006/main"/>
          <a:lstStyle xmlns:a="http://schemas.openxmlformats.org/drawingml/2006/main">
            <a:lvl1pPr>
              <a:lnSpc>
                <a:spcPct val="100000"/>
              </a:lnSpc>
              <a:buNone/>
              <a:defRPr b="1" i="0">
                <a:solidFill>
                  <a:schemeClr val="tx1"/>
                </a:solidFill>
                <a:latin typeface="Oracle Sans Tab"/>
                <a:ea typeface="Oracle Sans Tab"/>
                <a:cs typeface="Oracle Sans Tab"/>
              </a:defRPr>
            </a:lvl1pPr>
          </a:lstStyle>
          <a:p xmlns:a="http://schemas.openxmlformats.org/drawingml/2006/main">
            <a:r>
              <a:t>Title</a:t>
            </a:r>
          </a:p>
        </p:txBody>
      </p:sp>
      <p:sp>
        <p:nvSpPr>
          <p:cNvPr id="2" name="Content">
            <a:extLst xmlns:a="http://schemas.openxmlformats.org/drawingml/2006/main">
              <a:ext uri="{FF2B5EF4-FFF2-40B4-BE49-F238E27FC236}">
                <a16:creationId xmlns:a16="http://schemas.microsoft.com/office/drawing/2014/main" id="{002F888E-0FBB-6617-9462-4201B11F2A44}"/>
              </a:ext>
            </a:extLst>
          </p:cNvPr>
          <p:cNvSpPr>
            <a:spLocks xmlns:a="http://schemas.openxmlformats.org/drawingml/2006/main" noGrp="1"/>
          </p:cNvSpPr>
          <p:nvPr>
            <p:ph idx="14"/>
          </p:nvPr>
        </p:nvSpPr>
        <p:spPr>
          <a:xfrm xmlns:a="http://schemas.openxmlformats.org/drawingml/2006/main">
            <a:off x="766762" y="1600199"/>
            <a:ext cx="5084064" cy="4507992"/>
          </a:xfrm>
        </p:spPr>
        <p:txBody>
          <a:bodyPr xmlns:a="http://schemas.openxmlformats.org/drawingml/2006/main"/>
          <a:lstStyle xmlns:a="http://schemas.openxmlformats.org/drawingml/2006/main">
            <a:lvl1pPr>
              <a:lnSpc>
                <a:spcPct val="100000"/>
              </a:lnSpc>
              <a:buNone/>
              <a:defRPr sz="1600" b="0" i="0">
                <a:solidFill>
                  <a:schemeClr val="tx1"/>
                </a:solidFill>
                <a:latin typeface="Oracle Sans Tab"/>
                <a:ea typeface="Oracle Sans Tab"/>
                <a:cs typeface="Oracle Sans Tab"/>
              </a:defRPr>
            </a:lvl1pPr>
            <a:lvl2pPr>
              <a:lnSpc>
                <a:spcPct val="100000"/>
              </a:lnSpc>
              <a:buNone/>
              <a:defRPr sz="1600" b="0" i="0">
                <a:solidFill>
                  <a:schemeClr val="tx1"/>
                </a:solidFill>
                <a:latin typeface="Oracle Sans Tab"/>
                <a:ea typeface="Oracle Sans Tab"/>
                <a:cs typeface="Oracle Sans Tab"/>
              </a:defRPr>
            </a:lvl2pPr>
            <a:lvl3pPr>
              <a:lnSpc>
                <a:spcPct val="100000"/>
              </a:lnSpc>
              <a:buNone/>
              <a:defRPr sz="1600" b="0" i="0">
                <a:solidFill>
                  <a:schemeClr val="tx1"/>
                </a:solidFill>
                <a:latin typeface="Oracle Sans Tab"/>
                <a:ea typeface="Oracle Sans Tab"/>
                <a:cs typeface="Oracle Sans Tab"/>
              </a:defRPr>
            </a:lvl3pPr>
            <a:lvl4pPr>
              <a:lnSpc>
                <a:spcPct val="100000"/>
              </a:lnSpc>
              <a:buNone/>
              <a:defRPr sz="1600" b="0" i="0">
                <a:solidFill>
                  <a:schemeClr val="tx1"/>
                </a:solidFill>
                <a:latin typeface="Oracle Sans Tab"/>
                <a:ea typeface="Oracle Sans Tab"/>
                <a:cs typeface="Oracle Sans Tab"/>
              </a:defRPr>
            </a:lvl4pPr>
            <a:lvl5pPr>
              <a:lnSpc>
                <a:spcPct val="100000"/>
              </a:lnSpc>
              <a:buNone/>
              <a:defRPr sz="1600" b="0" i="0">
                <a:solidFill>
                  <a:schemeClr val="tx1"/>
                </a:solidFill>
                <a:latin typeface="Oracle Sans Tab"/>
                <a:ea typeface="Oracle Sans Tab"/>
                <a:cs typeface="Oracle Sans Tab"/>
              </a:defRPr>
            </a:lvl5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15" name="Column Divider">
            <a:extLst xmlns:a="http://schemas.openxmlformats.org/drawingml/2006/main">
              <a:ext uri="{FF2B5EF4-FFF2-40B4-BE49-F238E27FC236}">
                <a16:creationId xmlns:a16="http://schemas.microsoft.com/office/drawing/2014/main" id="{B675A090-5957-49E9-8E6A-497C32C612AE}"/>
              </a:ext>
            </a:extLst>
          </p:cNvPr>
          <p:cNvSpPr>
            <a:spLocks xmlns:a="http://schemas.openxmlformats.org/drawingml/2006/main" noGrp="1"/>
          </p:cNvSpPr>
          <p:nvPr/>
        </p:nvSpPr>
        <p:spPr>
          <a:xfrm xmlns:a="http://schemas.openxmlformats.org/drawingml/2006/main">
            <a:off x="6109577" y="1608575"/>
            <a:ext cx="0" cy="4507992"/>
          </a:xfrm>
          <a:prstGeom xmlns:a="http://schemas.openxmlformats.org/drawingml/2006/main" prst="line">
            <a:avLst/>
          </a:prstGeom>
          <a:ln xmlns:a="http://schemas.openxmlformats.org/drawingml/2006/main" w="12700">
            <a:solidFill>
              <a:srgbClr val="8B8580">
                <a:alpha val="25000"/>
              </a:srgbClr>
            </a:solidFill>
            <a:prstDash val="solid"/>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sp>
      <p:sp>
        <p:nvSpPr>
          <p:cNvPr id="3" name="Content">
            <a:extLst xmlns:a="http://schemas.openxmlformats.org/drawingml/2006/main">
              <a:ext uri="{FF2B5EF4-FFF2-40B4-BE49-F238E27FC236}">
                <a16:creationId xmlns:a16="http://schemas.microsoft.com/office/drawing/2014/main" id="{4F57E862-706F-9432-1E5B-C66745958B78}"/>
              </a:ext>
            </a:extLst>
          </p:cNvPr>
          <p:cNvSpPr>
            <a:spLocks xmlns:a="http://schemas.openxmlformats.org/drawingml/2006/main" noGrp="1"/>
          </p:cNvSpPr>
          <p:nvPr>
            <p:ph idx="19"/>
          </p:nvPr>
        </p:nvSpPr>
        <p:spPr>
          <a:xfrm xmlns:a="http://schemas.openxmlformats.org/drawingml/2006/main">
            <a:off x="6370317" y="1600220"/>
            <a:ext cx="5084064" cy="4507992"/>
          </a:xfrm>
        </p:spPr>
        <p:txBody>
          <a:bodyPr xmlns:a="http://schemas.openxmlformats.org/drawingml/2006/main"/>
          <a:lstStyle xmlns:a="http://schemas.openxmlformats.org/drawingml/2006/main">
            <a:lvl1pPr>
              <a:lnSpc>
                <a:spcPct val="100000"/>
              </a:lnSpc>
              <a:buNone/>
              <a:defRPr sz="1600" b="0" i="0">
                <a:solidFill>
                  <a:schemeClr val="tx1"/>
                </a:solidFill>
                <a:latin typeface="Oracle Sans Tab"/>
                <a:ea typeface="Oracle Sans Tab"/>
                <a:cs typeface="Oracle Sans Tab"/>
              </a:defRPr>
            </a:lvl1pPr>
            <a:lvl2pPr>
              <a:lnSpc>
                <a:spcPct val="100000"/>
              </a:lnSpc>
              <a:buNone/>
              <a:defRPr sz="1600" b="0" i="0">
                <a:solidFill>
                  <a:schemeClr val="tx1"/>
                </a:solidFill>
                <a:latin typeface="Oracle Sans Tab"/>
                <a:ea typeface="Oracle Sans Tab"/>
                <a:cs typeface="Oracle Sans Tab"/>
              </a:defRPr>
            </a:lvl2pPr>
            <a:lvl3pPr>
              <a:lnSpc>
                <a:spcPct val="100000"/>
              </a:lnSpc>
              <a:buNone/>
              <a:defRPr sz="1600" b="0" i="0">
                <a:solidFill>
                  <a:schemeClr val="tx1"/>
                </a:solidFill>
                <a:latin typeface="Oracle Sans Tab"/>
                <a:ea typeface="Oracle Sans Tab"/>
                <a:cs typeface="Oracle Sans Tab"/>
              </a:defRPr>
            </a:lvl3pPr>
            <a:lvl4pPr>
              <a:lnSpc>
                <a:spcPct val="100000"/>
              </a:lnSpc>
              <a:buNone/>
              <a:defRPr sz="1600" b="0" i="0">
                <a:solidFill>
                  <a:schemeClr val="tx1"/>
                </a:solidFill>
                <a:latin typeface="Oracle Sans Tab"/>
                <a:ea typeface="Oracle Sans Tab"/>
                <a:cs typeface="Oracle Sans Tab"/>
              </a:defRPr>
            </a:lvl4pPr>
            <a:lvl5pPr>
              <a:lnSpc>
                <a:spcPct val="100000"/>
              </a:lnSpc>
              <a:buNone/>
              <a:defRPr sz="1600" b="0" i="0">
                <a:solidFill>
                  <a:schemeClr val="tx1"/>
                </a:solidFill>
                <a:latin typeface="Oracle Sans Tab"/>
                <a:ea typeface="Oracle Sans Tab"/>
                <a:cs typeface="Oracle Sans Tab"/>
              </a:defRPr>
            </a:lvl5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9" name="Slide Number Placeholder 8">
            <a:extLst xmlns:a="http://schemas.openxmlformats.org/drawingml/2006/main">
              <a:ext uri="{FF2B5EF4-FFF2-40B4-BE49-F238E27FC236}">
                <a16:creationId xmlns:a16="http://schemas.microsoft.com/office/drawing/2014/main" id="{424C32FC-D616-45B7-A051-90859CE92D73}"/>
              </a:ext>
            </a:extLst>
          </p:cNvPr>
          <p:cNvSpPr>
            <a:spLocks xmlns:a="http://schemas.openxmlformats.org/drawingml/2006/main" noGrp="1"/>
          </p:cNvSpPr>
          <p:nvPr>
            <p:ph type="sldNum" idx="18"/>
          </p:nvPr>
        </p:nvSpPr>
        <p:spPr/>
        <p:txBody>
          <a:bodyPr xmlns:a="http://schemas.openxmlformats.org/drawingml/2006/main"/>
          <a:lstStyle xmlns:a="http://schemas.openxmlformats.org/drawingml/2006/main">
            <a:lvl1pPr>
              <a:buNone/>
              <a:defRPr>
                <a:solidFill>
                  <a:srgbClr val="514C47"/>
                </a:solidFill>
              </a:defRPr>
            </a:lvl1pPr>
          </a:lstStyle>
          <a:p xmlns:a="http://schemas.openxmlformats.org/drawingml/2006/main">
            <a:fld id="{345D60D9-5372-5F40-9443-0F9AE5BDC3C8}" type="slidenum">
              <a:t>‹#›</a:t>
            </a:fld>
            <a:endParaRPr/>
          </a:p>
        </p:txBody>
      </p:sp>
      <p:sp>
        <p:nvSpPr>
          <p:cNvPr id="8" name="Footer Placeholder 7">
            <a:extLst xmlns:a="http://schemas.openxmlformats.org/drawingml/2006/main">
              <a:ext uri="{FF2B5EF4-FFF2-40B4-BE49-F238E27FC236}">
                <a16:creationId xmlns:a16="http://schemas.microsoft.com/office/drawing/2014/main" id="{48F71CDA-982A-476F-ADB7-47031714FD6F}"/>
              </a:ext>
            </a:extLst>
          </p:cNvPr>
          <p:cNvSpPr>
            <a:spLocks xmlns:a="http://schemas.openxmlformats.org/drawingml/2006/main" noGrp="1"/>
          </p:cNvSpPr>
          <p:nvPr>
            <p:ph type="ftr" idx="17"/>
          </p:nvPr>
        </p:nvSpPr>
        <p:spPr/>
        <p:txBody>
          <a:bodyPr xmlns:a="http://schemas.openxmlformats.org/drawingml/2006/main"/>
          <a:lstStyle xmlns:a="http://schemas.openxmlformats.org/drawingml/2006/main">
            <a:lvl1pPr>
              <a:buNone/>
              <a:defRPr>
                <a:solidFill>
                  <a:srgbClr val="514C47"/>
                </a:solidFill>
              </a:defRPr>
            </a:lvl1pPr>
          </a:lstStyle>
          <a:p xmlns:a="http://schemas.openxmlformats.org/drawingml/2006/main">
            <a:r>
              <a:t>Copyright © 2025, Oracle and/or its affiliates |  Confidential: Internal/Restricted/Highly Restricted</a:t>
            </a:r>
            <a:endParaRPr/>
          </a:p>
        </p:txBody>
      </p:sp>
      <p:sp>
        <p:nvSpPr>
          <p:cNvPr id="4" name="Date Placeholder 3">
            <a:extLst xmlns:a="http://schemas.openxmlformats.org/drawingml/2006/main">
              <a:ext uri="{FF2B5EF4-FFF2-40B4-BE49-F238E27FC236}">
                <a16:creationId xmlns:a16="http://schemas.microsoft.com/office/drawing/2014/main" id="{4B5A409C-CB05-4133-9F5F-1D2097DE34E0}"/>
              </a:ext>
            </a:extLst>
          </p:cNvPr>
          <p:cNvSpPr>
            <a:spLocks xmlns:a="http://schemas.openxmlformats.org/drawingml/2006/main" noGrp="1"/>
          </p:cNvSpPr>
          <p:nvPr>
            <p:ph type="dt" idx="16"/>
          </p:nvPr>
        </p:nvSpPr>
        <p:spPr/>
        <p:txBody>
          <a:bodyPr xmlns:a="http://schemas.openxmlformats.org/drawingml/2006/main"/>
          <a:lstStyle xmlns:a="http://schemas.openxmlformats.org/drawingml/2006/main">
            <a:lvl1pPr>
              <a:buNone/>
              <a:defRPr>
                <a:solidFill>
                  <a:srgbClr val="514C47"/>
                </a:solidFill>
              </a:defRPr>
            </a:lvl1pPr>
          </a:lstStyle>
          <a:p xmlns:a="http://schemas.openxmlformats.org/drawingml/2006/main">
            <a:r>
              <a:t>[Date]</a:t>
            </a:r>
            <a:endParaRPr/>
          </a:p>
        </p:txBody>
      </p:sp>
      <p:sp>
        <p:nvSpPr>
          <p:cNvPr id="7" name="Subtitle">
            <a:extLst xmlns:a="http://schemas.openxmlformats.org/drawingml/2006/main">
              <a:ext uri="{FF2B5EF4-FFF2-40B4-BE49-F238E27FC236}">
                <a16:creationId xmlns:a16="http://schemas.microsoft.com/office/drawing/2014/main" id="{1C3705B9-F5B6-D7DA-A986-BD2522922780}"/>
              </a:ext>
            </a:extLst>
          </p:cNvPr>
          <p:cNvSpPr>
            <a:spLocks xmlns:a="http://schemas.openxmlformats.org/drawingml/2006/main" noGrp="1"/>
          </p:cNvSpPr>
          <p:nvPr>
            <p:ph type="body" idx="11" hasCustomPrompt="1"/>
          </p:nvPr>
        </p:nvSpPr>
        <p:spPr>
          <a:xfrm xmlns:a="http://schemas.openxmlformats.org/drawingml/2006/main">
            <a:off x="766763" y="1009904"/>
            <a:ext cx="10671048" cy="330540"/>
          </a:xfrm>
          <a:prstGeom xmlns:a="http://schemas.openxmlformats.org/drawingml/2006/main" prst="rect">
            <a:avLst/>
          </a:prstGeom>
        </p:spPr>
        <p:txBody>
          <a:bodyPr xmlns:a="http://schemas.openxmlformats.org/drawingml/2006/main" lIns="0">
            <a:noAutofit/>
          </a:bodyPr>
          <a:lstStyle xmlns:a="http://schemas.openxmlformats.org/drawingml/2006/main">
            <a:lvl1pPr marL="0" indent="0">
              <a:lnSpc>
                <a:spcPct val="100000"/>
              </a:lnSpc>
              <a:spcAft>
                <a:spcPts val="0"/>
              </a:spcAft>
              <a:buNone/>
              <a:defRPr sz="2000" b="0" i="0">
                <a:latin typeface="Oracle Sans Tab"/>
                <a:ea typeface="Oracle Sans Tab"/>
                <a:cs typeface="Oracle Sans Tab"/>
              </a:defRPr>
            </a:lvl1pPr>
          </a:lstStyle>
          <a:p xmlns:a="http://schemas.openxmlformats.org/drawingml/2006/main">
            <a:pPr lvl="0">
              <a:buNone/>
            </a:pPr>
            <a:r>
              <a:t>Subtitle</a:t>
            </a:r>
          </a:p>
        </p:txBody>
      </p:sp>
    </p:spTree>
  </p:cSld>
</p:sldLayout>
</file>

<file path=ppt/slideLayouts/slideLayout68.xml><?xml version="1.0" encoding="utf-8"?>
<p:sldLayout xmlns:p="http://schemas.openxmlformats.org/presentationml/2006/main" preserve="1" userDrawn="1">
  <p:cSld name="Dark - Title/Subtitle 2 Column">
    <p:bg>
      <p:bgRef idx="1001">
        <a:schemeClr xmlns:a="http://schemas.openxmlformats.org/drawingml/2006/main" val="bg2"/>
      </p:bgRef>
    </p:bg>
    <p:spTree>
      <p:nvGrpSpPr>
        <p:cNvPr id="1" name=""/>
        <p:cNvGrpSpPr/>
        <p:nvPr/>
      </p:nvGrpSpPr>
      <p:grpSpPr>
        <a:xfrm xmlns:a="http://schemas.openxmlformats.org/drawingml/2006/main"/>
      </p:grpSpPr>
      <p:sp>
        <p:nvSpPr>
          <p:cNvPr id="11" name="Title 1">
            <a:extLst xmlns:a="http://schemas.openxmlformats.org/drawingml/2006/main">
              <a:ext uri="{FF2B5EF4-FFF2-40B4-BE49-F238E27FC236}">
                <a16:creationId xmlns:a16="http://schemas.microsoft.com/office/drawing/2014/main" id="{16E20D12-1316-3177-701A-67F816263680}"/>
              </a:ext>
            </a:extLst>
          </p:cNvPr>
          <p:cNvSpPr>
            <a:spLocks xmlns:a="http://schemas.openxmlformats.org/drawingml/2006/main" noGrp="1"/>
          </p:cNvSpPr>
          <p:nvPr>
            <p:ph type="title" idx="0" hasCustomPrompt="1"/>
          </p:nvPr>
        </p:nvSpPr>
        <p:spPr>
          <a:xfrm xmlns:a="http://schemas.openxmlformats.org/drawingml/2006/main">
            <a:off x="768875" y="182403"/>
            <a:ext cx="10671048" cy="822960"/>
          </a:xfrm>
        </p:spPr>
        <p:txBody>
          <a:bodyPr xmlns:a="http://schemas.openxmlformats.org/drawingml/2006/main"/>
          <a:lstStyle xmlns:a="http://schemas.openxmlformats.org/drawingml/2006/main">
            <a:lvl1pPr>
              <a:lnSpc>
                <a:spcPct val="100000"/>
              </a:lnSpc>
              <a:buNone/>
              <a:defRPr b="1" i="0">
                <a:latin typeface="Oracle Sans Tab"/>
                <a:ea typeface="Oracle Sans Tab"/>
                <a:cs typeface="Oracle Sans Tab"/>
              </a:defRPr>
            </a:lvl1pPr>
          </a:lstStyle>
          <a:p xmlns:a="http://schemas.openxmlformats.org/drawingml/2006/main">
            <a:r>
              <a:t>Title</a:t>
            </a:r>
          </a:p>
        </p:txBody>
      </p:sp>
      <p:sp>
        <p:nvSpPr>
          <p:cNvPr id="12" name="Subtitle">
            <a:extLst xmlns:a="http://schemas.openxmlformats.org/drawingml/2006/main">
              <a:ext uri="{FF2B5EF4-FFF2-40B4-BE49-F238E27FC236}">
                <a16:creationId xmlns:a16="http://schemas.microsoft.com/office/drawing/2014/main" id="{491B9BE2-1C80-DD0F-2348-944405667FA4}"/>
              </a:ext>
            </a:extLst>
          </p:cNvPr>
          <p:cNvSpPr>
            <a:spLocks xmlns:a="http://schemas.openxmlformats.org/drawingml/2006/main" noGrp="1"/>
          </p:cNvSpPr>
          <p:nvPr>
            <p:ph type="body" idx="11" hasCustomPrompt="1"/>
          </p:nvPr>
        </p:nvSpPr>
        <p:spPr>
          <a:xfrm xmlns:a="http://schemas.openxmlformats.org/drawingml/2006/main">
            <a:off x="766763" y="1009904"/>
            <a:ext cx="10671048" cy="330540"/>
          </a:xfrm>
          <a:prstGeom xmlns:a="http://schemas.openxmlformats.org/drawingml/2006/main" prst="rect">
            <a:avLst/>
          </a:prstGeom>
        </p:spPr>
        <p:txBody>
          <a:bodyPr xmlns:a="http://schemas.openxmlformats.org/drawingml/2006/main" lIns="0">
            <a:noAutofit/>
          </a:bodyPr>
          <a:lstStyle xmlns:a="http://schemas.openxmlformats.org/drawingml/2006/main">
            <a:lvl1pPr marL="0" indent="0">
              <a:lnSpc>
                <a:spcPct val="100000"/>
              </a:lnSpc>
              <a:spcAft>
                <a:spcPts val="0"/>
              </a:spcAft>
              <a:buNone/>
              <a:defRPr sz="2000" b="0" i="0">
                <a:latin typeface="Oracle Sans Tab"/>
                <a:ea typeface="Oracle Sans Tab"/>
                <a:cs typeface="Oracle Sans Tab"/>
              </a:defRPr>
            </a:lvl1pPr>
          </a:lstStyle>
          <a:p xmlns:a="http://schemas.openxmlformats.org/drawingml/2006/main">
            <a:pPr lvl="0">
              <a:buNone/>
            </a:pPr>
            <a:r>
              <a:t>Subtitle</a:t>
            </a:r>
          </a:p>
        </p:txBody>
      </p:sp>
      <p:sp>
        <p:nvSpPr>
          <p:cNvPr id="4" name="Content">
            <a:extLst xmlns:a="http://schemas.openxmlformats.org/drawingml/2006/main">
              <a:ext uri="{FF2B5EF4-FFF2-40B4-BE49-F238E27FC236}">
                <a16:creationId xmlns:a16="http://schemas.microsoft.com/office/drawing/2014/main" id="{FA05E257-5557-514A-2025-3EF63D1140D3}"/>
              </a:ext>
            </a:extLst>
          </p:cNvPr>
          <p:cNvSpPr>
            <a:spLocks xmlns:a="http://schemas.openxmlformats.org/drawingml/2006/main" noGrp="1"/>
          </p:cNvSpPr>
          <p:nvPr>
            <p:ph idx="14"/>
          </p:nvPr>
        </p:nvSpPr>
        <p:spPr>
          <a:xfrm xmlns:a="http://schemas.openxmlformats.org/drawingml/2006/main">
            <a:off x="766762" y="1600199"/>
            <a:ext cx="5084064" cy="4507992"/>
          </a:xfrm>
        </p:spPr>
        <p:txBody>
          <a:bodyPr xmlns:a="http://schemas.openxmlformats.org/drawingml/2006/main"/>
          <a:lstStyle xmlns:a="http://schemas.openxmlformats.org/drawingml/2006/main">
            <a:lvl1pPr>
              <a:lnSpc>
                <a:spcPct val="100000"/>
              </a:lnSpc>
              <a:buNone/>
              <a:defRPr sz="1600" b="0" i="0">
                <a:latin typeface="Oracle Sans Tab"/>
                <a:ea typeface="Oracle Sans Tab"/>
                <a:cs typeface="Oracle Sans Tab"/>
              </a:defRPr>
            </a:lvl1pPr>
            <a:lvl2pPr>
              <a:lnSpc>
                <a:spcPct val="100000"/>
              </a:lnSpc>
              <a:buNone/>
              <a:defRPr sz="1600" b="0" i="0">
                <a:latin typeface="Oracle Sans Tab"/>
                <a:ea typeface="Oracle Sans Tab"/>
                <a:cs typeface="Oracle Sans Tab"/>
              </a:defRPr>
            </a:lvl2pPr>
            <a:lvl3pPr>
              <a:lnSpc>
                <a:spcPct val="100000"/>
              </a:lnSpc>
              <a:buNone/>
              <a:defRPr sz="1600" b="0" i="0">
                <a:latin typeface="Oracle Sans Tab"/>
                <a:ea typeface="Oracle Sans Tab"/>
                <a:cs typeface="Oracle Sans Tab"/>
              </a:defRPr>
            </a:lvl3pPr>
            <a:lvl4pPr>
              <a:lnSpc>
                <a:spcPct val="100000"/>
              </a:lnSpc>
              <a:buNone/>
              <a:defRPr sz="1600" b="0" i="0">
                <a:latin typeface="Oracle Sans Tab"/>
                <a:ea typeface="Oracle Sans Tab"/>
                <a:cs typeface="Oracle Sans Tab"/>
              </a:defRPr>
            </a:lvl4pPr>
            <a:lvl5pPr>
              <a:lnSpc>
                <a:spcPct val="100000"/>
              </a:lnSpc>
              <a:buNone/>
              <a:defRPr sz="1600" b="0" i="0">
                <a:latin typeface="Oracle Sans Tab"/>
                <a:ea typeface="Oracle Sans Tab"/>
                <a:cs typeface="Oracle Sans Tab"/>
              </a:defRPr>
            </a:lvl5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8" name="Content">
            <a:extLst xmlns:a="http://schemas.openxmlformats.org/drawingml/2006/main">
              <a:ext uri="{FF2B5EF4-FFF2-40B4-BE49-F238E27FC236}">
                <a16:creationId xmlns:a16="http://schemas.microsoft.com/office/drawing/2014/main" id="{1A8D2713-0A2C-B9EC-921A-E43EBB54D7F1}"/>
              </a:ext>
            </a:extLst>
          </p:cNvPr>
          <p:cNvSpPr>
            <a:spLocks xmlns:a="http://schemas.openxmlformats.org/drawingml/2006/main" noGrp="1"/>
          </p:cNvSpPr>
          <p:nvPr>
            <p:ph idx="19"/>
          </p:nvPr>
        </p:nvSpPr>
        <p:spPr>
          <a:xfrm xmlns:a="http://schemas.openxmlformats.org/drawingml/2006/main">
            <a:off x="6370317" y="1600220"/>
            <a:ext cx="5084064" cy="4507992"/>
          </a:xfrm>
        </p:spPr>
        <p:txBody>
          <a:bodyPr xmlns:a="http://schemas.openxmlformats.org/drawingml/2006/main"/>
          <a:lstStyle xmlns:a="http://schemas.openxmlformats.org/drawingml/2006/main">
            <a:lvl1pPr>
              <a:lnSpc>
                <a:spcPct val="100000"/>
              </a:lnSpc>
              <a:buNone/>
              <a:defRPr sz="1600" b="0" i="0">
                <a:latin typeface="Oracle Sans Tab"/>
                <a:ea typeface="Oracle Sans Tab"/>
                <a:cs typeface="Oracle Sans Tab"/>
              </a:defRPr>
            </a:lvl1pPr>
            <a:lvl2pPr>
              <a:lnSpc>
                <a:spcPct val="100000"/>
              </a:lnSpc>
              <a:buNone/>
              <a:defRPr sz="1600" b="0" i="0">
                <a:latin typeface="Oracle Sans Tab"/>
                <a:ea typeface="Oracle Sans Tab"/>
                <a:cs typeface="Oracle Sans Tab"/>
              </a:defRPr>
            </a:lvl2pPr>
            <a:lvl3pPr>
              <a:lnSpc>
                <a:spcPct val="100000"/>
              </a:lnSpc>
              <a:buNone/>
              <a:defRPr sz="1600" b="0" i="0">
                <a:latin typeface="Oracle Sans Tab"/>
                <a:ea typeface="Oracle Sans Tab"/>
                <a:cs typeface="Oracle Sans Tab"/>
              </a:defRPr>
            </a:lvl3pPr>
            <a:lvl4pPr>
              <a:lnSpc>
                <a:spcPct val="100000"/>
              </a:lnSpc>
              <a:buNone/>
              <a:defRPr sz="1600" b="0" i="0">
                <a:latin typeface="Oracle Sans Tab"/>
                <a:ea typeface="Oracle Sans Tab"/>
                <a:cs typeface="Oracle Sans Tab"/>
              </a:defRPr>
            </a:lvl4pPr>
            <a:lvl5pPr>
              <a:lnSpc>
                <a:spcPct val="100000"/>
              </a:lnSpc>
              <a:buNone/>
              <a:defRPr sz="1600" b="0" i="0">
                <a:latin typeface="Oracle Sans Tab"/>
                <a:ea typeface="Oracle Sans Tab"/>
                <a:cs typeface="Oracle Sans Tab"/>
              </a:defRPr>
            </a:lvl5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6" name="Column Divider">
            <a:extLst xmlns:a="http://schemas.openxmlformats.org/drawingml/2006/main">
              <a:ext uri="{FF2B5EF4-FFF2-40B4-BE49-F238E27FC236}">
                <a16:creationId xmlns:a16="http://schemas.microsoft.com/office/drawing/2014/main" id="{92860859-8D1F-4F4A-BB33-F56A80537892}"/>
              </a:ext>
            </a:extLst>
          </p:cNvPr>
          <p:cNvSpPr>
            <a:spLocks xmlns:a="http://schemas.openxmlformats.org/drawingml/2006/main" noGrp="1"/>
          </p:cNvSpPr>
          <p:nvPr/>
        </p:nvSpPr>
        <p:spPr>
          <a:xfrm xmlns:a="http://schemas.openxmlformats.org/drawingml/2006/main">
            <a:off x="6096000" y="1609725"/>
            <a:ext cx="0" cy="4507992"/>
          </a:xfrm>
          <a:prstGeom xmlns:a="http://schemas.openxmlformats.org/drawingml/2006/main" prst="line">
            <a:avLst/>
          </a:prstGeom>
          <a:ln xmlns:a="http://schemas.openxmlformats.org/drawingml/2006/main" w="12700">
            <a:solidFill>
              <a:srgbClr val="8B8580">
                <a:alpha val="25000"/>
              </a:srgbClr>
            </a:solidFill>
            <a:prstDash val="solid"/>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sp>
      <p:sp>
        <p:nvSpPr>
          <p:cNvPr id="2" name="Slide Number Placeholder 7">
            <a:extLst xmlns:a="http://schemas.openxmlformats.org/drawingml/2006/main">
              <a:ext uri="{FF2B5EF4-FFF2-40B4-BE49-F238E27FC236}">
                <a16:creationId xmlns:a16="http://schemas.microsoft.com/office/drawing/2014/main" id="{7F0F3812-0E62-2E09-C9AB-79F13108F9A8}"/>
              </a:ext>
            </a:extLst>
          </p:cNvPr>
          <p:cNvSpPr>
            <a:spLocks xmlns:a="http://schemas.openxmlformats.org/drawingml/2006/main" noGrp="1"/>
          </p:cNvSpPr>
          <p:nvPr>
            <p:ph type="sldNum" idx="17"/>
          </p:nvPr>
        </p:nvSpPr>
        <p:spPr>
          <a:xfrm xmlns:a="http://schemas.openxmlformats.org/drawingml/2006/main">
            <a:off x="762000" y="6423660"/>
            <a:ext cx="365760" cy="365760"/>
          </a:xfrm>
        </p:spPr>
        <p:txBody>
          <a:bodyPr xmlns:a="http://schemas.openxmlformats.org/drawingml/2006/main"/>
          <a:lstStyle xmlns:a="http://schemas.openxmlformats.org/drawingml/2006/main">
            <a:lvl1pPr>
              <a:buNone/>
              <a:defRPr>
                <a:solidFill>
                  <a:srgbClr val="AEA8A2"/>
                </a:solidFill>
              </a:defRPr>
            </a:lvl1pPr>
          </a:lstStyle>
          <a:p xmlns:a="http://schemas.openxmlformats.org/drawingml/2006/main">
            <a:fld id="{345D60D9-5372-5F40-9443-0F9AE5BDC3C8}" type="slidenum">
              <a:t>‹#›</a:t>
            </a:fld>
            <a:endParaRPr/>
          </a:p>
        </p:txBody>
      </p:sp>
      <p:sp>
        <p:nvSpPr>
          <p:cNvPr id="5" name="Footer Placeholder 6">
            <a:extLst xmlns:a="http://schemas.openxmlformats.org/drawingml/2006/main">
              <a:ext uri="{FF2B5EF4-FFF2-40B4-BE49-F238E27FC236}">
                <a16:creationId xmlns:a16="http://schemas.microsoft.com/office/drawing/2014/main" id="{4D96D9B3-827E-BCDB-1DEF-84EB5E7E90C2}"/>
              </a:ext>
            </a:extLst>
          </p:cNvPr>
          <p:cNvSpPr>
            <a:spLocks xmlns:a="http://schemas.openxmlformats.org/drawingml/2006/main" noGrp="1"/>
          </p:cNvSpPr>
          <p:nvPr>
            <p:ph type="ftr" idx="16"/>
          </p:nvPr>
        </p:nvSpPr>
        <p:spPr>
          <a:xfrm xmlns:a="http://schemas.openxmlformats.org/drawingml/2006/main">
            <a:off x="1127759" y="6423978"/>
            <a:ext cx="5745379" cy="365125"/>
          </a:xfrm>
        </p:spPr>
        <p:txBody>
          <a:bodyPr xmlns:a="http://schemas.openxmlformats.org/drawingml/2006/main"/>
          <a:lstStyle xmlns:a="http://schemas.openxmlformats.org/drawingml/2006/main">
            <a:lvl1pPr>
              <a:buNone/>
              <a:defRPr>
                <a:solidFill>
                  <a:srgbClr val="AEA8A2"/>
                </a:solidFill>
              </a:defRPr>
            </a:lvl1pPr>
          </a:lstStyle>
          <a:p xmlns:a="http://schemas.openxmlformats.org/drawingml/2006/main">
            <a:r>
              <a:t>Copyright © 2025, Oracle and/or its affiliates |  Confidential: Internal/Restricted/Highly Restricted</a:t>
            </a:r>
            <a:endParaRPr/>
          </a:p>
        </p:txBody>
      </p:sp>
      <p:sp>
        <p:nvSpPr>
          <p:cNvPr id="7" name="Date Placeholder 4">
            <a:extLst xmlns:a="http://schemas.openxmlformats.org/drawingml/2006/main">
              <a:ext uri="{FF2B5EF4-FFF2-40B4-BE49-F238E27FC236}">
                <a16:creationId xmlns:a16="http://schemas.microsoft.com/office/drawing/2014/main" id="{6FBD1657-DE16-5859-6047-8B20D7971D48}"/>
              </a:ext>
            </a:extLst>
          </p:cNvPr>
          <p:cNvSpPr>
            <a:spLocks xmlns:a="http://schemas.openxmlformats.org/drawingml/2006/main" noGrp="1"/>
          </p:cNvSpPr>
          <p:nvPr>
            <p:ph type="dt" idx="15"/>
          </p:nvPr>
        </p:nvSpPr>
        <p:spPr>
          <a:xfrm xmlns:a="http://schemas.openxmlformats.org/drawingml/2006/main">
            <a:off x="6873138" y="6425604"/>
            <a:ext cx="2743200" cy="363500"/>
          </a:xfrm>
        </p:spPr>
        <p:txBody>
          <a:bodyPr xmlns:a="http://schemas.openxmlformats.org/drawingml/2006/main"/>
          <a:lstStyle xmlns:a="http://schemas.openxmlformats.org/drawingml/2006/main">
            <a:lvl1pPr>
              <a:buNone/>
              <a:defRPr>
                <a:solidFill>
                  <a:srgbClr val="AEA8A2"/>
                </a:solidFill>
              </a:defRPr>
            </a:lvl1pPr>
          </a:lstStyle>
          <a:p xmlns:a="http://schemas.openxmlformats.org/drawingml/2006/main">
            <a:r>
              <a:t>[Date]</a:t>
            </a:r>
            <a:endParaRPr/>
          </a:p>
        </p:txBody>
      </p:sp>
    </p:spTree>
  </p:cSld>
</p:sldLayout>
</file>

<file path=ppt/slideLayouts/slideLayout69.xml><?xml version="1.0" encoding="utf-8"?>
<p:sldLayout xmlns:p="http://schemas.openxmlformats.org/presentationml/2006/main" preserve="1" userDrawn="1">
  <p:cSld name="Light - Title/Subtitle 3 Column">
    <p:bg>
      <p:bgRef idx="1001">
        <a:schemeClr xmlns:a="http://schemas.openxmlformats.org/drawingml/2006/main" val="bg2"/>
      </p:bgRef>
    </p:bg>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C226210A-4112-4730-8F81-3CAE5C391FDB}"/>
              </a:ext>
            </a:extLst>
          </p:cNvPr>
          <p:cNvSpPr>
            <a:spLocks xmlns:a="http://schemas.openxmlformats.org/drawingml/2006/main" noGrp="1"/>
          </p:cNvSpPr>
          <p:nvPr>
            <p:ph type="title" idx="0" hasCustomPrompt="1"/>
          </p:nvPr>
        </p:nvSpPr>
        <p:spPr/>
        <p:txBody>
          <a:bodyPr xmlns:a="http://schemas.openxmlformats.org/drawingml/2006/main"/>
          <a:lstStyle xmlns:a="http://schemas.openxmlformats.org/drawingml/2006/main">
            <a:lvl1pPr>
              <a:lnSpc>
                <a:spcPct val="100000"/>
              </a:lnSpc>
              <a:buNone/>
              <a:defRPr/>
            </a:lvl1pPr>
          </a:lstStyle>
          <a:p xmlns:a="http://schemas.openxmlformats.org/drawingml/2006/main">
            <a:r>
              <a:t>Title</a:t>
            </a:r>
          </a:p>
        </p:txBody>
      </p:sp>
      <p:sp>
        <p:nvSpPr>
          <p:cNvPr id="11" name="Subtitle">
            <a:extLst xmlns:a="http://schemas.openxmlformats.org/drawingml/2006/main">
              <a:ext uri="{FF2B5EF4-FFF2-40B4-BE49-F238E27FC236}">
                <a16:creationId xmlns:a16="http://schemas.microsoft.com/office/drawing/2014/main" id="{AC6B64F9-2DA0-A690-C71E-B99D471B02DB}"/>
              </a:ext>
            </a:extLst>
          </p:cNvPr>
          <p:cNvSpPr>
            <a:spLocks xmlns:a="http://schemas.openxmlformats.org/drawingml/2006/main" noGrp="1"/>
          </p:cNvSpPr>
          <p:nvPr>
            <p:ph type="body" idx="11" hasCustomPrompt="1"/>
          </p:nvPr>
        </p:nvSpPr>
        <p:spPr>
          <a:xfrm xmlns:a="http://schemas.openxmlformats.org/drawingml/2006/main">
            <a:off x="766763" y="1009904"/>
            <a:ext cx="10671048" cy="330540"/>
          </a:xfrm>
          <a:prstGeom xmlns:a="http://schemas.openxmlformats.org/drawingml/2006/main" prst="rect">
            <a:avLst/>
          </a:prstGeom>
        </p:spPr>
        <p:txBody>
          <a:bodyPr xmlns:a="http://schemas.openxmlformats.org/drawingml/2006/main" lIns="0">
            <a:noAutofit/>
          </a:bodyPr>
          <a:lstStyle xmlns:a="http://schemas.openxmlformats.org/drawingml/2006/main">
            <a:lvl1pPr marL="0" indent="0">
              <a:lnSpc>
                <a:spcPct val="100000"/>
              </a:lnSpc>
              <a:spcAft>
                <a:spcPts val="0"/>
              </a:spcAft>
              <a:buNone/>
              <a:defRPr sz="2000" b="0" i="0">
                <a:latin typeface="Oracle Sans Tab"/>
                <a:ea typeface="Oracle Sans Tab"/>
                <a:cs typeface="Oracle Sans Tab"/>
              </a:defRPr>
            </a:lvl1pPr>
          </a:lstStyle>
          <a:p xmlns:a="http://schemas.openxmlformats.org/drawingml/2006/main">
            <a:pPr lvl="0">
              <a:buNone/>
            </a:pPr>
            <a:r>
              <a:t>Subtitle</a:t>
            </a:r>
          </a:p>
        </p:txBody>
      </p:sp>
      <p:sp>
        <p:nvSpPr>
          <p:cNvPr id="4" name="Content">
            <a:extLst xmlns:a="http://schemas.openxmlformats.org/drawingml/2006/main">
              <a:ext uri="{FF2B5EF4-FFF2-40B4-BE49-F238E27FC236}">
                <a16:creationId xmlns:a16="http://schemas.microsoft.com/office/drawing/2014/main" id="{CC34BF80-B5D4-D7B6-8CCA-80AF04A72B45}"/>
              </a:ext>
            </a:extLst>
          </p:cNvPr>
          <p:cNvSpPr>
            <a:spLocks xmlns:a="http://schemas.openxmlformats.org/drawingml/2006/main" noGrp="1"/>
          </p:cNvSpPr>
          <p:nvPr>
            <p:ph idx="14"/>
          </p:nvPr>
        </p:nvSpPr>
        <p:spPr>
          <a:xfrm xmlns:a="http://schemas.openxmlformats.org/drawingml/2006/main">
            <a:off x="766762" y="1600199"/>
            <a:ext cx="3291840" cy="4507992"/>
          </a:xfrm>
        </p:spPr>
        <p:txBody>
          <a:bodyPr xmlns:a="http://schemas.openxmlformats.org/drawingml/2006/main"/>
          <a:lstStyle xmlns:a="http://schemas.openxmlformats.org/drawingml/2006/main">
            <a:lvl1pPr>
              <a:lnSpc>
                <a:spcPct val="100000"/>
              </a:lnSpc>
              <a:buNone/>
              <a:defRPr sz="1600" b="0" i="0">
                <a:latin typeface="Oracle Sans Tab"/>
                <a:ea typeface="Oracle Sans Tab"/>
                <a:cs typeface="Oracle Sans Tab"/>
              </a:defRPr>
            </a:lvl1pPr>
            <a:lvl2pPr>
              <a:lnSpc>
                <a:spcPct val="100000"/>
              </a:lnSpc>
              <a:buNone/>
              <a:defRPr sz="1600" b="0" i="0">
                <a:latin typeface="Oracle Sans Tab"/>
                <a:ea typeface="Oracle Sans Tab"/>
                <a:cs typeface="Oracle Sans Tab"/>
              </a:defRPr>
            </a:lvl2pPr>
            <a:lvl3pPr>
              <a:lnSpc>
                <a:spcPct val="100000"/>
              </a:lnSpc>
              <a:buNone/>
              <a:defRPr sz="1600" b="0" i="0">
                <a:latin typeface="Oracle Sans Tab"/>
                <a:ea typeface="Oracle Sans Tab"/>
                <a:cs typeface="Oracle Sans Tab"/>
              </a:defRPr>
            </a:lvl3pPr>
            <a:lvl4pPr>
              <a:lnSpc>
                <a:spcPct val="100000"/>
              </a:lnSpc>
              <a:buNone/>
              <a:defRPr sz="1600" b="0" i="0">
                <a:latin typeface="Oracle Sans Tab"/>
                <a:ea typeface="Oracle Sans Tab"/>
                <a:cs typeface="Oracle Sans Tab"/>
              </a:defRPr>
            </a:lvl4pPr>
            <a:lvl5pPr>
              <a:lnSpc>
                <a:spcPct val="100000"/>
              </a:lnSpc>
              <a:buNone/>
              <a:defRPr sz="1600" b="0" i="0">
                <a:latin typeface="Oracle Sans Tab"/>
                <a:ea typeface="Oracle Sans Tab"/>
                <a:cs typeface="Oracle Sans Tab"/>
              </a:defRPr>
            </a:lvl5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9" name="Content">
            <a:extLst xmlns:a="http://schemas.openxmlformats.org/drawingml/2006/main">
              <a:ext uri="{FF2B5EF4-FFF2-40B4-BE49-F238E27FC236}">
                <a16:creationId xmlns:a16="http://schemas.microsoft.com/office/drawing/2014/main" id="{C0573275-C70D-AE89-EF3D-A7DAC9B01BE7}"/>
              </a:ext>
            </a:extLst>
          </p:cNvPr>
          <p:cNvSpPr>
            <a:spLocks xmlns:a="http://schemas.openxmlformats.org/drawingml/2006/main" noGrp="1"/>
          </p:cNvSpPr>
          <p:nvPr>
            <p:ph idx="20"/>
          </p:nvPr>
        </p:nvSpPr>
        <p:spPr>
          <a:xfrm xmlns:a="http://schemas.openxmlformats.org/drawingml/2006/main">
            <a:off x="4450080" y="1607058"/>
            <a:ext cx="3291840" cy="4507992"/>
          </a:xfrm>
        </p:spPr>
        <p:txBody>
          <a:bodyPr xmlns:a="http://schemas.openxmlformats.org/drawingml/2006/main"/>
          <a:lstStyle xmlns:a="http://schemas.openxmlformats.org/drawingml/2006/main">
            <a:lvl1pPr>
              <a:lnSpc>
                <a:spcPct val="100000"/>
              </a:lnSpc>
              <a:buNone/>
              <a:defRPr sz="1600" b="0" i="0">
                <a:latin typeface="Oracle Sans Tab"/>
                <a:ea typeface="Oracle Sans Tab"/>
                <a:cs typeface="Oracle Sans Tab"/>
              </a:defRPr>
            </a:lvl1pPr>
            <a:lvl2pPr>
              <a:lnSpc>
                <a:spcPct val="100000"/>
              </a:lnSpc>
              <a:buNone/>
              <a:defRPr sz="1600" b="0" i="0">
                <a:latin typeface="Oracle Sans Tab"/>
                <a:ea typeface="Oracle Sans Tab"/>
                <a:cs typeface="Oracle Sans Tab"/>
              </a:defRPr>
            </a:lvl2pPr>
            <a:lvl3pPr>
              <a:lnSpc>
                <a:spcPct val="100000"/>
              </a:lnSpc>
              <a:buNone/>
              <a:defRPr sz="1600" b="0" i="0">
                <a:latin typeface="Oracle Sans Tab"/>
                <a:ea typeface="Oracle Sans Tab"/>
                <a:cs typeface="Oracle Sans Tab"/>
              </a:defRPr>
            </a:lvl3pPr>
            <a:lvl4pPr>
              <a:lnSpc>
                <a:spcPct val="100000"/>
              </a:lnSpc>
              <a:buNone/>
              <a:defRPr sz="1600" b="0" i="0">
                <a:latin typeface="Oracle Sans Tab"/>
                <a:ea typeface="Oracle Sans Tab"/>
                <a:cs typeface="Oracle Sans Tab"/>
              </a:defRPr>
            </a:lvl4pPr>
            <a:lvl5pPr>
              <a:lnSpc>
                <a:spcPct val="100000"/>
              </a:lnSpc>
              <a:buNone/>
              <a:defRPr sz="1600" b="0" i="0">
                <a:latin typeface="Oracle Sans Tab"/>
                <a:ea typeface="Oracle Sans Tab"/>
                <a:cs typeface="Oracle Sans Tab"/>
              </a:defRPr>
            </a:lvl5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10" name="Content">
            <a:extLst xmlns:a="http://schemas.openxmlformats.org/drawingml/2006/main">
              <a:ext uri="{FF2B5EF4-FFF2-40B4-BE49-F238E27FC236}">
                <a16:creationId xmlns:a16="http://schemas.microsoft.com/office/drawing/2014/main" id="{2CF00143-3379-1D5D-5D8F-463C800F8EA1}"/>
              </a:ext>
            </a:extLst>
          </p:cNvPr>
          <p:cNvSpPr>
            <a:spLocks xmlns:a="http://schemas.openxmlformats.org/drawingml/2006/main" noGrp="1"/>
          </p:cNvSpPr>
          <p:nvPr>
            <p:ph idx="21"/>
          </p:nvPr>
        </p:nvSpPr>
        <p:spPr>
          <a:xfrm xmlns:a="http://schemas.openxmlformats.org/drawingml/2006/main">
            <a:off x="8133398" y="1613917"/>
            <a:ext cx="3291840" cy="4507992"/>
          </a:xfrm>
        </p:spPr>
        <p:txBody>
          <a:bodyPr xmlns:a="http://schemas.openxmlformats.org/drawingml/2006/main"/>
          <a:lstStyle xmlns:a="http://schemas.openxmlformats.org/drawingml/2006/main">
            <a:lvl1pPr>
              <a:lnSpc>
                <a:spcPct val="100000"/>
              </a:lnSpc>
              <a:buNone/>
              <a:defRPr sz="1600" b="0" i="0">
                <a:latin typeface="Oracle Sans Tab"/>
                <a:ea typeface="Oracle Sans Tab"/>
                <a:cs typeface="Oracle Sans Tab"/>
              </a:defRPr>
            </a:lvl1pPr>
            <a:lvl2pPr>
              <a:lnSpc>
                <a:spcPct val="100000"/>
              </a:lnSpc>
              <a:buNone/>
              <a:defRPr sz="1600" b="0" i="0">
                <a:latin typeface="Oracle Sans Tab"/>
                <a:ea typeface="Oracle Sans Tab"/>
                <a:cs typeface="Oracle Sans Tab"/>
              </a:defRPr>
            </a:lvl2pPr>
            <a:lvl3pPr>
              <a:lnSpc>
                <a:spcPct val="100000"/>
              </a:lnSpc>
              <a:buNone/>
              <a:defRPr sz="1600" b="0" i="0">
                <a:latin typeface="Oracle Sans Tab"/>
                <a:ea typeface="Oracle Sans Tab"/>
                <a:cs typeface="Oracle Sans Tab"/>
              </a:defRPr>
            </a:lvl3pPr>
            <a:lvl4pPr>
              <a:lnSpc>
                <a:spcPct val="100000"/>
              </a:lnSpc>
              <a:buNone/>
              <a:defRPr sz="1600" b="0" i="0">
                <a:latin typeface="Oracle Sans Tab"/>
                <a:ea typeface="Oracle Sans Tab"/>
                <a:cs typeface="Oracle Sans Tab"/>
              </a:defRPr>
            </a:lvl4pPr>
            <a:lvl5pPr>
              <a:lnSpc>
                <a:spcPct val="100000"/>
              </a:lnSpc>
              <a:buNone/>
              <a:defRPr sz="1600" b="0" i="0">
                <a:latin typeface="Oracle Sans Tab"/>
                <a:ea typeface="Oracle Sans Tab"/>
                <a:cs typeface="Oracle Sans Tab"/>
              </a:defRPr>
            </a:lvl5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15" name="Column Divider">
            <a:extLst xmlns:a="http://schemas.openxmlformats.org/drawingml/2006/main">
              <a:ext uri="{FF2B5EF4-FFF2-40B4-BE49-F238E27FC236}">
                <a16:creationId xmlns:a16="http://schemas.microsoft.com/office/drawing/2014/main" id="{CAEE7CD9-72A3-4160-9E08-A9F86669948A}"/>
              </a:ext>
            </a:extLst>
          </p:cNvPr>
          <p:cNvSpPr>
            <a:spLocks xmlns:a="http://schemas.openxmlformats.org/drawingml/2006/main" noGrp="1"/>
          </p:cNvSpPr>
          <p:nvPr/>
        </p:nvSpPr>
        <p:spPr>
          <a:xfrm xmlns:a="http://schemas.openxmlformats.org/drawingml/2006/main">
            <a:off x="4261915" y="1609724"/>
            <a:ext cx="0" cy="4507992"/>
          </a:xfrm>
          <a:prstGeom xmlns:a="http://schemas.openxmlformats.org/drawingml/2006/main" prst="line">
            <a:avLst/>
          </a:prstGeom>
          <a:ln xmlns:a="http://schemas.openxmlformats.org/drawingml/2006/main" w="12700">
            <a:solidFill>
              <a:srgbClr val="8B8580">
                <a:alpha val="25000"/>
              </a:srgbClr>
            </a:solidFill>
            <a:prstDash val="solid"/>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sp>
      <p:sp>
        <p:nvSpPr>
          <p:cNvPr id="23" name="Column Divider 2">
            <a:extLst xmlns:a="http://schemas.openxmlformats.org/drawingml/2006/main">
              <a:ext uri="{FF2B5EF4-FFF2-40B4-BE49-F238E27FC236}">
                <a16:creationId xmlns:a16="http://schemas.microsoft.com/office/drawing/2014/main" id="{2F5CFD6B-C6A0-4B18-B6E0-315C6F246EEB}"/>
              </a:ext>
            </a:extLst>
          </p:cNvPr>
          <p:cNvSpPr>
            <a:spLocks xmlns:a="http://schemas.openxmlformats.org/drawingml/2006/main" noGrp="1"/>
          </p:cNvSpPr>
          <p:nvPr/>
        </p:nvSpPr>
        <p:spPr>
          <a:xfrm xmlns:a="http://schemas.openxmlformats.org/drawingml/2006/main">
            <a:off x="7951236" y="1609724"/>
            <a:ext cx="0" cy="4507992"/>
          </a:xfrm>
          <a:prstGeom xmlns:a="http://schemas.openxmlformats.org/drawingml/2006/main" prst="line">
            <a:avLst/>
          </a:prstGeom>
          <a:ln xmlns:a="http://schemas.openxmlformats.org/drawingml/2006/main" w="12700">
            <a:solidFill>
              <a:srgbClr val="8B8580">
                <a:alpha val="25000"/>
              </a:srgbClr>
            </a:solidFill>
            <a:prstDash val="solid"/>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sp>
      <p:sp>
        <p:nvSpPr>
          <p:cNvPr id="5" name="Date Placeholder 4">
            <a:extLst xmlns:a="http://schemas.openxmlformats.org/drawingml/2006/main">
              <a:ext uri="{FF2B5EF4-FFF2-40B4-BE49-F238E27FC236}">
                <a16:creationId xmlns:a16="http://schemas.microsoft.com/office/drawing/2014/main" id="{6CAD3E0A-0143-42FC-B8B6-EBC1FF990000}"/>
              </a:ext>
            </a:extLst>
          </p:cNvPr>
          <p:cNvSpPr>
            <a:spLocks xmlns:a="http://schemas.openxmlformats.org/drawingml/2006/main" noGrp="1"/>
          </p:cNvSpPr>
          <p:nvPr>
            <p:ph type="dt" idx="17"/>
          </p:nvPr>
        </p:nvSpPr>
        <p:spPr/>
        <p:txBody>
          <a:bodyPr xmlns:a="http://schemas.openxmlformats.org/drawingml/2006/main"/>
          <a:lstStyle xmlns:a="http://schemas.openxmlformats.org/drawingml/2006/main">
            <a:lvl1pPr>
              <a:buNone/>
              <a:defRPr>
                <a:solidFill>
                  <a:srgbClr val="514C47"/>
                </a:solidFill>
              </a:defRPr>
            </a:lvl1pPr>
          </a:lstStyle>
          <a:p xmlns:a="http://schemas.openxmlformats.org/drawingml/2006/main">
            <a:r>
              <a:t>[Date]</a:t>
            </a:r>
            <a:endParaRPr/>
          </a:p>
        </p:txBody>
      </p:sp>
      <p:sp>
        <p:nvSpPr>
          <p:cNvPr id="7" name="Footer Placeholder 6">
            <a:extLst xmlns:a="http://schemas.openxmlformats.org/drawingml/2006/main">
              <a:ext uri="{FF2B5EF4-FFF2-40B4-BE49-F238E27FC236}">
                <a16:creationId xmlns:a16="http://schemas.microsoft.com/office/drawing/2014/main" id="{7D46B54D-91F2-4210-9BEA-3B59824207D9}"/>
              </a:ext>
            </a:extLst>
          </p:cNvPr>
          <p:cNvSpPr>
            <a:spLocks xmlns:a="http://schemas.openxmlformats.org/drawingml/2006/main" noGrp="1"/>
          </p:cNvSpPr>
          <p:nvPr>
            <p:ph type="ftr" idx="18"/>
          </p:nvPr>
        </p:nvSpPr>
        <p:spPr/>
        <p:txBody>
          <a:bodyPr xmlns:a="http://schemas.openxmlformats.org/drawingml/2006/main"/>
          <a:lstStyle xmlns:a="http://schemas.openxmlformats.org/drawingml/2006/main">
            <a:lvl1pPr>
              <a:buNone/>
              <a:defRPr>
                <a:solidFill>
                  <a:srgbClr val="514C47"/>
                </a:solidFill>
              </a:defRPr>
            </a:lvl1pPr>
          </a:lstStyle>
          <a:p xmlns:a="http://schemas.openxmlformats.org/drawingml/2006/main">
            <a:r>
              <a:t>Copyright © 2025, Oracle and/or its affiliates |  Confidential: Internal/Restricted/Highly Restricted</a:t>
            </a:r>
            <a:endParaRPr/>
          </a:p>
        </p:txBody>
      </p:sp>
      <p:sp>
        <p:nvSpPr>
          <p:cNvPr id="8" name="Slide Number Placeholder 7">
            <a:extLst xmlns:a="http://schemas.openxmlformats.org/drawingml/2006/main">
              <a:ext uri="{FF2B5EF4-FFF2-40B4-BE49-F238E27FC236}">
                <a16:creationId xmlns:a16="http://schemas.microsoft.com/office/drawing/2014/main" id="{F0900B02-4438-4597-85D3-D93A97B15462}"/>
              </a:ext>
            </a:extLst>
          </p:cNvPr>
          <p:cNvSpPr>
            <a:spLocks xmlns:a="http://schemas.openxmlformats.org/drawingml/2006/main" noGrp="1"/>
          </p:cNvSpPr>
          <p:nvPr>
            <p:ph type="sldNum" idx="19"/>
          </p:nvPr>
        </p:nvSpPr>
        <p:spPr/>
        <p:txBody>
          <a:bodyPr xmlns:a="http://schemas.openxmlformats.org/drawingml/2006/main"/>
          <a:lstStyle xmlns:a="http://schemas.openxmlformats.org/drawingml/2006/main">
            <a:lvl1pPr>
              <a:buNone/>
              <a:defRPr>
                <a:solidFill>
                  <a:srgbClr val="514C47"/>
                </a:solidFill>
              </a:defRPr>
            </a:lvl1pPr>
          </a:lstStyle>
          <a:p xmlns:a="http://schemas.openxmlformats.org/drawingml/2006/main">
            <a:fld id="{345D60D9-5372-5F40-9443-0F9AE5BDC3C8}" type="slidenum">
              <a:t>‹#›</a:t>
            </a:fld>
            <a:endParaRPr/>
          </a:p>
        </p:txBody>
      </p:sp>
    </p:spTree>
  </p:cSld>
</p:sldLayout>
</file>

<file path=ppt/slideLayouts/slideLayout70.xml><?xml version="1.0" encoding="utf-8"?>
<p:sldLayout xmlns:p="http://schemas.openxmlformats.org/presentationml/2006/main" preserve="1" userDrawn="1">
  <p:cSld name="Dark - Title/Subtitle 3 Column">
    <p:bg>
      <p:bgRef idx="1001">
        <a:schemeClr xmlns:a="http://schemas.openxmlformats.org/drawingml/2006/main" val="bg2"/>
      </p:bgRef>
    </p:bg>
    <p:spTree>
      <p:nvGrpSpPr>
        <p:cNvPr id="1" name=""/>
        <p:cNvGrpSpPr/>
        <p:nvPr/>
      </p:nvGrpSpPr>
      <p:grpSpPr>
        <a:xfrm xmlns:a="http://schemas.openxmlformats.org/drawingml/2006/main"/>
      </p:grpSpPr>
      <p:sp>
        <p:nvSpPr>
          <p:cNvPr id="4" name="Title 1">
            <a:extLst xmlns:a="http://schemas.openxmlformats.org/drawingml/2006/main">
              <a:ext uri="{FF2B5EF4-FFF2-40B4-BE49-F238E27FC236}">
                <a16:creationId xmlns:a16="http://schemas.microsoft.com/office/drawing/2014/main" id="{3CD77C36-1C4D-DE80-1F7B-60E8297188D0}"/>
              </a:ext>
            </a:extLst>
          </p:cNvPr>
          <p:cNvSpPr>
            <a:spLocks xmlns:a="http://schemas.openxmlformats.org/drawingml/2006/main" noGrp="1"/>
          </p:cNvSpPr>
          <p:nvPr>
            <p:ph type="title" idx="0" hasCustomPrompt="1"/>
          </p:nvPr>
        </p:nvSpPr>
        <p:spPr>
          <a:xfrm xmlns:a="http://schemas.openxmlformats.org/drawingml/2006/main">
            <a:off x="768875" y="182403"/>
            <a:ext cx="10671048" cy="822960"/>
          </a:xfrm>
        </p:spPr>
        <p:txBody>
          <a:bodyPr xmlns:a="http://schemas.openxmlformats.org/drawingml/2006/main"/>
          <a:lstStyle xmlns:a="http://schemas.openxmlformats.org/drawingml/2006/main">
            <a:lvl1pPr>
              <a:lnSpc>
                <a:spcPct val="100000"/>
              </a:lnSpc>
              <a:buNone/>
              <a:defRPr b="1" i="0">
                <a:latin typeface="Oracle Sans Tab"/>
                <a:ea typeface="Oracle Sans Tab"/>
                <a:cs typeface="Oracle Sans Tab"/>
              </a:defRPr>
            </a:lvl1pPr>
          </a:lstStyle>
          <a:p xmlns:a="http://schemas.openxmlformats.org/drawingml/2006/main">
            <a:r>
              <a:t>Title</a:t>
            </a:r>
          </a:p>
        </p:txBody>
      </p:sp>
      <p:sp>
        <p:nvSpPr>
          <p:cNvPr id="9" name="Subtitle">
            <a:extLst xmlns:a="http://schemas.openxmlformats.org/drawingml/2006/main">
              <a:ext uri="{FF2B5EF4-FFF2-40B4-BE49-F238E27FC236}">
                <a16:creationId xmlns:a16="http://schemas.microsoft.com/office/drawing/2014/main" id="{1F28BA13-39F7-FD62-A580-1BFD9EDD58CA}"/>
              </a:ext>
            </a:extLst>
          </p:cNvPr>
          <p:cNvSpPr>
            <a:spLocks xmlns:a="http://schemas.openxmlformats.org/drawingml/2006/main" noGrp="1"/>
          </p:cNvSpPr>
          <p:nvPr>
            <p:ph type="body" idx="11" hasCustomPrompt="1"/>
          </p:nvPr>
        </p:nvSpPr>
        <p:spPr>
          <a:xfrm xmlns:a="http://schemas.openxmlformats.org/drawingml/2006/main">
            <a:off x="766763" y="1009904"/>
            <a:ext cx="10671048" cy="330540"/>
          </a:xfrm>
          <a:prstGeom xmlns:a="http://schemas.openxmlformats.org/drawingml/2006/main" prst="rect">
            <a:avLst/>
          </a:prstGeom>
        </p:spPr>
        <p:txBody>
          <a:bodyPr xmlns:a="http://schemas.openxmlformats.org/drawingml/2006/main" lIns="0">
            <a:noAutofit/>
          </a:bodyPr>
          <a:lstStyle xmlns:a="http://schemas.openxmlformats.org/drawingml/2006/main">
            <a:lvl1pPr marL="0" indent="0">
              <a:lnSpc>
                <a:spcPct val="100000"/>
              </a:lnSpc>
              <a:spcAft>
                <a:spcPts val="0"/>
              </a:spcAft>
              <a:buNone/>
              <a:defRPr sz="2000" b="0" i="0">
                <a:latin typeface="Oracle Sans Tab"/>
                <a:ea typeface="Oracle Sans Tab"/>
                <a:cs typeface="Oracle Sans Tab"/>
              </a:defRPr>
            </a:lvl1pPr>
          </a:lstStyle>
          <a:p xmlns:a="http://schemas.openxmlformats.org/drawingml/2006/main">
            <a:pPr lvl="0">
              <a:buNone/>
            </a:pPr>
            <a:r>
              <a:t>Subtitle</a:t>
            </a:r>
          </a:p>
        </p:txBody>
      </p:sp>
      <p:sp>
        <p:nvSpPr>
          <p:cNvPr id="2" name="Content">
            <a:extLst xmlns:a="http://schemas.openxmlformats.org/drawingml/2006/main">
              <a:ext uri="{FF2B5EF4-FFF2-40B4-BE49-F238E27FC236}">
                <a16:creationId xmlns:a16="http://schemas.microsoft.com/office/drawing/2014/main" id="{EEBF987F-38F4-709F-2C5C-6A33F92ABAC2}"/>
              </a:ext>
            </a:extLst>
          </p:cNvPr>
          <p:cNvSpPr>
            <a:spLocks xmlns:a="http://schemas.openxmlformats.org/drawingml/2006/main" noGrp="1"/>
          </p:cNvSpPr>
          <p:nvPr>
            <p:ph idx="14"/>
          </p:nvPr>
        </p:nvSpPr>
        <p:spPr>
          <a:xfrm xmlns:a="http://schemas.openxmlformats.org/drawingml/2006/main">
            <a:off x="766762" y="1600199"/>
            <a:ext cx="3291840" cy="4507992"/>
          </a:xfrm>
        </p:spPr>
        <p:txBody>
          <a:bodyPr xmlns:a="http://schemas.openxmlformats.org/drawingml/2006/main"/>
          <a:lstStyle xmlns:a="http://schemas.openxmlformats.org/drawingml/2006/main">
            <a:lvl1pPr>
              <a:lnSpc>
                <a:spcPct val="100000"/>
              </a:lnSpc>
              <a:buNone/>
              <a:defRPr sz="1600" b="0" i="0">
                <a:latin typeface="Oracle Sans Tab"/>
                <a:ea typeface="Oracle Sans Tab"/>
                <a:cs typeface="Oracle Sans Tab"/>
              </a:defRPr>
            </a:lvl1pPr>
            <a:lvl2pPr>
              <a:lnSpc>
                <a:spcPct val="100000"/>
              </a:lnSpc>
              <a:buNone/>
              <a:defRPr sz="1600" b="0" i="0">
                <a:latin typeface="Oracle Sans Tab"/>
                <a:ea typeface="Oracle Sans Tab"/>
                <a:cs typeface="Oracle Sans Tab"/>
              </a:defRPr>
            </a:lvl2pPr>
            <a:lvl3pPr>
              <a:lnSpc>
                <a:spcPct val="100000"/>
              </a:lnSpc>
              <a:buNone/>
              <a:defRPr sz="1600" b="0" i="0">
                <a:latin typeface="Oracle Sans Tab"/>
                <a:ea typeface="Oracle Sans Tab"/>
                <a:cs typeface="Oracle Sans Tab"/>
              </a:defRPr>
            </a:lvl3pPr>
            <a:lvl4pPr>
              <a:lnSpc>
                <a:spcPct val="100000"/>
              </a:lnSpc>
              <a:buNone/>
              <a:defRPr sz="1600" b="0" i="0">
                <a:latin typeface="Oracle Sans Tab"/>
                <a:ea typeface="Oracle Sans Tab"/>
                <a:cs typeface="Oracle Sans Tab"/>
              </a:defRPr>
            </a:lvl4pPr>
            <a:lvl5pPr>
              <a:lnSpc>
                <a:spcPct val="100000"/>
              </a:lnSpc>
              <a:buNone/>
              <a:defRPr sz="1600" b="0" i="0">
                <a:latin typeface="Oracle Sans Tab"/>
                <a:ea typeface="Oracle Sans Tab"/>
                <a:cs typeface="Oracle Sans Tab"/>
              </a:defRPr>
            </a:lvl5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10" name="Content">
            <a:extLst xmlns:a="http://schemas.openxmlformats.org/drawingml/2006/main">
              <a:ext uri="{FF2B5EF4-FFF2-40B4-BE49-F238E27FC236}">
                <a16:creationId xmlns:a16="http://schemas.microsoft.com/office/drawing/2014/main" id="{C8007CC0-7806-5000-E1A2-EE5C157D0752}"/>
              </a:ext>
            </a:extLst>
          </p:cNvPr>
          <p:cNvSpPr>
            <a:spLocks xmlns:a="http://schemas.openxmlformats.org/drawingml/2006/main" noGrp="1"/>
          </p:cNvSpPr>
          <p:nvPr>
            <p:ph idx="20"/>
          </p:nvPr>
        </p:nvSpPr>
        <p:spPr>
          <a:xfrm xmlns:a="http://schemas.openxmlformats.org/drawingml/2006/main">
            <a:off x="4450080" y="1607058"/>
            <a:ext cx="3291840" cy="4507992"/>
          </a:xfrm>
        </p:spPr>
        <p:txBody>
          <a:bodyPr xmlns:a="http://schemas.openxmlformats.org/drawingml/2006/main"/>
          <a:lstStyle xmlns:a="http://schemas.openxmlformats.org/drawingml/2006/main">
            <a:lvl1pPr>
              <a:lnSpc>
                <a:spcPct val="100000"/>
              </a:lnSpc>
              <a:buNone/>
              <a:defRPr sz="1600" b="0" i="0">
                <a:latin typeface="Oracle Sans Tab"/>
                <a:ea typeface="Oracle Sans Tab"/>
                <a:cs typeface="Oracle Sans Tab"/>
              </a:defRPr>
            </a:lvl1pPr>
            <a:lvl2pPr>
              <a:lnSpc>
                <a:spcPct val="100000"/>
              </a:lnSpc>
              <a:buNone/>
              <a:defRPr sz="1600" b="0" i="0">
                <a:latin typeface="Oracle Sans Tab"/>
                <a:ea typeface="Oracle Sans Tab"/>
                <a:cs typeface="Oracle Sans Tab"/>
              </a:defRPr>
            </a:lvl2pPr>
            <a:lvl3pPr>
              <a:lnSpc>
                <a:spcPct val="100000"/>
              </a:lnSpc>
              <a:buNone/>
              <a:defRPr sz="1600" b="0" i="0">
                <a:latin typeface="Oracle Sans Tab"/>
                <a:ea typeface="Oracle Sans Tab"/>
                <a:cs typeface="Oracle Sans Tab"/>
              </a:defRPr>
            </a:lvl3pPr>
            <a:lvl4pPr>
              <a:lnSpc>
                <a:spcPct val="100000"/>
              </a:lnSpc>
              <a:buNone/>
              <a:defRPr sz="1600" b="0" i="0">
                <a:latin typeface="Oracle Sans Tab"/>
                <a:ea typeface="Oracle Sans Tab"/>
                <a:cs typeface="Oracle Sans Tab"/>
              </a:defRPr>
            </a:lvl4pPr>
            <a:lvl5pPr>
              <a:lnSpc>
                <a:spcPct val="100000"/>
              </a:lnSpc>
              <a:buNone/>
              <a:defRPr sz="1600" b="0" i="0">
                <a:latin typeface="Oracle Sans Tab"/>
                <a:ea typeface="Oracle Sans Tab"/>
                <a:cs typeface="Oracle Sans Tab"/>
              </a:defRPr>
            </a:lvl5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11" name="Content">
            <a:extLst xmlns:a="http://schemas.openxmlformats.org/drawingml/2006/main">
              <a:ext uri="{FF2B5EF4-FFF2-40B4-BE49-F238E27FC236}">
                <a16:creationId xmlns:a16="http://schemas.microsoft.com/office/drawing/2014/main" id="{67D5716D-0077-0121-818A-02B0496ECCC9}"/>
              </a:ext>
            </a:extLst>
          </p:cNvPr>
          <p:cNvSpPr>
            <a:spLocks xmlns:a="http://schemas.openxmlformats.org/drawingml/2006/main" noGrp="1"/>
          </p:cNvSpPr>
          <p:nvPr>
            <p:ph idx="21"/>
          </p:nvPr>
        </p:nvSpPr>
        <p:spPr>
          <a:xfrm xmlns:a="http://schemas.openxmlformats.org/drawingml/2006/main">
            <a:off x="8133398" y="1613917"/>
            <a:ext cx="3291840" cy="4507992"/>
          </a:xfrm>
        </p:spPr>
        <p:txBody>
          <a:bodyPr xmlns:a="http://schemas.openxmlformats.org/drawingml/2006/main"/>
          <a:lstStyle xmlns:a="http://schemas.openxmlformats.org/drawingml/2006/main">
            <a:lvl1pPr>
              <a:lnSpc>
                <a:spcPct val="100000"/>
              </a:lnSpc>
              <a:buNone/>
              <a:defRPr sz="1600" b="0" i="0">
                <a:latin typeface="Oracle Sans Tab"/>
                <a:ea typeface="Oracle Sans Tab"/>
                <a:cs typeface="Oracle Sans Tab"/>
              </a:defRPr>
            </a:lvl1pPr>
            <a:lvl2pPr>
              <a:lnSpc>
                <a:spcPct val="100000"/>
              </a:lnSpc>
              <a:buNone/>
              <a:defRPr sz="1600" b="0" i="0">
                <a:latin typeface="Oracle Sans Tab"/>
                <a:ea typeface="Oracle Sans Tab"/>
                <a:cs typeface="Oracle Sans Tab"/>
              </a:defRPr>
            </a:lvl2pPr>
            <a:lvl3pPr>
              <a:lnSpc>
                <a:spcPct val="100000"/>
              </a:lnSpc>
              <a:buNone/>
              <a:defRPr sz="1600" b="0" i="0">
                <a:latin typeface="Oracle Sans Tab"/>
                <a:ea typeface="Oracle Sans Tab"/>
                <a:cs typeface="Oracle Sans Tab"/>
              </a:defRPr>
            </a:lvl3pPr>
            <a:lvl4pPr>
              <a:lnSpc>
                <a:spcPct val="100000"/>
              </a:lnSpc>
              <a:buNone/>
              <a:defRPr sz="1600" b="0" i="0">
                <a:latin typeface="Oracle Sans Tab"/>
                <a:ea typeface="Oracle Sans Tab"/>
                <a:cs typeface="Oracle Sans Tab"/>
              </a:defRPr>
            </a:lvl4pPr>
            <a:lvl5pPr>
              <a:lnSpc>
                <a:spcPct val="100000"/>
              </a:lnSpc>
              <a:buNone/>
              <a:defRPr sz="1600" b="0" i="0">
                <a:latin typeface="Oracle Sans Tab"/>
                <a:ea typeface="Oracle Sans Tab"/>
                <a:cs typeface="Oracle Sans Tab"/>
              </a:defRPr>
            </a:lvl5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15" name="Column Divider">
            <a:extLst xmlns:a="http://schemas.openxmlformats.org/drawingml/2006/main">
              <a:ext uri="{FF2B5EF4-FFF2-40B4-BE49-F238E27FC236}">
                <a16:creationId xmlns:a16="http://schemas.microsoft.com/office/drawing/2014/main" id="{0CC00785-7BD8-4F57-BF91-456F01B6FFE2}"/>
              </a:ext>
            </a:extLst>
          </p:cNvPr>
          <p:cNvSpPr>
            <a:spLocks xmlns:a="http://schemas.openxmlformats.org/drawingml/2006/main" noGrp="1"/>
          </p:cNvSpPr>
          <p:nvPr/>
        </p:nvSpPr>
        <p:spPr>
          <a:xfrm xmlns:a="http://schemas.openxmlformats.org/drawingml/2006/main">
            <a:off x="4261915" y="1609725"/>
            <a:ext cx="0" cy="4507992"/>
          </a:xfrm>
          <a:prstGeom xmlns:a="http://schemas.openxmlformats.org/drawingml/2006/main" prst="line">
            <a:avLst/>
          </a:prstGeom>
          <a:ln xmlns:a="http://schemas.openxmlformats.org/drawingml/2006/main" w="12700">
            <a:solidFill>
              <a:srgbClr val="8B8580">
                <a:alpha val="25000"/>
              </a:srgbClr>
            </a:solidFill>
            <a:prstDash val="solid"/>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sp>
      <p:sp>
        <p:nvSpPr>
          <p:cNvPr id="23" name="Column Divider 2">
            <a:extLst xmlns:a="http://schemas.openxmlformats.org/drawingml/2006/main">
              <a:ext uri="{FF2B5EF4-FFF2-40B4-BE49-F238E27FC236}">
                <a16:creationId xmlns:a16="http://schemas.microsoft.com/office/drawing/2014/main" id="{0B23B4F9-3AC8-4F55-A970-22A3DAA857CB}"/>
              </a:ext>
            </a:extLst>
          </p:cNvPr>
          <p:cNvSpPr>
            <a:spLocks xmlns:a="http://schemas.openxmlformats.org/drawingml/2006/main" noGrp="1"/>
          </p:cNvSpPr>
          <p:nvPr/>
        </p:nvSpPr>
        <p:spPr>
          <a:xfrm xmlns:a="http://schemas.openxmlformats.org/drawingml/2006/main">
            <a:off x="7951236" y="1609725"/>
            <a:ext cx="0" cy="4507992"/>
          </a:xfrm>
          <a:prstGeom xmlns:a="http://schemas.openxmlformats.org/drawingml/2006/main" prst="line">
            <a:avLst/>
          </a:prstGeom>
          <a:ln xmlns:a="http://schemas.openxmlformats.org/drawingml/2006/main" w="12700">
            <a:solidFill>
              <a:srgbClr val="8B8580">
                <a:alpha val="25000"/>
              </a:srgbClr>
            </a:solidFill>
            <a:prstDash val="solid"/>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sp>
      <p:sp>
        <p:nvSpPr>
          <p:cNvPr id="8" name="Slide Number Placeholder 7">
            <a:extLst xmlns:a="http://schemas.openxmlformats.org/drawingml/2006/main">
              <a:ext uri="{FF2B5EF4-FFF2-40B4-BE49-F238E27FC236}">
                <a16:creationId xmlns:a16="http://schemas.microsoft.com/office/drawing/2014/main" id="{8FC14E1F-DA7F-492C-AFEB-BC17569A9002}"/>
              </a:ext>
            </a:extLst>
          </p:cNvPr>
          <p:cNvSpPr>
            <a:spLocks xmlns:a="http://schemas.openxmlformats.org/drawingml/2006/main" noGrp="1"/>
          </p:cNvSpPr>
          <p:nvPr>
            <p:ph type="sldNum" idx="19"/>
          </p:nvPr>
        </p:nvSpPr>
        <p:spPr/>
        <p:txBody>
          <a:bodyPr xmlns:a="http://schemas.openxmlformats.org/drawingml/2006/main"/>
          <a:lstStyle xmlns:a="http://schemas.openxmlformats.org/drawingml/2006/main">
            <a:lvl1pPr>
              <a:buNone/>
              <a:defRPr sz="800">
                <a:solidFill>
                  <a:srgbClr val="AEA8A2"/>
                </a:solidFill>
                <a:latin typeface="+mn-lt"/>
                <a:ea typeface="+mn-lt"/>
                <a:cs typeface="+mn-lt"/>
              </a:defRPr>
            </a:lvl1pPr>
          </a:lstStyle>
          <a:p xmlns:a="http://schemas.openxmlformats.org/drawingml/2006/main">
            <a:fld id="{345D60D9-5372-5F40-9443-0F9AE5BDC3C8}" type="slidenum">
              <a:t>‹#›</a:t>
            </a:fld>
            <a:endParaRPr/>
          </a:p>
        </p:txBody>
      </p:sp>
      <p:sp>
        <p:nvSpPr>
          <p:cNvPr id="7" name="Footer Placeholder 6">
            <a:extLst xmlns:a="http://schemas.openxmlformats.org/drawingml/2006/main">
              <a:ext uri="{FF2B5EF4-FFF2-40B4-BE49-F238E27FC236}">
                <a16:creationId xmlns:a16="http://schemas.microsoft.com/office/drawing/2014/main" id="{FF0DBBB3-F562-4D09-B7E5-45C9C98CE1B5}"/>
              </a:ext>
            </a:extLst>
          </p:cNvPr>
          <p:cNvSpPr>
            <a:spLocks xmlns:a="http://schemas.openxmlformats.org/drawingml/2006/main" noGrp="1"/>
          </p:cNvSpPr>
          <p:nvPr>
            <p:ph type="ftr" idx="18"/>
          </p:nvPr>
        </p:nvSpPr>
        <p:spPr/>
        <p:txBody>
          <a:bodyPr xmlns:a="http://schemas.openxmlformats.org/drawingml/2006/main"/>
          <a:lstStyle xmlns:a="http://schemas.openxmlformats.org/drawingml/2006/main">
            <a:lvl1pPr>
              <a:buNone/>
              <a:defRPr sz="800">
                <a:solidFill>
                  <a:srgbClr val="AEA8A2"/>
                </a:solidFill>
                <a:latin typeface="+mn-lt"/>
                <a:ea typeface="+mn-lt"/>
                <a:cs typeface="+mn-lt"/>
              </a:defRPr>
            </a:lvl1pPr>
          </a:lstStyle>
          <a:p xmlns:a="http://schemas.openxmlformats.org/drawingml/2006/main">
            <a:r>
              <a:t>Copyright © 2025, Oracle and/or its affiliates |  Confidential: Internal/Restricted/Highly Restricted</a:t>
            </a:r>
            <a:endParaRPr/>
          </a:p>
        </p:txBody>
      </p:sp>
      <p:sp>
        <p:nvSpPr>
          <p:cNvPr id="5" name="Date Placeholder 4">
            <a:extLst xmlns:a="http://schemas.openxmlformats.org/drawingml/2006/main">
              <a:ext uri="{FF2B5EF4-FFF2-40B4-BE49-F238E27FC236}">
                <a16:creationId xmlns:a16="http://schemas.microsoft.com/office/drawing/2014/main" id="{E77E4DB8-9644-4581-BEED-809BCD3EA9C1}"/>
              </a:ext>
            </a:extLst>
          </p:cNvPr>
          <p:cNvSpPr>
            <a:spLocks xmlns:a="http://schemas.openxmlformats.org/drawingml/2006/main" noGrp="1"/>
          </p:cNvSpPr>
          <p:nvPr>
            <p:ph type="dt" idx="17"/>
          </p:nvPr>
        </p:nvSpPr>
        <p:spPr/>
        <p:txBody>
          <a:bodyPr xmlns:a="http://schemas.openxmlformats.org/drawingml/2006/main"/>
          <a:lstStyle xmlns:a="http://schemas.openxmlformats.org/drawingml/2006/main">
            <a:lvl1pPr>
              <a:buNone/>
              <a:defRPr sz="800">
                <a:solidFill>
                  <a:srgbClr val="AEA8A2"/>
                </a:solidFill>
                <a:latin typeface="+mn-lt"/>
                <a:ea typeface="+mn-lt"/>
                <a:cs typeface="+mn-lt"/>
              </a:defRPr>
            </a:lvl1pPr>
          </a:lstStyle>
          <a:p xmlns:a="http://schemas.openxmlformats.org/drawingml/2006/main">
            <a:r>
              <a:t>[Date]</a:t>
            </a:r>
            <a:endParaRPr/>
          </a:p>
        </p:txBody>
      </p:sp>
    </p:spTree>
  </p:cSld>
</p:sldLayout>
</file>

<file path=ppt/slideLayouts/slideLayout71.xml><?xml version="1.0" encoding="utf-8"?>
<p:sldLayout xmlns:p="http://schemas.openxmlformats.org/presentationml/2006/main" preserve="1" userDrawn="1">
  <p:cSld name="Dark - Title/Subtitle 4 Column">
    <p:bg>
      <p:bgRef idx="1001">
        <a:schemeClr xmlns:a="http://schemas.openxmlformats.org/drawingml/2006/main" val="bg2"/>
      </p:bgRef>
    </p:bg>
    <p:spTree>
      <p:nvGrpSpPr>
        <p:cNvPr id="1" name=""/>
        <p:cNvGrpSpPr/>
        <p:nvPr/>
      </p:nvGrpSpPr>
      <p:grpSpPr>
        <a:xfrm xmlns:a="http://schemas.openxmlformats.org/drawingml/2006/main"/>
      </p:grpSpPr>
      <p:sp>
        <p:nvSpPr>
          <p:cNvPr id="6" name="Content">
            <a:extLst xmlns:a="http://schemas.openxmlformats.org/drawingml/2006/main">
              <a:ext uri="{FF2B5EF4-FFF2-40B4-BE49-F238E27FC236}">
                <a16:creationId xmlns:a16="http://schemas.microsoft.com/office/drawing/2014/main" id="{238CEDEE-F37B-4496-9270-0479A31C9762}"/>
              </a:ext>
            </a:extLst>
          </p:cNvPr>
          <p:cNvSpPr>
            <a:spLocks xmlns:a="http://schemas.openxmlformats.org/drawingml/2006/main" noGrp="1"/>
          </p:cNvSpPr>
          <p:nvPr>
            <p:ph idx="14"/>
          </p:nvPr>
        </p:nvSpPr>
        <p:spPr>
          <a:xfrm xmlns:a="http://schemas.openxmlformats.org/drawingml/2006/main">
            <a:off x="766763" y="1609726"/>
            <a:ext cx="2468880" cy="4507992"/>
          </a:xfrm>
        </p:spPr>
        <p:txBody>
          <a:bodyPr xmlns:a="http://schemas.openxmlformats.org/drawingml/2006/main"/>
          <a:lstStyle xmlns:a="http://schemas.openxmlformats.org/drawingml/2006/main">
            <a:lvl1pPr>
              <a:lnSpc>
                <a:spcPct val="100000"/>
              </a:lnSpc>
              <a:buNone/>
              <a:defRPr/>
            </a:lvl1pPr>
            <a:lvl2pPr>
              <a:lnSpc>
                <a:spcPct val="100000"/>
              </a:lnSpc>
              <a:buNone/>
              <a:defRPr/>
            </a:lvl2pPr>
            <a:lvl3pPr>
              <a:lnSpc>
                <a:spcPct val="100000"/>
              </a:lnSpc>
              <a:buNone/>
              <a:defRPr/>
            </a:lvl3pPr>
            <a:lvl4pPr>
              <a:lnSpc>
                <a:spcPct val="100000"/>
              </a:lnSpc>
              <a:buNone/>
              <a:defRPr/>
            </a:lvl4pPr>
            <a:lvl5pPr>
              <a:lnSpc>
                <a:spcPct val="100000"/>
              </a:lnSpc>
              <a:buNone/>
              <a:defRPr/>
            </a:lvl5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18" name="Content 2">
            <a:extLst xmlns:a="http://schemas.openxmlformats.org/drawingml/2006/main">
              <a:ext uri="{FF2B5EF4-FFF2-40B4-BE49-F238E27FC236}">
                <a16:creationId xmlns:a16="http://schemas.microsoft.com/office/drawing/2014/main" id="{22A9895A-06CA-46D6-B3EB-7038E6493585}"/>
              </a:ext>
            </a:extLst>
          </p:cNvPr>
          <p:cNvSpPr>
            <a:spLocks xmlns:a="http://schemas.openxmlformats.org/drawingml/2006/main" noGrp="1"/>
          </p:cNvSpPr>
          <p:nvPr>
            <p:ph idx="15"/>
          </p:nvPr>
        </p:nvSpPr>
        <p:spPr>
          <a:xfrm xmlns:a="http://schemas.openxmlformats.org/drawingml/2006/main">
            <a:off x="3500819" y="1609725"/>
            <a:ext cx="2468880" cy="4507992"/>
          </a:xfrm>
        </p:spPr>
        <p:txBody>
          <a:bodyPr xmlns:a="http://schemas.openxmlformats.org/drawingml/2006/main"/>
          <a:lstStyle xmlns:a="http://schemas.openxmlformats.org/drawingml/2006/main">
            <a:lvl1pPr>
              <a:lnSpc>
                <a:spcPct val="100000"/>
              </a:lnSpc>
              <a:buNone/>
              <a:defRPr/>
            </a:lvl1pPr>
            <a:lvl2pPr>
              <a:lnSpc>
                <a:spcPct val="100000"/>
              </a:lnSpc>
              <a:buNone/>
              <a:defRPr/>
            </a:lvl2pPr>
            <a:lvl3pPr>
              <a:lnSpc>
                <a:spcPct val="100000"/>
              </a:lnSpc>
              <a:buNone/>
              <a:defRPr/>
            </a:lvl3pPr>
            <a:lvl4pPr>
              <a:lnSpc>
                <a:spcPct val="100000"/>
              </a:lnSpc>
              <a:buNone/>
              <a:defRPr/>
            </a:lvl4pPr>
            <a:lvl5pPr>
              <a:lnSpc>
                <a:spcPct val="100000"/>
              </a:lnSpc>
              <a:buNone/>
              <a:defRPr/>
            </a:lvl5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21" name="Content 3">
            <a:extLst xmlns:a="http://schemas.openxmlformats.org/drawingml/2006/main">
              <a:ext uri="{FF2B5EF4-FFF2-40B4-BE49-F238E27FC236}">
                <a16:creationId xmlns:a16="http://schemas.microsoft.com/office/drawing/2014/main" id="{58EF7396-F6CE-404A-B85F-455D3F5341AE}"/>
              </a:ext>
            </a:extLst>
          </p:cNvPr>
          <p:cNvSpPr>
            <a:spLocks xmlns:a="http://schemas.openxmlformats.org/drawingml/2006/main" noGrp="1"/>
          </p:cNvSpPr>
          <p:nvPr>
            <p:ph idx="16"/>
          </p:nvPr>
        </p:nvSpPr>
        <p:spPr>
          <a:xfrm xmlns:a="http://schemas.openxmlformats.org/drawingml/2006/main">
            <a:off x="6234875" y="1609725"/>
            <a:ext cx="2468880" cy="4507992"/>
          </a:xfrm>
        </p:spPr>
        <p:txBody>
          <a:bodyPr xmlns:a="http://schemas.openxmlformats.org/drawingml/2006/main"/>
          <a:lstStyle xmlns:a="http://schemas.openxmlformats.org/drawingml/2006/main">
            <a:lvl1pPr>
              <a:lnSpc>
                <a:spcPct val="100000"/>
              </a:lnSpc>
              <a:buNone/>
              <a:defRPr/>
            </a:lvl1pPr>
            <a:lvl2pPr>
              <a:lnSpc>
                <a:spcPct val="100000"/>
              </a:lnSpc>
              <a:buNone/>
              <a:defRPr/>
            </a:lvl2pPr>
            <a:lvl3pPr>
              <a:lnSpc>
                <a:spcPct val="100000"/>
              </a:lnSpc>
              <a:buNone/>
              <a:defRPr/>
            </a:lvl3pPr>
            <a:lvl4pPr>
              <a:lnSpc>
                <a:spcPct val="100000"/>
              </a:lnSpc>
              <a:buNone/>
              <a:defRPr/>
            </a:lvl4pPr>
            <a:lvl5pPr>
              <a:lnSpc>
                <a:spcPct val="100000"/>
              </a:lnSpc>
              <a:buNone/>
              <a:defRPr/>
            </a:lvl5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8" name="Slide Number Placeholder 7">
            <a:extLst xmlns:a="http://schemas.openxmlformats.org/drawingml/2006/main">
              <a:ext uri="{FF2B5EF4-FFF2-40B4-BE49-F238E27FC236}">
                <a16:creationId xmlns:a16="http://schemas.microsoft.com/office/drawing/2014/main" id="{8FC14E1F-DA7F-492C-AFEB-BC17569A9002}"/>
              </a:ext>
            </a:extLst>
          </p:cNvPr>
          <p:cNvSpPr>
            <a:spLocks xmlns:a="http://schemas.openxmlformats.org/drawingml/2006/main" noGrp="1"/>
          </p:cNvSpPr>
          <p:nvPr>
            <p:ph type="sldNum" idx="19"/>
          </p:nvPr>
        </p:nvSpPr>
        <p:spPr/>
        <p:txBody>
          <a:bodyPr xmlns:a="http://schemas.openxmlformats.org/drawingml/2006/main"/>
          <a:lstStyle xmlns:a="http://schemas.openxmlformats.org/drawingml/2006/main">
            <a:lvl1pPr>
              <a:buNone/>
              <a:defRPr sz="800">
                <a:solidFill>
                  <a:srgbClr val="AEA8A2"/>
                </a:solidFill>
                <a:latin typeface="+mn-lt"/>
                <a:ea typeface="+mn-lt"/>
                <a:cs typeface="+mn-lt"/>
              </a:defRPr>
            </a:lvl1pPr>
          </a:lstStyle>
          <a:p xmlns:a="http://schemas.openxmlformats.org/drawingml/2006/main">
            <a:fld id="{345D60D9-5372-5F40-9443-0F9AE5BDC3C8}" type="slidenum">
              <a:t>‹#›</a:t>
            </a:fld>
            <a:endParaRPr/>
          </a:p>
        </p:txBody>
      </p:sp>
      <p:sp>
        <p:nvSpPr>
          <p:cNvPr id="7" name="Footer Placeholder 6">
            <a:extLst xmlns:a="http://schemas.openxmlformats.org/drawingml/2006/main">
              <a:ext uri="{FF2B5EF4-FFF2-40B4-BE49-F238E27FC236}">
                <a16:creationId xmlns:a16="http://schemas.microsoft.com/office/drawing/2014/main" id="{FF0DBBB3-F562-4D09-B7E5-45C9C98CE1B5}"/>
              </a:ext>
            </a:extLst>
          </p:cNvPr>
          <p:cNvSpPr>
            <a:spLocks xmlns:a="http://schemas.openxmlformats.org/drawingml/2006/main" noGrp="1"/>
          </p:cNvSpPr>
          <p:nvPr>
            <p:ph type="ftr" idx="18"/>
          </p:nvPr>
        </p:nvSpPr>
        <p:spPr/>
        <p:txBody>
          <a:bodyPr xmlns:a="http://schemas.openxmlformats.org/drawingml/2006/main"/>
          <a:lstStyle xmlns:a="http://schemas.openxmlformats.org/drawingml/2006/main">
            <a:lvl1pPr>
              <a:buNone/>
              <a:defRPr sz="800">
                <a:solidFill>
                  <a:srgbClr val="AEA8A2"/>
                </a:solidFill>
                <a:latin typeface="+mn-lt"/>
                <a:ea typeface="+mn-lt"/>
                <a:cs typeface="+mn-lt"/>
              </a:defRPr>
            </a:lvl1pPr>
          </a:lstStyle>
          <a:p xmlns:a="http://schemas.openxmlformats.org/drawingml/2006/main">
            <a:r>
              <a:t>Copyright © 2025, Oracle and/or its affiliates |  Confidential: Internal/Restricted/Highly Restricted</a:t>
            </a:r>
            <a:endParaRPr/>
          </a:p>
        </p:txBody>
      </p:sp>
      <p:sp>
        <p:nvSpPr>
          <p:cNvPr id="5" name="Date Placeholder 4">
            <a:extLst xmlns:a="http://schemas.openxmlformats.org/drawingml/2006/main">
              <a:ext uri="{FF2B5EF4-FFF2-40B4-BE49-F238E27FC236}">
                <a16:creationId xmlns:a16="http://schemas.microsoft.com/office/drawing/2014/main" id="{E77E4DB8-9644-4581-BEED-809BCD3EA9C1}"/>
              </a:ext>
            </a:extLst>
          </p:cNvPr>
          <p:cNvSpPr>
            <a:spLocks xmlns:a="http://schemas.openxmlformats.org/drawingml/2006/main" noGrp="1"/>
          </p:cNvSpPr>
          <p:nvPr>
            <p:ph type="dt" idx="17"/>
          </p:nvPr>
        </p:nvSpPr>
        <p:spPr/>
        <p:txBody>
          <a:bodyPr xmlns:a="http://schemas.openxmlformats.org/drawingml/2006/main"/>
          <a:lstStyle xmlns:a="http://schemas.openxmlformats.org/drawingml/2006/main">
            <a:lvl1pPr>
              <a:buNone/>
              <a:defRPr sz="800">
                <a:solidFill>
                  <a:srgbClr val="AEA8A2"/>
                </a:solidFill>
                <a:latin typeface="+mn-lt"/>
                <a:ea typeface="+mn-lt"/>
                <a:cs typeface="+mn-lt"/>
              </a:defRPr>
            </a:lvl1pPr>
          </a:lstStyle>
          <a:p xmlns:a="http://schemas.openxmlformats.org/drawingml/2006/main">
            <a:r>
              <a:t>[Date]</a:t>
            </a:r>
            <a:endParaRPr/>
          </a:p>
        </p:txBody>
      </p:sp>
      <p:sp>
        <p:nvSpPr>
          <p:cNvPr id="4" name="Title 1">
            <a:extLst xmlns:a="http://schemas.openxmlformats.org/drawingml/2006/main">
              <a:ext uri="{FF2B5EF4-FFF2-40B4-BE49-F238E27FC236}">
                <a16:creationId xmlns:a16="http://schemas.microsoft.com/office/drawing/2014/main" id="{3CD77C36-1C4D-DE80-1F7B-60E8297188D0}"/>
              </a:ext>
            </a:extLst>
          </p:cNvPr>
          <p:cNvSpPr>
            <a:spLocks xmlns:a="http://schemas.openxmlformats.org/drawingml/2006/main" noGrp="1"/>
          </p:cNvSpPr>
          <p:nvPr>
            <p:ph type="title" idx="0" hasCustomPrompt="1"/>
          </p:nvPr>
        </p:nvSpPr>
        <p:spPr>
          <a:xfrm xmlns:a="http://schemas.openxmlformats.org/drawingml/2006/main">
            <a:off x="768875" y="182403"/>
            <a:ext cx="10671048" cy="822960"/>
          </a:xfrm>
        </p:spPr>
        <p:txBody>
          <a:bodyPr xmlns:a="http://schemas.openxmlformats.org/drawingml/2006/main"/>
          <a:lstStyle xmlns:a="http://schemas.openxmlformats.org/drawingml/2006/main">
            <a:lvl1pPr>
              <a:lnSpc>
                <a:spcPct val="100000"/>
              </a:lnSpc>
              <a:buNone/>
              <a:defRPr b="1" i="0">
                <a:latin typeface="Oracle Sans Tab"/>
                <a:ea typeface="Oracle Sans Tab"/>
                <a:cs typeface="Oracle Sans Tab"/>
              </a:defRPr>
            </a:lvl1pPr>
          </a:lstStyle>
          <a:p xmlns:a="http://schemas.openxmlformats.org/drawingml/2006/main">
            <a:r>
              <a:t>Title</a:t>
            </a:r>
          </a:p>
        </p:txBody>
      </p:sp>
      <p:sp>
        <p:nvSpPr>
          <p:cNvPr id="9" name="Subtitle">
            <a:extLst xmlns:a="http://schemas.openxmlformats.org/drawingml/2006/main">
              <a:ext uri="{FF2B5EF4-FFF2-40B4-BE49-F238E27FC236}">
                <a16:creationId xmlns:a16="http://schemas.microsoft.com/office/drawing/2014/main" id="{1F28BA13-39F7-FD62-A580-1BFD9EDD58CA}"/>
              </a:ext>
            </a:extLst>
          </p:cNvPr>
          <p:cNvSpPr>
            <a:spLocks xmlns:a="http://schemas.openxmlformats.org/drawingml/2006/main" noGrp="1"/>
          </p:cNvSpPr>
          <p:nvPr>
            <p:ph type="body" idx="11" hasCustomPrompt="1"/>
          </p:nvPr>
        </p:nvSpPr>
        <p:spPr>
          <a:xfrm xmlns:a="http://schemas.openxmlformats.org/drawingml/2006/main">
            <a:off x="766763" y="1009904"/>
            <a:ext cx="10671048" cy="330540"/>
          </a:xfrm>
          <a:prstGeom xmlns:a="http://schemas.openxmlformats.org/drawingml/2006/main" prst="rect">
            <a:avLst/>
          </a:prstGeom>
        </p:spPr>
        <p:txBody>
          <a:bodyPr xmlns:a="http://schemas.openxmlformats.org/drawingml/2006/main" lIns="0">
            <a:noAutofit/>
          </a:bodyPr>
          <a:lstStyle xmlns:a="http://schemas.openxmlformats.org/drawingml/2006/main">
            <a:lvl1pPr marL="0" indent="0">
              <a:lnSpc>
                <a:spcPct val="100000"/>
              </a:lnSpc>
              <a:spcAft>
                <a:spcPts val="0"/>
              </a:spcAft>
              <a:buNone/>
              <a:defRPr sz="2000" b="0" i="0">
                <a:latin typeface="Oracle Sans Tab"/>
                <a:ea typeface="Oracle Sans Tab"/>
                <a:cs typeface="Oracle Sans Tab"/>
              </a:defRPr>
            </a:lvl1pPr>
          </a:lstStyle>
          <a:p xmlns:a="http://schemas.openxmlformats.org/drawingml/2006/main">
            <a:pPr lvl="0">
              <a:buNone/>
            </a:pPr>
            <a:r>
              <a:t>Subtitle</a:t>
            </a:r>
          </a:p>
        </p:txBody>
      </p:sp>
      <p:sp>
        <p:nvSpPr>
          <p:cNvPr id="2" name="Content 3">
            <a:extLst xmlns:a="http://schemas.openxmlformats.org/drawingml/2006/main">
              <a:ext uri="{FF2B5EF4-FFF2-40B4-BE49-F238E27FC236}">
                <a16:creationId xmlns:a16="http://schemas.microsoft.com/office/drawing/2014/main" id="{D3DD214E-B770-0B46-25F4-55FE29C664BE}"/>
              </a:ext>
            </a:extLst>
          </p:cNvPr>
          <p:cNvSpPr>
            <a:spLocks xmlns:a="http://schemas.openxmlformats.org/drawingml/2006/main" noGrp="1"/>
          </p:cNvSpPr>
          <p:nvPr>
            <p:ph idx="20"/>
          </p:nvPr>
        </p:nvSpPr>
        <p:spPr>
          <a:xfrm xmlns:a="http://schemas.openxmlformats.org/drawingml/2006/main">
            <a:off x="8968931" y="1605827"/>
            <a:ext cx="2468880" cy="4507992"/>
          </a:xfrm>
        </p:spPr>
        <p:txBody>
          <a:bodyPr xmlns:a="http://schemas.openxmlformats.org/drawingml/2006/main"/>
          <a:lstStyle xmlns:a="http://schemas.openxmlformats.org/drawingml/2006/main">
            <a:lvl1pPr>
              <a:lnSpc>
                <a:spcPct val="100000"/>
              </a:lnSpc>
              <a:buNone/>
              <a:defRPr/>
            </a:lvl1pPr>
            <a:lvl2pPr>
              <a:lnSpc>
                <a:spcPct val="100000"/>
              </a:lnSpc>
              <a:buNone/>
              <a:defRPr/>
            </a:lvl2pPr>
            <a:lvl3pPr>
              <a:lnSpc>
                <a:spcPct val="100000"/>
              </a:lnSpc>
              <a:buNone/>
              <a:defRPr/>
            </a:lvl3pPr>
            <a:lvl4pPr>
              <a:lnSpc>
                <a:spcPct val="100000"/>
              </a:lnSpc>
              <a:buNone/>
              <a:defRPr/>
            </a:lvl4pPr>
            <a:lvl5pPr>
              <a:lnSpc>
                <a:spcPct val="100000"/>
              </a:lnSpc>
              <a:buNone/>
              <a:defRPr/>
            </a:lvl5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15" name="Column Divider">
            <a:extLst xmlns:a="http://schemas.openxmlformats.org/drawingml/2006/main">
              <a:ext uri="{FF2B5EF4-FFF2-40B4-BE49-F238E27FC236}">
                <a16:creationId xmlns:a16="http://schemas.microsoft.com/office/drawing/2014/main" id="{897E9DA1-1ABC-4366-BF4C-77A67836DCB4}"/>
              </a:ext>
            </a:extLst>
          </p:cNvPr>
          <p:cNvSpPr>
            <a:spLocks xmlns:a="http://schemas.openxmlformats.org/drawingml/2006/main" noGrp="1"/>
          </p:cNvSpPr>
          <p:nvPr/>
        </p:nvSpPr>
        <p:spPr>
          <a:xfrm xmlns:a="http://schemas.openxmlformats.org/drawingml/2006/main">
            <a:off x="3364740" y="1622606"/>
            <a:ext cx="0" cy="4507992"/>
          </a:xfrm>
          <a:prstGeom xmlns:a="http://schemas.openxmlformats.org/drawingml/2006/main" prst="line">
            <a:avLst/>
          </a:prstGeom>
          <a:ln xmlns:a="http://schemas.openxmlformats.org/drawingml/2006/main" w="12700">
            <a:solidFill>
              <a:srgbClr val="8B8580">
                <a:alpha val="25000"/>
              </a:srgbClr>
            </a:solidFill>
            <a:prstDash val="solid"/>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sp>
      <p:sp>
        <p:nvSpPr>
          <p:cNvPr id="3" name="Column Divider">
            <a:extLst xmlns:a="http://schemas.openxmlformats.org/drawingml/2006/main">
              <a:ext uri="{FF2B5EF4-FFF2-40B4-BE49-F238E27FC236}">
                <a16:creationId xmlns:a16="http://schemas.microsoft.com/office/drawing/2014/main" id="{3584861C-60E9-4B1C-95CF-4038508FD1FF}"/>
              </a:ext>
            </a:extLst>
          </p:cNvPr>
          <p:cNvSpPr>
            <a:spLocks xmlns:a="http://schemas.openxmlformats.org/drawingml/2006/main" noGrp="1"/>
          </p:cNvSpPr>
          <p:nvPr/>
        </p:nvSpPr>
        <p:spPr>
          <a:xfrm xmlns:a="http://schemas.openxmlformats.org/drawingml/2006/main">
            <a:off x="6104399" y="1622606"/>
            <a:ext cx="0" cy="4507992"/>
          </a:xfrm>
          <a:prstGeom xmlns:a="http://schemas.openxmlformats.org/drawingml/2006/main" prst="line">
            <a:avLst/>
          </a:prstGeom>
          <a:ln xmlns:a="http://schemas.openxmlformats.org/drawingml/2006/main" w="12700">
            <a:solidFill>
              <a:srgbClr val="8B8580">
                <a:alpha val="25000"/>
              </a:srgbClr>
            </a:solidFill>
            <a:prstDash val="solid"/>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sp>
      <p:sp>
        <p:nvSpPr>
          <p:cNvPr id="10" name="Column Divider">
            <a:extLst xmlns:a="http://schemas.openxmlformats.org/drawingml/2006/main">
              <a:ext uri="{FF2B5EF4-FFF2-40B4-BE49-F238E27FC236}">
                <a16:creationId xmlns:a16="http://schemas.microsoft.com/office/drawing/2014/main" id="{234BC46E-6BB7-41A3-B708-4D41AB8AEC2C}"/>
              </a:ext>
            </a:extLst>
          </p:cNvPr>
          <p:cNvSpPr>
            <a:spLocks xmlns:a="http://schemas.openxmlformats.org/drawingml/2006/main" noGrp="1"/>
          </p:cNvSpPr>
          <p:nvPr/>
        </p:nvSpPr>
        <p:spPr>
          <a:xfrm xmlns:a="http://schemas.openxmlformats.org/drawingml/2006/main">
            <a:off x="8840439" y="1622606"/>
            <a:ext cx="0" cy="4507992"/>
          </a:xfrm>
          <a:prstGeom xmlns:a="http://schemas.openxmlformats.org/drawingml/2006/main" prst="line">
            <a:avLst/>
          </a:prstGeom>
          <a:ln xmlns:a="http://schemas.openxmlformats.org/drawingml/2006/main" w="12700">
            <a:solidFill>
              <a:srgbClr val="8B8580">
                <a:alpha val="25000"/>
              </a:srgbClr>
            </a:solidFill>
            <a:prstDash val="solid"/>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sp>
    </p:spTree>
  </p:cSld>
</p:sldLayout>
</file>

<file path=ppt/slideLayouts/slideLayout72.xml><?xml version="1.0" encoding="utf-8"?>
<p:sldLayout xmlns:p="http://schemas.openxmlformats.org/presentationml/2006/main" preserve="1" userDrawn="1">
  <p:cSld name="Light - Title/Subtitle 4 Column">
    <p:bg>
      <p:bgRef idx="1001">
        <a:schemeClr xmlns:a="http://schemas.openxmlformats.org/drawingml/2006/main" val="bg2"/>
      </p:bgRef>
    </p:bg>
    <p:spTree>
      <p:nvGrpSpPr>
        <p:cNvPr id="1" name=""/>
        <p:cNvGrpSpPr/>
        <p:nvPr/>
      </p:nvGrpSpPr>
      <p:grpSpPr>
        <a:xfrm xmlns:a="http://schemas.openxmlformats.org/drawingml/2006/main"/>
      </p:grpSpPr>
      <p:sp>
        <p:nvSpPr>
          <p:cNvPr id="6" name="Content">
            <a:extLst xmlns:a="http://schemas.openxmlformats.org/drawingml/2006/main">
              <a:ext uri="{FF2B5EF4-FFF2-40B4-BE49-F238E27FC236}">
                <a16:creationId xmlns:a16="http://schemas.microsoft.com/office/drawing/2014/main" id="{238CEDEE-F37B-4496-9270-0479A31C9762}"/>
              </a:ext>
            </a:extLst>
          </p:cNvPr>
          <p:cNvSpPr>
            <a:spLocks xmlns:a="http://schemas.openxmlformats.org/drawingml/2006/main" noGrp="1"/>
          </p:cNvSpPr>
          <p:nvPr>
            <p:ph idx="14"/>
          </p:nvPr>
        </p:nvSpPr>
        <p:spPr>
          <a:xfrm xmlns:a="http://schemas.openxmlformats.org/drawingml/2006/main">
            <a:off x="766763" y="1609726"/>
            <a:ext cx="2468880" cy="4507992"/>
          </a:xfrm>
        </p:spPr>
        <p:txBody>
          <a:bodyPr xmlns:a="http://schemas.openxmlformats.org/drawingml/2006/main"/>
          <a:lstStyle xmlns:a="http://schemas.openxmlformats.org/drawingml/2006/main">
            <a:lvl1pPr>
              <a:lnSpc>
                <a:spcPct val="100000"/>
              </a:lnSpc>
              <a:buNone/>
              <a:defRPr/>
            </a:lvl1pPr>
            <a:lvl2pPr>
              <a:lnSpc>
                <a:spcPct val="100000"/>
              </a:lnSpc>
              <a:buNone/>
              <a:defRPr/>
            </a:lvl2pPr>
            <a:lvl3pPr>
              <a:lnSpc>
                <a:spcPct val="100000"/>
              </a:lnSpc>
              <a:buNone/>
              <a:defRPr/>
            </a:lvl3pPr>
            <a:lvl4pPr>
              <a:lnSpc>
                <a:spcPct val="100000"/>
              </a:lnSpc>
              <a:buNone/>
              <a:defRPr/>
            </a:lvl4pPr>
            <a:lvl5pPr>
              <a:lnSpc>
                <a:spcPct val="100000"/>
              </a:lnSpc>
              <a:buNone/>
              <a:defRPr/>
            </a:lvl5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18" name="Content 2">
            <a:extLst xmlns:a="http://schemas.openxmlformats.org/drawingml/2006/main">
              <a:ext uri="{FF2B5EF4-FFF2-40B4-BE49-F238E27FC236}">
                <a16:creationId xmlns:a16="http://schemas.microsoft.com/office/drawing/2014/main" id="{22A9895A-06CA-46D6-B3EB-7038E6493585}"/>
              </a:ext>
            </a:extLst>
          </p:cNvPr>
          <p:cNvSpPr>
            <a:spLocks xmlns:a="http://schemas.openxmlformats.org/drawingml/2006/main" noGrp="1"/>
          </p:cNvSpPr>
          <p:nvPr>
            <p:ph idx="15"/>
          </p:nvPr>
        </p:nvSpPr>
        <p:spPr>
          <a:xfrm xmlns:a="http://schemas.openxmlformats.org/drawingml/2006/main">
            <a:off x="3500819" y="1609725"/>
            <a:ext cx="2468880" cy="4507992"/>
          </a:xfrm>
        </p:spPr>
        <p:txBody>
          <a:bodyPr xmlns:a="http://schemas.openxmlformats.org/drawingml/2006/main"/>
          <a:lstStyle xmlns:a="http://schemas.openxmlformats.org/drawingml/2006/main">
            <a:lvl1pPr>
              <a:lnSpc>
                <a:spcPct val="100000"/>
              </a:lnSpc>
              <a:buNone/>
              <a:defRPr/>
            </a:lvl1pPr>
            <a:lvl2pPr>
              <a:lnSpc>
                <a:spcPct val="100000"/>
              </a:lnSpc>
              <a:buNone/>
              <a:defRPr/>
            </a:lvl2pPr>
            <a:lvl3pPr>
              <a:lnSpc>
                <a:spcPct val="100000"/>
              </a:lnSpc>
              <a:buNone/>
              <a:defRPr/>
            </a:lvl3pPr>
            <a:lvl4pPr>
              <a:lnSpc>
                <a:spcPct val="100000"/>
              </a:lnSpc>
              <a:buNone/>
              <a:defRPr/>
            </a:lvl4pPr>
            <a:lvl5pPr>
              <a:lnSpc>
                <a:spcPct val="100000"/>
              </a:lnSpc>
              <a:buNone/>
              <a:defRPr/>
            </a:lvl5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21" name="Content 3">
            <a:extLst xmlns:a="http://schemas.openxmlformats.org/drawingml/2006/main">
              <a:ext uri="{FF2B5EF4-FFF2-40B4-BE49-F238E27FC236}">
                <a16:creationId xmlns:a16="http://schemas.microsoft.com/office/drawing/2014/main" id="{58EF7396-F6CE-404A-B85F-455D3F5341AE}"/>
              </a:ext>
            </a:extLst>
          </p:cNvPr>
          <p:cNvSpPr>
            <a:spLocks xmlns:a="http://schemas.openxmlformats.org/drawingml/2006/main" noGrp="1"/>
          </p:cNvSpPr>
          <p:nvPr>
            <p:ph idx="16"/>
          </p:nvPr>
        </p:nvSpPr>
        <p:spPr>
          <a:xfrm xmlns:a="http://schemas.openxmlformats.org/drawingml/2006/main">
            <a:off x="6234875" y="1609725"/>
            <a:ext cx="2468880" cy="4507992"/>
          </a:xfrm>
        </p:spPr>
        <p:txBody>
          <a:bodyPr xmlns:a="http://schemas.openxmlformats.org/drawingml/2006/main"/>
          <a:lstStyle xmlns:a="http://schemas.openxmlformats.org/drawingml/2006/main">
            <a:lvl1pPr>
              <a:lnSpc>
                <a:spcPct val="100000"/>
              </a:lnSpc>
              <a:buNone/>
              <a:defRPr/>
            </a:lvl1pPr>
            <a:lvl2pPr>
              <a:lnSpc>
                <a:spcPct val="100000"/>
              </a:lnSpc>
              <a:buNone/>
              <a:defRPr/>
            </a:lvl2pPr>
            <a:lvl3pPr>
              <a:lnSpc>
                <a:spcPct val="100000"/>
              </a:lnSpc>
              <a:buNone/>
              <a:defRPr/>
            </a:lvl3pPr>
            <a:lvl4pPr>
              <a:lnSpc>
                <a:spcPct val="100000"/>
              </a:lnSpc>
              <a:buNone/>
              <a:defRPr/>
            </a:lvl4pPr>
            <a:lvl5pPr>
              <a:lnSpc>
                <a:spcPct val="100000"/>
              </a:lnSpc>
              <a:buNone/>
              <a:defRPr/>
            </a:lvl5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8" name="Slide Number Placeholder 7">
            <a:extLst xmlns:a="http://schemas.openxmlformats.org/drawingml/2006/main">
              <a:ext uri="{FF2B5EF4-FFF2-40B4-BE49-F238E27FC236}">
                <a16:creationId xmlns:a16="http://schemas.microsoft.com/office/drawing/2014/main" id="{8FC14E1F-DA7F-492C-AFEB-BC17569A9002}"/>
              </a:ext>
            </a:extLst>
          </p:cNvPr>
          <p:cNvSpPr>
            <a:spLocks xmlns:a="http://schemas.openxmlformats.org/drawingml/2006/main" noGrp="1"/>
          </p:cNvSpPr>
          <p:nvPr>
            <p:ph type="sldNum" idx="19"/>
          </p:nvPr>
        </p:nvSpPr>
        <p:spPr/>
        <p:txBody>
          <a:bodyPr xmlns:a="http://schemas.openxmlformats.org/drawingml/2006/main"/>
          <a:lstStyle xmlns:a="http://schemas.openxmlformats.org/drawingml/2006/main">
            <a:lvl1pPr>
              <a:buNone/>
              <a:defRPr sz="800">
                <a:solidFill>
                  <a:srgbClr val="514C47"/>
                </a:solidFill>
                <a:latin typeface="+mn-lt"/>
                <a:ea typeface="+mn-lt"/>
                <a:cs typeface="+mn-lt"/>
              </a:defRPr>
            </a:lvl1pPr>
          </a:lstStyle>
          <a:p xmlns:a="http://schemas.openxmlformats.org/drawingml/2006/main">
            <a:fld id="{345D60D9-5372-5F40-9443-0F9AE5BDC3C8}" type="slidenum">
              <a:t>‹#›</a:t>
            </a:fld>
            <a:endParaRPr/>
          </a:p>
        </p:txBody>
      </p:sp>
      <p:sp>
        <p:nvSpPr>
          <p:cNvPr id="7" name="Footer Placeholder 6">
            <a:extLst xmlns:a="http://schemas.openxmlformats.org/drawingml/2006/main">
              <a:ext uri="{FF2B5EF4-FFF2-40B4-BE49-F238E27FC236}">
                <a16:creationId xmlns:a16="http://schemas.microsoft.com/office/drawing/2014/main" id="{FF0DBBB3-F562-4D09-B7E5-45C9C98CE1B5}"/>
              </a:ext>
            </a:extLst>
          </p:cNvPr>
          <p:cNvSpPr>
            <a:spLocks xmlns:a="http://schemas.openxmlformats.org/drawingml/2006/main" noGrp="1"/>
          </p:cNvSpPr>
          <p:nvPr>
            <p:ph type="ftr" idx="18"/>
          </p:nvPr>
        </p:nvSpPr>
        <p:spPr/>
        <p:txBody>
          <a:bodyPr xmlns:a="http://schemas.openxmlformats.org/drawingml/2006/main"/>
          <a:lstStyle xmlns:a="http://schemas.openxmlformats.org/drawingml/2006/main">
            <a:lvl1pPr>
              <a:buNone/>
              <a:defRPr sz="800">
                <a:solidFill>
                  <a:srgbClr val="514C47"/>
                </a:solidFill>
                <a:latin typeface="+mn-lt"/>
                <a:ea typeface="+mn-lt"/>
                <a:cs typeface="+mn-lt"/>
              </a:defRPr>
            </a:lvl1pPr>
          </a:lstStyle>
          <a:p xmlns:a="http://schemas.openxmlformats.org/drawingml/2006/main">
            <a:r>
              <a:t>Copyright © 2025, Oracle and/or its affiliates |  Confidential: Internal/Restricted/Highly Restricted</a:t>
            </a:r>
            <a:endParaRPr/>
          </a:p>
        </p:txBody>
      </p:sp>
      <p:sp>
        <p:nvSpPr>
          <p:cNvPr id="5" name="Date Placeholder 4">
            <a:extLst xmlns:a="http://schemas.openxmlformats.org/drawingml/2006/main">
              <a:ext uri="{FF2B5EF4-FFF2-40B4-BE49-F238E27FC236}">
                <a16:creationId xmlns:a16="http://schemas.microsoft.com/office/drawing/2014/main" id="{E77E4DB8-9644-4581-BEED-809BCD3EA9C1}"/>
              </a:ext>
            </a:extLst>
          </p:cNvPr>
          <p:cNvSpPr>
            <a:spLocks xmlns:a="http://schemas.openxmlformats.org/drawingml/2006/main" noGrp="1"/>
          </p:cNvSpPr>
          <p:nvPr>
            <p:ph type="dt" idx="17"/>
          </p:nvPr>
        </p:nvSpPr>
        <p:spPr/>
        <p:txBody>
          <a:bodyPr xmlns:a="http://schemas.openxmlformats.org/drawingml/2006/main"/>
          <a:lstStyle xmlns:a="http://schemas.openxmlformats.org/drawingml/2006/main">
            <a:lvl1pPr>
              <a:buNone/>
              <a:defRPr sz="800">
                <a:solidFill>
                  <a:srgbClr val="514C47"/>
                </a:solidFill>
                <a:latin typeface="+mn-lt"/>
                <a:ea typeface="+mn-lt"/>
                <a:cs typeface="+mn-lt"/>
              </a:defRPr>
            </a:lvl1pPr>
          </a:lstStyle>
          <a:p xmlns:a="http://schemas.openxmlformats.org/drawingml/2006/main">
            <a:r>
              <a:t>[Date]</a:t>
            </a:r>
            <a:endParaRPr/>
          </a:p>
        </p:txBody>
      </p:sp>
      <p:sp>
        <p:nvSpPr>
          <p:cNvPr id="4" name="Title 1">
            <a:extLst xmlns:a="http://schemas.openxmlformats.org/drawingml/2006/main">
              <a:ext uri="{FF2B5EF4-FFF2-40B4-BE49-F238E27FC236}">
                <a16:creationId xmlns:a16="http://schemas.microsoft.com/office/drawing/2014/main" id="{3CD77C36-1C4D-DE80-1F7B-60E8297188D0}"/>
              </a:ext>
            </a:extLst>
          </p:cNvPr>
          <p:cNvSpPr>
            <a:spLocks xmlns:a="http://schemas.openxmlformats.org/drawingml/2006/main" noGrp="1"/>
          </p:cNvSpPr>
          <p:nvPr>
            <p:ph type="title" idx="0" hasCustomPrompt="1"/>
          </p:nvPr>
        </p:nvSpPr>
        <p:spPr>
          <a:xfrm xmlns:a="http://schemas.openxmlformats.org/drawingml/2006/main">
            <a:off x="768875" y="182403"/>
            <a:ext cx="10671048" cy="822960"/>
          </a:xfrm>
        </p:spPr>
        <p:txBody>
          <a:bodyPr xmlns:a="http://schemas.openxmlformats.org/drawingml/2006/main"/>
          <a:lstStyle xmlns:a="http://schemas.openxmlformats.org/drawingml/2006/main">
            <a:lvl1pPr>
              <a:lnSpc>
                <a:spcPct val="100000"/>
              </a:lnSpc>
              <a:buNone/>
              <a:defRPr b="1" i="0">
                <a:latin typeface="Oracle Sans Tab"/>
                <a:ea typeface="Oracle Sans Tab"/>
                <a:cs typeface="Oracle Sans Tab"/>
              </a:defRPr>
            </a:lvl1pPr>
          </a:lstStyle>
          <a:p xmlns:a="http://schemas.openxmlformats.org/drawingml/2006/main">
            <a:r>
              <a:t>Title</a:t>
            </a:r>
          </a:p>
        </p:txBody>
      </p:sp>
      <p:sp>
        <p:nvSpPr>
          <p:cNvPr id="2" name="Content 3">
            <a:extLst xmlns:a="http://schemas.openxmlformats.org/drawingml/2006/main">
              <a:ext uri="{FF2B5EF4-FFF2-40B4-BE49-F238E27FC236}">
                <a16:creationId xmlns:a16="http://schemas.microsoft.com/office/drawing/2014/main" id="{D3DD214E-B770-0B46-25F4-55FE29C664BE}"/>
              </a:ext>
            </a:extLst>
          </p:cNvPr>
          <p:cNvSpPr>
            <a:spLocks xmlns:a="http://schemas.openxmlformats.org/drawingml/2006/main" noGrp="1"/>
          </p:cNvSpPr>
          <p:nvPr>
            <p:ph idx="20"/>
          </p:nvPr>
        </p:nvSpPr>
        <p:spPr>
          <a:xfrm xmlns:a="http://schemas.openxmlformats.org/drawingml/2006/main">
            <a:off x="8968931" y="1605827"/>
            <a:ext cx="2468880" cy="4507992"/>
          </a:xfrm>
        </p:spPr>
        <p:txBody>
          <a:bodyPr xmlns:a="http://schemas.openxmlformats.org/drawingml/2006/main"/>
          <a:lstStyle xmlns:a="http://schemas.openxmlformats.org/drawingml/2006/main">
            <a:lvl1pPr>
              <a:lnSpc>
                <a:spcPct val="100000"/>
              </a:lnSpc>
              <a:buNone/>
              <a:defRPr/>
            </a:lvl1pPr>
            <a:lvl2pPr>
              <a:lnSpc>
                <a:spcPct val="100000"/>
              </a:lnSpc>
              <a:buNone/>
              <a:defRPr/>
            </a:lvl2pPr>
            <a:lvl3pPr>
              <a:lnSpc>
                <a:spcPct val="100000"/>
              </a:lnSpc>
              <a:buNone/>
              <a:defRPr/>
            </a:lvl3pPr>
            <a:lvl4pPr>
              <a:lnSpc>
                <a:spcPct val="100000"/>
              </a:lnSpc>
              <a:buNone/>
              <a:defRPr/>
            </a:lvl4pPr>
            <a:lvl5pPr>
              <a:lnSpc>
                <a:spcPct val="100000"/>
              </a:lnSpc>
              <a:buNone/>
              <a:defRPr/>
            </a:lvl5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15" name="Column Divider">
            <a:extLst xmlns:a="http://schemas.openxmlformats.org/drawingml/2006/main">
              <a:ext uri="{FF2B5EF4-FFF2-40B4-BE49-F238E27FC236}">
                <a16:creationId xmlns:a16="http://schemas.microsoft.com/office/drawing/2014/main" id="{B55C831B-3FB3-4B9E-AB65-CF081B5FD981}"/>
              </a:ext>
            </a:extLst>
          </p:cNvPr>
          <p:cNvSpPr>
            <a:spLocks xmlns:a="http://schemas.openxmlformats.org/drawingml/2006/main" noGrp="1"/>
          </p:cNvSpPr>
          <p:nvPr/>
        </p:nvSpPr>
        <p:spPr>
          <a:xfrm xmlns:a="http://schemas.openxmlformats.org/drawingml/2006/main">
            <a:off x="3364740" y="1622606"/>
            <a:ext cx="0" cy="4507992"/>
          </a:xfrm>
          <a:prstGeom xmlns:a="http://schemas.openxmlformats.org/drawingml/2006/main" prst="line">
            <a:avLst/>
          </a:prstGeom>
          <a:ln xmlns:a="http://schemas.openxmlformats.org/drawingml/2006/main" w="12700">
            <a:solidFill>
              <a:srgbClr val="8B8580">
                <a:alpha val="25000"/>
              </a:srgbClr>
            </a:solidFill>
            <a:prstDash val="solid"/>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sp>
      <p:sp>
        <p:nvSpPr>
          <p:cNvPr id="3" name="Column Divider">
            <a:extLst xmlns:a="http://schemas.openxmlformats.org/drawingml/2006/main">
              <a:ext uri="{FF2B5EF4-FFF2-40B4-BE49-F238E27FC236}">
                <a16:creationId xmlns:a16="http://schemas.microsoft.com/office/drawing/2014/main" id="{4AC68D8E-CA3E-4622-B007-BA86B6881F1B}"/>
              </a:ext>
            </a:extLst>
          </p:cNvPr>
          <p:cNvSpPr>
            <a:spLocks xmlns:a="http://schemas.openxmlformats.org/drawingml/2006/main" noGrp="1"/>
          </p:cNvSpPr>
          <p:nvPr/>
        </p:nvSpPr>
        <p:spPr>
          <a:xfrm xmlns:a="http://schemas.openxmlformats.org/drawingml/2006/main">
            <a:off x="6104399" y="1622606"/>
            <a:ext cx="0" cy="4507992"/>
          </a:xfrm>
          <a:prstGeom xmlns:a="http://schemas.openxmlformats.org/drawingml/2006/main" prst="line">
            <a:avLst/>
          </a:prstGeom>
          <a:ln xmlns:a="http://schemas.openxmlformats.org/drawingml/2006/main" w="12700">
            <a:solidFill>
              <a:srgbClr val="8B8580">
                <a:alpha val="25000"/>
              </a:srgbClr>
            </a:solidFill>
            <a:prstDash val="solid"/>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sp>
      <p:sp>
        <p:nvSpPr>
          <p:cNvPr id="10" name="Column Divider">
            <a:extLst xmlns:a="http://schemas.openxmlformats.org/drawingml/2006/main">
              <a:ext uri="{FF2B5EF4-FFF2-40B4-BE49-F238E27FC236}">
                <a16:creationId xmlns:a16="http://schemas.microsoft.com/office/drawing/2014/main" id="{43119A8C-6386-41D4-BCCE-3FB997196BDE}"/>
              </a:ext>
            </a:extLst>
          </p:cNvPr>
          <p:cNvSpPr>
            <a:spLocks xmlns:a="http://schemas.openxmlformats.org/drawingml/2006/main" noGrp="1"/>
          </p:cNvSpPr>
          <p:nvPr/>
        </p:nvSpPr>
        <p:spPr>
          <a:xfrm xmlns:a="http://schemas.openxmlformats.org/drawingml/2006/main">
            <a:off x="8840439" y="1622606"/>
            <a:ext cx="0" cy="4507992"/>
          </a:xfrm>
          <a:prstGeom xmlns:a="http://schemas.openxmlformats.org/drawingml/2006/main" prst="line">
            <a:avLst/>
          </a:prstGeom>
          <a:ln xmlns:a="http://schemas.openxmlformats.org/drawingml/2006/main" w="12700">
            <a:solidFill>
              <a:srgbClr val="8B8580">
                <a:alpha val="25000"/>
              </a:srgbClr>
            </a:solidFill>
            <a:prstDash val="solid"/>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sp>
      <p:sp>
        <p:nvSpPr>
          <p:cNvPr id="11" name="Subtitle">
            <a:extLst xmlns:a="http://schemas.openxmlformats.org/drawingml/2006/main">
              <a:ext uri="{FF2B5EF4-FFF2-40B4-BE49-F238E27FC236}">
                <a16:creationId xmlns:a16="http://schemas.microsoft.com/office/drawing/2014/main" id="{C9A0F016-4DAC-1E29-77F1-0AE340758202}"/>
              </a:ext>
            </a:extLst>
          </p:cNvPr>
          <p:cNvSpPr>
            <a:spLocks xmlns:a="http://schemas.openxmlformats.org/drawingml/2006/main" noGrp="1"/>
          </p:cNvSpPr>
          <p:nvPr>
            <p:ph type="body" idx="11" hasCustomPrompt="1"/>
          </p:nvPr>
        </p:nvSpPr>
        <p:spPr>
          <a:xfrm xmlns:a="http://schemas.openxmlformats.org/drawingml/2006/main">
            <a:off x="766763" y="1009904"/>
            <a:ext cx="10671048" cy="330540"/>
          </a:xfrm>
          <a:prstGeom xmlns:a="http://schemas.openxmlformats.org/drawingml/2006/main" prst="rect">
            <a:avLst/>
          </a:prstGeom>
        </p:spPr>
        <p:txBody>
          <a:bodyPr xmlns:a="http://schemas.openxmlformats.org/drawingml/2006/main" lIns="0">
            <a:noAutofit/>
          </a:bodyPr>
          <a:lstStyle xmlns:a="http://schemas.openxmlformats.org/drawingml/2006/main">
            <a:lvl1pPr marL="0" indent="0">
              <a:lnSpc>
                <a:spcPct val="100000"/>
              </a:lnSpc>
              <a:spcAft>
                <a:spcPts val="0"/>
              </a:spcAft>
              <a:buNone/>
              <a:defRPr sz="2000" b="0" i="0">
                <a:latin typeface="Oracle Sans Tab"/>
                <a:ea typeface="Oracle Sans Tab"/>
                <a:cs typeface="Oracle Sans Tab"/>
              </a:defRPr>
            </a:lvl1pPr>
          </a:lstStyle>
          <a:p xmlns:a="http://schemas.openxmlformats.org/drawingml/2006/main">
            <a:pPr lvl="0">
              <a:buNone/>
            </a:pPr>
            <a:r>
              <a:t>Subtitle</a:t>
            </a:r>
          </a:p>
        </p:txBody>
      </p:sp>
    </p:spTree>
  </p:cSld>
</p:sldLayout>
</file>

<file path=ppt/slideLayouts/slideLayout73.xml><?xml version="1.0" encoding="utf-8"?>
<p:sldLayout xmlns:p="http://schemas.openxmlformats.org/presentationml/2006/main" preserve="1" userDrawn="1">
  <p:cSld name="Light - Title, Content and 1/3 Photo">
    <p:bg>
      <p:bgRef idx="1001">
        <a:schemeClr xmlns:a="http://schemas.openxmlformats.org/drawingml/2006/main" val="bg2"/>
      </p:bgRef>
    </p:bg>
    <p:spTree>
      <p:nvGrpSpPr>
        <p:cNvPr id="1" name=""/>
        <p:cNvGrpSpPr/>
        <p:nvPr/>
      </p:nvGrpSpPr>
      <p:grpSpPr>
        <a:xfrm xmlns:a="http://schemas.openxmlformats.org/drawingml/2006/main"/>
      </p:grpSpPr>
      <p:sp>
        <p:nvSpPr>
          <p:cNvPr id="3" name="Title 2">
            <a:extLst xmlns:a="http://schemas.openxmlformats.org/drawingml/2006/main">
              <a:ext uri="{FF2B5EF4-FFF2-40B4-BE49-F238E27FC236}">
                <a16:creationId xmlns:a16="http://schemas.microsoft.com/office/drawing/2014/main" id="{B1F59826-0B3C-4973-B5FA-B18F68758F38}"/>
              </a:ext>
            </a:extLst>
          </p:cNvPr>
          <p:cNvSpPr>
            <a:spLocks xmlns:a="http://schemas.openxmlformats.org/drawingml/2006/main" noGrp="1"/>
          </p:cNvSpPr>
          <p:nvPr>
            <p:ph type="title" idx="0" hasCustomPrompt="1"/>
          </p:nvPr>
        </p:nvSpPr>
        <p:spPr>
          <a:xfrm xmlns:a="http://schemas.openxmlformats.org/drawingml/2006/main">
            <a:off x="768875" y="182403"/>
            <a:ext cx="6790149" cy="822960"/>
          </a:xfrm>
        </p:spPr>
        <p:txBody>
          <a:bodyPr xmlns:a="http://schemas.openxmlformats.org/drawingml/2006/main"/>
          <a:lstStyle xmlns:a="http://schemas.openxmlformats.org/drawingml/2006/main">
            <a:lvl1pPr>
              <a:lnSpc>
                <a:spcPct val="100000"/>
              </a:lnSpc>
              <a:buNone/>
              <a:defRPr b="1" i="0">
                <a:latin typeface="Oracle Sans Tab"/>
                <a:ea typeface="Oracle Sans Tab"/>
                <a:cs typeface="Oracle Sans Tab"/>
              </a:defRPr>
            </a:lvl1pPr>
          </a:lstStyle>
          <a:p xmlns:a="http://schemas.openxmlformats.org/drawingml/2006/main">
            <a:r>
              <a:t>Title</a:t>
            </a:r>
          </a:p>
        </p:txBody>
      </p:sp>
      <p:sp>
        <p:nvSpPr>
          <p:cNvPr id="4" name="Content">
            <a:extLst xmlns:a="http://schemas.openxmlformats.org/drawingml/2006/main">
              <a:ext uri="{FF2B5EF4-FFF2-40B4-BE49-F238E27FC236}">
                <a16:creationId xmlns:a16="http://schemas.microsoft.com/office/drawing/2014/main" id="{FA05E257-5557-514A-2025-3EF63D1140D3}"/>
              </a:ext>
            </a:extLst>
          </p:cNvPr>
          <p:cNvSpPr>
            <a:spLocks xmlns:a="http://schemas.openxmlformats.org/drawingml/2006/main" noGrp="1"/>
          </p:cNvSpPr>
          <p:nvPr>
            <p:ph idx="14"/>
          </p:nvPr>
        </p:nvSpPr>
        <p:spPr>
          <a:xfrm xmlns:a="http://schemas.openxmlformats.org/drawingml/2006/main">
            <a:off x="766762" y="1600199"/>
            <a:ext cx="6792262" cy="4507992"/>
          </a:xfrm>
        </p:spPr>
        <p:txBody>
          <a:bodyPr xmlns:a="http://schemas.openxmlformats.org/drawingml/2006/main"/>
          <a:lstStyle xmlns:a="http://schemas.openxmlformats.org/drawingml/2006/main">
            <a:lvl1pPr>
              <a:lnSpc>
                <a:spcPct val="100000"/>
              </a:lnSpc>
              <a:buNone/>
              <a:defRPr sz="1600" b="0" i="0">
                <a:latin typeface="Oracle Sans Tab"/>
                <a:ea typeface="Oracle Sans Tab"/>
                <a:cs typeface="Oracle Sans Tab"/>
              </a:defRPr>
            </a:lvl1pPr>
            <a:lvl2pPr>
              <a:lnSpc>
                <a:spcPct val="100000"/>
              </a:lnSpc>
              <a:buNone/>
              <a:defRPr sz="1600" b="0" i="0">
                <a:latin typeface="Oracle Sans Tab"/>
                <a:ea typeface="Oracle Sans Tab"/>
                <a:cs typeface="Oracle Sans Tab"/>
              </a:defRPr>
            </a:lvl2pPr>
            <a:lvl3pPr>
              <a:lnSpc>
                <a:spcPct val="100000"/>
              </a:lnSpc>
              <a:buNone/>
              <a:defRPr sz="1600" b="0" i="0">
                <a:latin typeface="Oracle Sans Tab"/>
                <a:ea typeface="Oracle Sans Tab"/>
                <a:cs typeface="Oracle Sans Tab"/>
              </a:defRPr>
            </a:lvl3pPr>
            <a:lvl4pPr>
              <a:lnSpc>
                <a:spcPct val="100000"/>
              </a:lnSpc>
              <a:buNone/>
              <a:defRPr sz="1600" b="0" i="0">
                <a:latin typeface="Oracle Sans Tab"/>
                <a:ea typeface="Oracle Sans Tab"/>
                <a:cs typeface="Oracle Sans Tab"/>
              </a:defRPr>
            </a:lvl4pPr>
            <a:lvl5pPr>
              <a:lnSpc>
                <a:spcPct val="100000"/>
              </a:lnSpc>
              <a:buNone/>
              <a:defRPr sz="1600" b="0" i="0">
                <a:latin typeface="Oracle Sans Tab"/>
                <a:ea typeface="Oracle Sans Tab"/>
                <a:cs typeface="Oracle Sans Tab"/>
              </a:defRPr>
            </a:lvl5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2" name="Slide Number Placeholder 7">
            <a:extLst xmlns:a="http://schemas.openxmlformats.org/drawingml/2006/main">
              <a:ext uri="{FF2B5EF4-FFF2-40B4-BE49-F238E27FC236}">
                <a16:creationId xmlns:a16="http://schemas.microsoft.com/office/drawing/2014/main" id="{7F0F3812-0E62-2E09-C9AB-79F13108F9A8}"/>
              </a:ext>
            </a:extLst>
          </p:cNvPr>
          <p:cNvSpPr>
            <a:spLocks xmlns:a="http://schemas.openxmlformats.org/drawingml/2006/main" noGrp="1"/>
          </p:cNvSpPr>
          <p:nvPr>
            <p:ph type="sldNum" idx="17"/>
          </p:nvPr>
        </p:nvSpPr>
        <p:spPr>
          <a:xfrm xmlns:a="http://schemas.openxmlformats.org/drawingml/2006/main">
            <a:off x="762000" y="6423660"/>
            <a:ext cx="365760" cy="365760"/>
          </a:xfrm>
        </p:spPr>
        <p:txBody>
          <a:bodyPr xmlns:a="http://schemas.openxmlformats.org/drawingml/2006/main"/>
          <a:lstStyle xmlns:a="http://schemas.openxmlformats.org/drawingml/2006/main">
            <a:lvl1pPr>
              <a:buNone/>
              <a:defRPr>
                <a:solidFill>
                  <a:srgbClr val="514C47"/>
                </a:solidFill>
              </a:defRPr>
            </a:lvl1pPr>
          </a:lstStyle>
          <a:p xmlns:a="http://schemas.openxmlformats.org/drawingml/2006/main">
            <a:fld id="{345D60D9-5372-5F40-9443-0F9AE5BDC3C8}" type="slidenum">
              <a:t>‹#›</a:t>
            </a:fld>
            <a:endParaRPr/>
          </a:p>
        </p:txBody>
      </p:sp>
      <p:sp>
        <p:nvSpPr>
          <p:cNvPr id="5" name="Footer Placeholder 6">
            <a:extLst xmlns:a="http://schemas.openxmlformats.org/drawingml/2006/main">
              <a:ext uri="{FF2B5EF4-FFF2-40B4-BE49-F238E27FC236}">
                <a16:creationId xmlns:a16="http://schemas.microsoft.com/office/drawing/2014/main" id="{4D96D9B3-827E-BCDB-1DEF-84EB5E7E90C2}"/>
              </a:ext>
            </a:extLst>
          </p:cNvPr>
          <p:cNvSpPr>
            <a:spLocks xmlns:a="http://schemas.openxmlformats.org/drawingml/2006/main" noGrp="1"/>
          </p:cNvSpPr>
          <p:nvPr>
            <p:ph type="ftr" idx="16"/>
          </p:nvPr>
        </p:nvSpPr>
        <p:spPr>
          <a:xfrm xmlns:a="http://schemas.openxmlformats.org/drawingml/2006/main">
            <a:off x="1127759" y="6423978"/>
            <a:ext cx="5745379" cy="365125"/>
          </a:xfrm>
        </p:spPr>
        <p:txBody>
          <a:bodyPr xmlns:a="http://schemas.openxmlformats.org/drawingml/2006/main"/>
          <a:lstStyle xmlns:a="http://schemas.openxmlformats.org/drawingml/2006/main">
            <a:lvl1pPr>
              <a:buNone/>
              <a:defRPr>
                <a:solidFill>
                  <a:srgbClr val="514C47"/>
                </a:solidFill>
              </a:defRPr>
            </a:lvl1pPr>
          </a:lstStyle>
          <a:p xmlns:a="http://schemas.openxmlformats.org/drawingml/2006/main">
            <a:r>
              <a:t>Copyright © 2025, Oracle and/or its affiliates |  Confidential: Internal/Restricted/Highly Restricted</a:t>
            </a:r>
            <a:endParaRPr/>
          </a:p>
        </p:txBody>
      </p:sp>
      <p:sp>
        <p:nvSpPr>
          <p:cNvPr id="7" name="Date Placeholder 4">
            <a:extLst xmlns:a="http://schemas.openxmlformats.org/drawingml/2006/main">
              <a:ext uri="{FF2B5EF4-FFF2-40B4-BE49-F238E27FC236}">
                <a16:creationId xmlns:a16="http://schemas.microsoft.com/office/drawing/2014/main" id="{6FBD1657-DE16-5859-6047-8B20D7971D48}"/>
              </a:ext>
            </a:extLst>
          </p:cNvPr>
          <p:cNvSpPr>
            <a:spLocks xmlns:a="http://schemas.openxmlformats.org/drawingml/2006/main" noGrp="1"/>
          </p:cNvSpPr>
          <p:nvPr>
            <p:ph type="dt" idx="15"/>
          </p:nvPr>
        </p:nvSpPr>
        <p:spPr>
          <a:xfrm xmlns:a="http://schemas.openxmlformats.org/drawingml/2006/main">
            <a:off x="6873138" y="6425604"/>
            <a:ext cx="2743200" cy="363500"/>
          </a:xfrm>
        </p:spPr>
        <p:txBody>
          <a:bodyPr xmlns:a="http://schemas.openxmlformats.org/drawingml/2006/main"/>
          <a:lstStyle xmlns:a="http://schemas.openxmlformats.org/drawingml/2006/main">
            <a:lvl1pPr>
              <a:buNone/>
              <a:defRPr>
                <a:solidFill>
                  <a:srgbClr val="514C47"/>
                </a:solidFill>
              </a:defRPr>
            </a:lvl1pPr>
          </a:lstStyle>
          <a:p xmlns:a="http://schemas.openxmlformats.org/drawingml/2006/main">
            <a:r>
              <a:t>[Date]</a:t>
            </a:r>
            <a:endParaRPr/>
          </a:p>
        </p:txBody>
      </p:sp>
      <p:sp>
        <p:nvSpPr>
          <p:cNvPr id="10" name="Picture Placeholder 9">
            <a:extLst xmlns:a="http://schemas.openxmlformats.org/drawingml/2006/main">
              <a:ext uri="{FF2B5EF4-FFF2-40B4-BE49-F238E27FC236}">
                <a16:creationId xmlns:a16="http://schemas.microsoft.com/office/drawing/2014/main" id="{22033CC1-6A5D-D20A-D1C7-358398AE8124}"/>
              </a:ext>
            </a:extLst>
          </p:cNvPr>
          <p:cNvSpPr>
            <a:spLocks xmlns:a="http://schemas.openxmlformats.org/drawingml/2006/main" noGrp="1"/>
          </p:cNvSpPr>
          <p:nvPr>
            <p:ph type="pic" idx="18"/>
          </p:nvPr>
        </p:nvSpPr>
        <p:spPr>
          <a:xfrm xmlns:a="http://schemas.openxmlformats.org/drawingml/2006/main">
            <a:off x="8132064" y="0"/>
            <a:ext cx="4059936" cy="6858000"/>
          </a:xfrm>
          <a:prstGeom xmlns:a="http://schemas.openxmlformats.org/drawingml/2006/main" prst="rect">
            <a:avLst/>
          </a:prstGeom>
          <a:solidFill xmlns:a="http://schemas.openxmlformats.org/drawingml/2006/main">
            <a:srgbClr val="AEA8A2"/>
          </a:solidFill>
        </p:spPr>
        <p:txBody>
          <a:bodyPr xmlns:a="http://schemas.openxmlformats.org/drawingml/2006/main"/>
          <a:lstStyle xmlns:a="http://schemas.openxmlformats.org/drawingml/2006/main"/>
          <a:p xmlns:a="http://schemas.openxmlformats.org/drawingml/2006/main">
            <a:r>
              <a:t>Click icon to add picture</a:t>
            </a:r>
            <a:endParaRPr/>
          </a:p>
        </p:txBody>
      </p:sp>
    </p:spTree>
  </p:cSld>
</p:sldLayout>
</file>

<file path=ppt/slideLayouts/slideLayout74.xml><?xml version="1.0" encoding="utf-8"?>
<p:sldLayout xmlns:p="http://schemas.openxmlformats.org/presentationml/2006/main" preserve="1" userDrawn="1">
  <p:cSld name="Dark - Title, Content and 1/3 Photo">
    <p:bg>
      <p:bgRef idx="1001">
        <a:schemeClr xmlns:a="http://schemas.openxmlformats.org/drawingml/2006/main" val="bg2"/>
      </p:bgRef>
    </p:bg>
    <p:spTree>
      <p:nvGrpSpPr>
        <p:cNvPr id="1" name=""/>
        <p:cNvGrpSpPr/>
        <p:nvPr/>
      </p:nvGrpSpPr>
      <p:grpSpPr>
        <a:xfrm xmlns:a="http://schemas.openxmlformats.org/drawingml/2006/main"/>
      </p:grpSpPr>
      <p:sp>
        <p:nvSpPr>
          <p:cNvPr id="3" name="Title 2">
            <a:extLst xmlns:a="http://schemas.openxmlformats.org/drawingml/2006/main">
              <a:ext uri="{FF2B5EF4-FFF2-40B4-BE49-F238E27FC236}">
                <a16:creationId xmlns:a16="http://schemas.microsoft.com/office/drawing/2014/main" id="{B1F59826-0B3C-4973-B5FA-B18F68758F38}"/>
              </a:ext>
            </a:extLst>
          </p:cNvPr>
          <p:cNvSpPr>
            <a:spLocks xmlns:a="http://schemas.openxmlformats.org/drawingml/2006/main" noGrp="1"/>
          </p:cNvSpPr>
          <p:nvPr>
            <p:ph type="title" idx="0" hasCustomPrompt="1"/>
          </p:nvPr>
        </p:nvSpPr>
        <p:spPr>
          <a:xfrm xmlns:a="http://schemas.openxmlformats.org/drawingml/2006/main">
            <a:off x="768875" y="182403"/>
            <a:ext cx="6790149" cy="822960"/>
          </a:xfrm>
        </p:spPr>
        <p:txBody>
          <a:bodyPr xmlns:a="http://schemas.openxmlformats.org/drawingml/2006/main"/>
          <a:lstStyle xmlns:a="http://schemas.openxmlformats.org/drawingml/2006/main">
            <a:lvl1pPr>
              <a:lnSpc>
                <a:spcPct val="100000"/>
              </a:lnSpc>
              <a:buNone/>
              <a:defRPr b="1" i="0">
                <a:latin typeface="Oracle Sans Tab"/>
                <a:ea typeface="Oracle Sans Tab"/>
                <a:cs typeface="Oracle Sans Tab"/>
              </a:defRPr>
            </a:lvl1pPr>
          </a:lstStyle>
          <a:p xmlns:a="http://schemas.openxmlformats.org/drawingml/2006/main">
            <a:r>
              <a:t>Title</a:t>
            </a:r>
          </a:p>
        </p:txBody>
      </p:sp>
      <p:sp>
        <p:nvSpPr>
          <p:cNvPr id="4" name="Content">
            <a:extLst xmlns:a="http://schemas.openxmlformats.org/drawingml/2006/main">
              <a:ext uri="{FF2B5EF4-FFF2-40B4-BE49-F238E27FC236}">
                <a16:creationId xmlns:a16="http://schemas.microsoft.com/office/drawing/2014/main" id="{FA05E257-5557-514A-2025-3EF63D1140D3}"/>
              </a:ext>
            </a:extLst>
          </p:cNvPr>
          <p:cNvSpPr>
            <a:spLocks xmlns:a="http://schemas.openxmlformats.org/drawingml/2006/main" noGrp="1"/>
          </p:cNvSpPr>
          <p:nvPr>
            <p:ph idx="14"/>
          </p:nvPr>
        </p:nvSpPr>
        <p:spPr>
          <a:xfrm xmlns:a="http://schemas.openxmlformats.org/drawingml/2006/main">
            <a:off x="766762" y="1600199"/>
            <a:ext cx="6792262" cy="4507992"/>
          </a:xfrm>
        </p:spPr>
        <p:txBody>
          <a:bodyPr xmlns:a="http://schemas.openxmlformats.org/drawingml/2006/main"/>
          <a:lstStyle xmlns:a="http://schemas.openxmlformats.org/drawingml/2006/main">
            <a:lvl1pPr>
              <a:lnSpc>
                <a:spcPct val="100000"/>
              </a:lnSpc>
              <a:buNone/>
              <a:defRPr sz="1600" b="0" i="0">
                <a:latin typeface="Oracle Sans Tab"/>
                <a:ea typeface="Oracle Sans Tab"/>
                <a:cs typeface="Oracle Sans Tab"/>
              </a:defRPr>
            </a:lvl1pPr>
            <a:lvl2pPr>
              <a:lnSpc>
                <a:spcPct val="100000"/>
              </a:lnSpc>
              <a:buNone/>
              <a:defRPr sz="1600" b="0" i="0">
                <a:latin typeface="Oracle Sans Tab"/>
                <a:ea typeface="Oracle Sans Tab"/>
                <a:cs typeface="Oracle Sans Tab"/>
              </a:defRPr>
            </a:lvl2pPr>
            <a:lvl3pPr marL="547688" indent="-182563">
              <a:lnSpc>
                <a:spcPct val="100000"/>
              </a:lnSpc>
              <a:buFont typeface="System Font Regular"/>
              <a:buChar char="-"/>
              <a:defRPr sz="1600" b="0" i="0">
                <a:latin typeface="Oracle Sans Tab"/>
                <a:ea typeface="Oracle Sans Tab"/>
                <a:cs typeface="Oracle Sans Tab"/>
              </a:defRPr>
            </a:lvl3pPr>
            <a:lvl4pPr>
              <a:lnSpc>
                <a:spcPct val="100000"/>
              </a:lnSpc>
              <a:buNone/>
              <a:defRPr sz="1600" b="0" i="0">
                <a:latin typeface="Oracle Sans Tab"/>
                <a:ea typeface="Oracle Sans Tab"/>
                <a:cs typeface="Oracle Sans Tab"/>
              </a:defRPr>
            </a:lvl4pPr>
            <a:lvl5pPr marL="914400" indent="-182880">
              <a:lnSpc>
                <a:spcPct val="100000"/>
              </a:lnSpc>
              <a:buFont typeface="System Font Regular"/>
              <a:buChar char="-"/>
              <a:defRPr sz="1600" b="0" i="0">
                <a:latin typeface="Oracle Sans Tab"/>
                <a:ea typeface="Oracle Sans Tab"/>
                <a:cs typeface="Oracle Sans Tab"/>
              </a:defRPr>
            </a:lvl5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10" name="Picture Placeholder 9">
            <a:extLst xmlns:a="http://schemas.openxmlformats.org/drawingml/2006/main">
              <a:ext uri="{FF2B5EF4-FFF2-40B4-BE49-F238E27FC236}">
                <a16:creationId xmlns:a16="http://schemas.microsoft.com/office/drawing/2014/main" id="{22033CC1-6A5D-D20A-D1C7-358398AE8124}"/>
              </a:ext>
            </a:extLst>
          </p:cNvPr>
          <p:cNvSpPr>
            <a:spLocks xmlns:a="http://schemas.openxmlformats.org/drawingml/2006/main" noGrp="1"/>
          </p:cNvSpPr>
          <p:nvPr>
            <p:ph type="pic" idx="18" hasCustomPrompt="1"/>
          </p:nvPr>
        </p:nvSpPr>
        <p:spPr>
          <a:xfrm xmlns:a="http://schemas.openxmlformats.org/drawingml/2006/main">
            <a:off x="8132064" y="0"/>
            <a:ext cx="4059936" cy="6858000"/>
          </a:xfrm>
          <a:prstGeom xmlns:a="http://schemas.openxmlformats.org/drawingml/2006/main" prst="rect">
            <a:avLst/>
          </a:prstGeom>
          <a:solidFill xmlns:a="http://schemas.openxmlformats.org/drawingml/2006/main">
            <a:srgbClr val="AEA8A2"/>
          </a:solidFill>
        </p:spPr>
        <p:txBody>
          <a:bodyPr xmlns:a="http://schemas.openxmlformats.org/drawingml/2006/main"/>
          <a:lstStyle xmlns:a="http://schemas.openxmlformats.org/drawingml/2006/main">
            <a:lvl1pPr algn="ctr">
              <a:buNone/>
              <a:defRPr b="0" i="0">
                <a:latin typeface="Oracle Sans Tab"/>
                <a:ea typeface="Oracle Sans Tab"/>
                <a:cs typeface="Oracle Sans Tab"/>
              </a:defRPr>
            </a:lvl1pPr>
          </a:lstStyle>
          <a:p xmlns:a="http://schemas.openxmlformats.org/drawingml/2006/main">
            <a:pPr marL="0" marR="0" lvl="0" indent="0" algn="l" defTabSz="914400">
              <a:lnSpc>
                <a:spcPct val="95000"/>
              </a:lnSpc>
              <a:spcBef>
                <a:spcPts val="600"/>
              </a:spcBef>
              <a:spcAft>
                <a:spcPts val="0"/>
              </a:spcAft>
              <a:buClrTx/>
              <a:buSzTx/>
              <a:buFont typeface="System Font Regular"/>
              <a:buNone/>
            </a:pPr>
            <a:r>
              <a:t>Click to add photo or illustration</a:t>
            </a:r>
          </a:p>
        </p:txBody>
      </p:sp>
      <p:sp>
        <p:nvSpPr>
          <p:cNvPr id="2" name="Slide Number Placeholder 7">
            <a:extLst xmlns:a="http://schemas.openxmlformats.org/drawingml/2006/main">
              <a:ext uri="{FF2B5EF4-FFF2-40B4-BE49-F238E27FC236}">
                <a16:creationId xmlns:a16="http://schemas.microsoft.com/office/drawing/2014/main" id="{7F0F3812-0E62-2E09-C9AB-79F13108F9A8}"/>
              </a:ext>
            </a:extLst>
          </p:cNvPr>
          <p:cNvSpPr>
            <a:spLocks xmlns:a="http://schemas.openxmlformats.org/drawingml/2006/main" noGrp="1"/>
          </p:cNvSpPr>
          <p:nvPr>
            <p:ph type="sldNum" idx="17"/>
          </p:nvPr>
        </p:nvSpPr>
        <p:spPr>
          <a:xfrm xmlns:a="http://schemas.openxmlformats.org/drawingml/2006/main">
            <a:off x="762000" y="6423660"/>
            <a:ext cx="365760" cy="365760"/>
          </a:xfrm>
        </p:spPr>
        <p:txBody>
          <a:bodyPr xmlns:a="http://schemas.openxmlformats.org/drawingml/2006/main"/>
          <a:lstStyle xmlns:a="http://schemas.openxmlformats.org/drawingml/2006/main">
            <a:lvl1pPr>
              <a:buNone/>
              <a:defRPr>
                <a:solidFill>
                  <a:srgbClr val="AEA8A2"/>
                </a:solidFill>
              </a:defRPr>
            </a:lvl1pPr>
          </a:lstStyle>
          <a:p xmlns:a="http://schemas.openxmlformats.org/drawingml/2006/main">
            <a:fld id="{345D60D9-5372-5F40-9443-0F9AE5BDC3C8}" type="slidenum">
              <a:t>‹#›</a:t>
            </a:fld>
            <a:endParaRPr/>
          </a:p>
        </p:txBody>
      </p:sp>
      <p:sp>
        <p:nvSpPr>
          <p:cNvPr id="5" name="Footer Placeholder 6">
            <a:extLst xmlns:a="http://schemas.openxmlformats.org/drawingml/2006/main">
              <a:ext uri="{FF2B5EF4-FFF2-40B4-BE49-F238E27FC236}">
                <a16:creationId xmlns:a16="http://schemas.microsoft.com/office/drawing/2014/main" id="{4D96D9B3-827E-BCDB-1DEF-84EB5E7E90C2}"/>
              </a:ext>
            </a:extLst>
          </p:cNvPr>
          <p:cNvSpPr>
            <a:spLocks xmlns:a="http://schemas.openxmlformats.org/drawingml/2006/main" noGrp="1"/>
          </p:cNvSpPr>
          <p:nvPr>
            <p:ph type="ftr" idx="16"/>
          </p:nvPr>
        </p:nvSpPr>
        <p:spPr>
          <a:xfrm xmlns:a="http://schemas.openxmlformats.org/drawingml/2006/main">
            <a:off x="1127759" y="6423978"/>
            <a:ext cx="5745379" cy="365125"/>
          </a:xfrm>
        </p:spPr>
        <p:txBody>
          <a:bodyPr xmlns:a="http://schemas.openxmlformats.org/drawingml/2006/main"/>
          <a:lstStyle xmlns:a="http://schemas.openxmlformats.org/drawingml/2006/main">
            <a:lvl1pPr>
              <a:buNone/>
              <a:defRPr>
                <a:solidFill>
                  <a:srgbClr val="AEA8A2"/>
                </a:solidFill>
              </a:defRPr>
            </a:lvl1pPr>
          </a:lstStyle>
          <a:p xmlns:a="http://schemas.openxmlformats.org/drawingml/2006/main">
            <a:r>
              <a:t>Copyright © 2025, Oracle and/or its affiliates |  Confidential: Internal/Restricted/Highly Restricted</a:t>
            </a:r>
            <a:endParaRPr/>
          </a:p>
        </p:txBody>
      </p:sp>
      <p:sp>
        <p:nvSpPr>
          <p:cNvPr id="7" name="Date Placeholder 4">
            <a:extLst xmlns:a="http://schemas.openxmlformats.org/drawingml/2006/main">
              <a:ext uri="{FF2B5EF4-FFF2-40B4-BE49-F238E27FC236}">
                <a16:creationId xmlns:a16="http://schemas.microsoft.com/office/drawing/2014/main" id="{6FBD1657-DE16-5859-6047-8B20D7971D48}"/>
              </a:ext>
            </a:extLst>
          </p:cNvPr>
          <p:cNvSpPr>
            <a:spLocks xmlns:a="http://schemas.openxmlformats.org/drawingml/2006/main" noGrp="1"/>
          </p:cNvSpPr>
          <p:nvPr>
            <p:ph type="dt" idx="15"/>
          </p:nvPr>
        </p:nvSpPr>
        <p:spPr>
          <a:xfrm xmlns:a="http://schemas.openxmlformats.org/drawingml/2006/main">
            <a:off x="6873138" y="6425604"/>
            <a:ext cx="2743200" cy="363500"/>
          </a:xfrm>
        </p:spPr>
        <p:txBody>
          <a:bodyPr xmlns:a="http://schemas.openxmlformats.org/drawingml/2006/main"/>
          <a:lstStyle xmlns:a="http://schemas.openxmlformats.org/drawingml/2006/main">
            <a:lvl1pPr>
              <a:buNone/>
              <a:defRPr>
                <a:solidFill>
                  <a:srgbClr val="AEA8A2"/>
                </a:solidFill>
              </a:defRPr>
            </a:lvl1pPr>
          </a:lstStyle>
          <a:p xmlns:a="http://schemas.openxmlformats.org/drawingml/2006/main">
            <a:r>
              <a:t>[Date]</a:t>
            </a:r>
            <a:endParaRPr/>
          </a:p>
        </p:txBody>
      </p:sp>
    </p:spTree>
  </p:cSld>
</p:sldLayout>
</file>

<file path=ppt/slideLayouts/slideLayout75.xml><?xml version="1.0" encoding="utf-8"?>
<p:sldLayout xmlns:p="http://schemas.openxmlformats.org/presentationml/2006/main" preserve="1" userDrawn="1">
  <p:cSld name="Light - Quote with Picture">
    <p:bg>
      <p:bgRef idx="1001">
        <a:schemeClr xmlns:a="http://schemas.openxmlformats.org/drawingml/2006/main" val="bg2"/>
      </p:bgRef>
    </p:bg>
    <p:spTree>
      <p:nvGrpSpPr>
        <p:cNvPr id="1" name=""/>
        <p:cNvGrpSpPr/>
        <p:nvPr/>
      </p:nvGrpSpPr>
      <p:grpSpPr>
        <a:xfrm xmlns:a="http://schemas.openxmlformats.org/drawingml/2006/main"/>
      </p:grpSpPr>
      <p:sp>
        <p:nvSpPr>
          <p:cNvPr id="3" name="Quote">
            <a:extLst xmlns:a="http://schemas.openxmlformats.org/drawingml/2006/main">
              <a:ext uri="{FF2B5EF4-FFF2-40B4-BE49-F238E27FC236}">
                <a16:creationId xmlns:a16="http://schemas.microsoft.com/office/drawing/2014/main" id="{A13E52A3-3B72-407D-BD94-ADB27B9FCE9C}"/>
              </a:ext>
            </a:extLst>
          </p:cNvPr>
          <p:cNvSpPr>
            <a:spLocks xmlns:a="http://schemas.openxmlformats.org/drawingml/2006/main" noGrp="1"/>
          </p:cNvSpPr>
          <p:nvPr>
            <p:ph type="title" idx="0" hasCustomPrompt="1"/>
          </p:nvPr>
        </p:nvSpPr>
        <p:spPr>
          <a:xfrm xmlns:a="http://schemas.openxmlformats.org/drawingml/2006/main">
            <a:off x="5220586" y="2896192"/>
            <a:ext cx="6219354" cy="1384995"/>
          </a:xfrm>
          <a:prstGeom xmlns:a="http://schemas.openxmlformats.org/drawingml/2006/main" prst="rect">
            <a:avLst/>
          </a:prstGeom>
          <a:noFill xmlns:a="http://schemas.openxmlformats.org/drawingml/2006/main"/>
        </p:spPr>
        <p:txBody>
          <a:bodyPr xmlns:a="http://schemas.openxmlformats.org/drawingml/2006/main" vert="horz" wrap="square" lIns="0" tIns="0" rIns="0" bIns="0" anchor="b">
            <a:spAutoFit/>
          </a:bodyPr>
          <a:lstStyle xmlns:a="http://schemas.openxmlformats.org/drawingml/2006/main">
            <a:lvl1pPr marL="179388" indent="-179388">
              <a:lnSpc>
                <a:spcPct val="100000"/>
              </a:lnSpc>
              <a:buNone/>
              <a:defRPr sz="3000" b="0" i="0">
                <a:latin typeface="+mj-lt"/>
                <a:ea typeface="+mj-lt"/>
                <a:cs typeface="+mj-lt"/>
              </a:defRPr>
            </a:lvl1pPr>
          </a:lstStyle>
          <a:p xmlns:a="http://schemas.openxmlformats.org/drawingml/2006/main">
            <a:pPr lvl="0">
              <a:buNone/>
            </a:pPr>
            <a:r>
              <a:t>“Click to type customer or</a:t>
            </a:r>
            <a:br/>
            <a:r>
              <a:t>partner quote surrounded</a:t>
            </a:r>
            <a:br/>
            <a:r>
              <a:t>by quotation marks.”</a:t>
            </a:r>
          </a:p>
        </p:txBody>
      </p:sp>
      <p:sp>
        <p:nvSpPr>
          <p:cNvPr id="13" name="Text Field">
            <a:extLst xmlns:a="http://schemas.openxmlformats.org/drawingml/2006/main">
              <a:ext uri="{FF2B5EF4-FFF2-40B4-BE49-F238E27FC236}">
                <a16:creationId xmlns:a16="http://schemas.microsoft.com/office/drawing/2014/main" id="{04A571F4-71E4-264A-BBD5-0475995E681B}"/>
              </a:ext>
            </a:extLst>
          </p:cNvPr>
          <p:cNvSpPr>
            <a:spLocks xmlns:a="http://schemas.openxmlformats.org/drawingml/2006/main" noGrp="1"/>
          </p:cNvSpPr>
          <p:nvPr>
            <p:ph type="body" idx="37" hasCustomPrompt="1"/>
          </p:nvPr>
        </p:nvSpPr>
        <p:spPr>
          <a:xfrm xmlns:a="http://schemas.openxmlformats.org/drawingml/2006/main">
            <a:off x="5372844" y="4983135"/>
            <a:ext cx="6054629" cy="266291"/>
          </a:xfrm>
          <a:prstGeom xmlns:a="http://schemas.openxmlformats.org/drawingml/2006/main" prst="rect">
            <a:avLst/>
          </a:prstGeom>
        </p:spPr>
        <p:txBody>
          <a:bodyPr xmlns:a="http://schemas.openxmlformats.org/drawingml/2006/main">
            <a:noAutofit/>
          </a:bodyPr>
          <a:lstStyle xmlns:a="http://schemas.openxmlformats.org/drawingml/2006/main">
            <a:lvl1pPr>
              <a:lnSpc>
                <a:spcPct val="100000"/>
              </a:lnSpc>
              <a:buNone/>
              <a:defRPr b="1"/>
            </a:lvl1pPr>
          </a:lstStyle>
          <a:p xmlns:a="http://schemas.openxmlformats.org/drawingml/2006/main">
            <a:pPr lvl="0">
              <a:buNone/>
            </a:pPr>
            <a:r>
              <a:t>Name of person quoted</a:t>
            </a:r>
          </a:p>
        </p:txBody>
      </p:sp>
      <p:sp>
        <p:nvSpPr>
          <p:cNvPr id="11" name="Text Field 2">
            <a:extLst xmlns:a="http://schemas.openxmlformats.org/drawingml/2006/main">
              <a:ext uri="{FF2B5EF4-FFF2-40B4-BE49-F238E27FC236}">
                <a16:creationId xmlns:a16="http://schemas.microsoft.com/office/drawing/2014/main" id="{CBFB97F9-F988-C34C-8B6D-BB4A4D881736}"/>
              </a:ext>
            </a:extLst>
          </p:cNvPr>
          <p:cNvSpPr>
            <a:spLocks xmlns:a="http://schemas.openxmlformats.org/drawingml/2006/main" noGrp="1"/>
          </p:cNvSpPr>
          <p:nvPr>
            <p:ph type="body" idx="36" hasCustomPrompt="1"/>
          </p:nvPr>
        </p:nvSpPr>
        <p:spPr>
          <a:xfrm xmlns:a="http://schemas.openxmlformats.org/drawingml/2006/main">
            <a:off x="5372844" y="5320728"/>
            <a:ext cx="6054629" cy="786385"/>
          </a:xfrm>
          <a:prstGeom xmlns:a="http://schemas.openxmlformats.org/drawingml/2006/main" prst="rect">
            <a:avLst/>
          </a:prstGeom>
        </p:spPr>
        <p:txBody>
          <a:bodyPr xmlns:a="http://schemas.openxmlformats.org/drawingml/2006/main">
            <a:noAutofit/>
          </a:bodyPr>
          <a:lstStyle xmlns:a="http://schemas.openxmlformats.org/drawingml/2006/main">
            <a:lvl1pPr>
              <a:lnSpc>
                <a:spcPct val="100000"/>
              </a:lnSpc>
              <a:buNone/>
              <a:defRPr sz="1600" b="0" i="0">
                <a:latin typeface="Oracle Sans Tab"/>
                <a:ea typeface="Oracle Sans Tab"/>
                <a:cs typeface="Oracle Sans Tab"/>
              </a:defRPr>
            </a:lvl1pPr>
          </a:lstStyle>
          <a:p xmlns:a="http://schemas.openxmlformats.org/drawingml/2006/main">
            <a:pPr lvl="0">
              <a:buNone/>
            </a:pPr>
            <a:r>
              <a:t>Additional information if needed</a:t>
            </a:r>
          </a:p>
        </p:txBody>
      </p:sp>
      <p:sp>
        <p:nvSpPr>
          <p:cNvPr id="2" name="Content Placeholder 2">
            <a:extLst xmlns:a="http://schemas.openxmlformats.org/drawingml/2006/main">
              <a:ext uri="{FF2B5EF4-FFF2-40B4-BE49-F238E27FC236}">
                <a16:creationId xmlns:a16="http://schemas.microsoft.com/office/drawing/2014/main" id="{6190524B-9853-A3B5-6016-2D547D457D4C}"/>
              </a:ext>
            </a:extLst>
          </p:cNvPr>
          <p:cNvSpPr>
            <a:spLocks xmlns:a="http://schemas.openxmlformats.org/drawingml/2006/main" noGrp="1"/>
          </p:cNvSpPr>
          <p:nvPr>
            <p:ph idx="47" hasCustomPrompt="1"/>
          </p:nvPr>
        </p:nvSpPr>
        <p:spPr>
          <a:xfrm xmlns:a="http://schemas.openxmlformats.org/drawingml/2006/main">
            <a:off x="5372844" y="1203405"/>
            <a:ext cx="2447584" cy="673743"/>
          </a:xfrm>
        </p:spPr>
        <p:txBody>
          <a:bodyPr xmlns:a="http://schemas.openxmlformats.org/drawingml/2006/main"/>
          <a:lstStyle xmlns:a="http://schemas.openxmlformats.org/drawingml/2006/main">
            <a:lvl5pPr marL="731520" indent="0">
              <a:buNone/>
              <a:defRPr/>
            </a:lvl5pPr>
          </a:lstStyle>
          <a:p xmlns:a="http://schemas.openxmlformats.org/drawingml/2006/main">
            <a:pPr lvl="0">
              <a:buNone/>
            </a:pPr>
            <a:r>
              <a:t>Click to add logo</a:t>
            </a:r>
          </a:p>
        </p:txBody>
      </p:sp>
      <p:sp>
        <p:nvSpPr>
          <p:cNvPr id="7" name="Picture Placeholder 6">
            <a:extLst xmlns:a="http://schemas.openxmlformats.org/drawingml/2006/main">
              <a:ext uri="{FF2B5EF4-FFF2-40B4-BE49-F238E27FC236}">
                <a16:creationId xmlns:a16="http://schemas.microsoft.com/office/drawing/2014/main" id="{6145069B-D056-45AF-BC91-ABDBFD0C3D17}"/>
              </a:ext>
            </a:extLst>
          </p:cNvPr>
          <p:cNvSpPr>
            <a:spLocks xmlns:a="http://schemas.openxmlformats.org/drawingml/2006/main" noGrp="1"/>
          </p:cNvSpPr>
          <p:nvPr>
            <p:ph type="pic" idx="42" hasCustomPrompt="1"/>
          </p:nvPr>
        </p:nvSpPr>
        <p:spPr>
          <a:xfrm xmlns:a="http://schemas.openxmlformats.org/drawingml/2006/main">
            <a:off x="0" y="-2"/>
            <a:ext cx="4876800" cy="6858000"/>
          </a:xfrm>
        </p:spPr>
        <p:txBody>
          <a:bodyPr xmlns:a="http://schemas.openxmlformats.org/drawingml/2006/main" anchor="ctr"/>
          <a:lstStyle xmlns:a="http://schemas.openxmlformats.org/drawingml/2006/main">
            <a:lvl1pPr>
              <a:buNone/>
              <a:defRPr b="0" i="0">
                <a:latin typeface="Oracle Sans Tab"/>
                <a:ea typeface="Oracle Sans Tab"/>
                <a:cs typeface="Oracle Sans Tab"/>
              </a:defRPr>
            </a:lvl1pPr>
          </a:lstStyle>
          <a:p xmlns:a="http://schemas.openxmlformats.org/drawingml/2006/main">
            <a:pPr marL="0" marR="0" lvl="0" indent="0" algn="l" defTabSz="914400">
              <a:lnSpc>
                <a:spcPct val="95000"/>
              </a:lnSpc>
              <a:spcBef>
                <a:spcPts val="600"/>
              </a:spcBef>
              <a:spcAft>
                <a:spcPts val="0"/>
              </a:spcAft>
              <a:buClrTx/>
              <a:buSzTx/>
              <a:buFont typeface="System Font Regular"/>
              <a:buNone/>
            </a:pPr>
            <a:r>
              <a:t>Click to add photo or illustration</a:t>
            </a:r>
          </a:p>
          <a:p xmlns:a="http://schemas.openxmlformats.org/drawingml/2006/main">
            <a:pPr marL="0" marR="0" lvl="0" indent="0" algn="l" defTabSz="914400">
              <a:lnSpc>
                <a:spcPct val="95000"/>
              </a:lnSpc>
              <a:spcBef>
                <a:spcPts val="600"/>
              </a:spcBef>
              <a:spcAft>
                <a:spcPts val="0"/>
              </a:spcAft>
              <a:buClrTx/>
              <a:buSzTx/>
              <a:buFont typeface="System Font Regular"/>
              <a:buNone/>
            </a:pPr>
            <a:endParaRPr/>
          </a:p>
          <a:p xmlns:a="http://schemas.openxmlformats.org/drawingml/2006/main">
            <a:pPr marL="0" marR="0" lvl="0" indent="0" algn="l" defTabSz="914400">
              <a:lnSpc>
                <a:spcPct val="95000"/>
              </a:lnSpc>
              <a:spcBef>
                <a:spcPts val="600"/>
              </a:spcBef>
              <a:spcAft>
                <a:spcPts val="0"/>
              </a:spcAft>
              <a:buClrTx/>
              <a:buSzTx/>
              <a:buFont typeface="System Font Regular"/>
              <a:buNone/>
            </a:pPr>
            <a:endParaRPr/>
          </a:p>
        </p:txBody>
      </p:sp>
      <p:sp>
        <p:nvSpPr>
          <p:cNvPr id="9" name="Slide Number Placeholder 5">
            <a:extLst xmlns:a="http://schemas.openxmlformats.org/drawingml/2006/main">
              <a:ext uri="{FF2B5EF4-FFF2-40B4-BE49-F238E27FC236}">
                <a16:creationId xmlns:a16="http://schemas.microsoft.com/office/drawing/2014/main" id="{6D383948-15D7-7125-EC6C-CB63EC77CA18}"/>
              </a:ext>
            </a:extLst>
          </p:cNvPr>
          <p:cNvSpPr>
            <a:spLocks xmlns:a="http://schemas.openxmlformats.org/drawingml/2006/main" noGrp="1"/>
          </p:cNvSpPr>
          <p:nvPr>
            <p:ph type="sldNum" idx="40"/>
          </p:nvPr>
        </p:nvSpPr>
        <p:spPr>
          <a:xfrm xmlns:a="http://schemas.openxmlformats.org/drawingml/2006/main">
            <a:off x="762000" y="6423660"/>
            <a:ext cx="365760" cy="365760"/>
          </a:xfrm>
        </p:spPr>
        <p:txBody>
          <a:bodyPr xmlns:a="http://schemas.openxmlformats.org/drawingml/2006/main"/>
          <a:lstStyle xmlns:a="http://schemas.openxmlformats.org/drawingml/2006/main">
            <a:lvl1pPr>
              <a:buNone/>
              <a:defRPr>
                <a:solidFill>
                  <a:srgbClr val="514C47"/>
                </a:solidFill>
              </a:defRPr>
            </a:lvl1pPr>
          </a:lstStyle>
          <a:p xmlns:a="http://schemas.openxmlformats.org/drawingml/2006/main">
            <a:fld id="{345D60D9-5372-5F40-9443-0F9AE5BDC3C8}" type="slidenum">
              <a:t>‹#›</a:t>
            </a:fld>
            <a:endParaRPr/>
          </a:p>
        </p:txBody>
      </p:sp>
      <p:sp>
        <p:nvSpPr>
          <p:cNvPr id="10" name="Footer Placeholder 4">
            <a:extLst xmlns:a="http://schemas.openxmlformats.org/drawingml/2006/main">
              <a:ext uri="{FF2B5EF4-FFF2-40B4-BE49-F238E27FC236}">
                <a16:creationId xmlns:a16="http://schemas.microsoft.com/office/drawing/2014/main" id="{FD46CC1D-F4C5-32B1-5BBE-B6CFF28BAB96}"/>
              </a:ext>
            </a:extLst>
          </p:cNvPr>
          <p:cNvSpPr>
            <a:spLocks xmlns:a="http://schemas.openxmlformats.org/drawingml/2006/main" noGrp="1"/>
          </p:cNvSpPr>
          <p:nvPr>
            <p:ph type="ftr" idx="39"/>
          </p:nvPr>
        </p:nvSpPr>
        <p:spPr>
          <a:xfrm xmlns:a="http://schemas.openxmlformats.org/drawingml/2006/main">
            <a:off x="1127759" y="6423978"/>
            <a:ext cx="5745379" cy="365125"/>
          </a:xfrm>
        </p:spPr>
        <p:txBody>
          <a:bodyPr xmlns:a="http://schemas.openxmlformats.org/drawingml/2006/main"/>
          <a:lstStyle xmlns:a="http://schemas.openxmlformats.org/drawingml/2006/main">
            <a:lvl1pPr>
              <a:buNone/>
              <a:defRPr>
                <a:solidFill>
                  <a:srgbClr val="514C47"/>
                </a:solidFill>
              </a:defRPr>
            </a:lvl1pPr>
          </a:lstStyle>
          <a:p xmlns:a="http://schemas.openxmlformats.org/drawingml/2006/main">
            <a:r>
              <a:t>Copyright © 2025, Oracle and/or its affiliates |  Confidential: Internal/Restricted/Highly Restricted</a:t>
            </a:r>
            <a:endParaRPr/>
          </a:p>
        </p:txBody>
      </p:sp>
      <p:sp>
        <p:nvSpPr>
          <p:cNvPr id="12" name="Date Placeholder 3">
            <a:extLst xmlns:a="http://schemas.openxmlformats.org/drawingml/2006/main">
              <a:ext uri="{FF2B5EF4-FFF2-40B4-BE49-F238E27FC236}">
                <a16:creationId xmlns:a16="http://schemas.microsoft.com/office/drawing/2014/main" id="{9D38F3F9-78BB-AD8B-F9E3-58010BFE256F}"/>
              </a:ext>
            </a:extLst>
          </p:cNvPr>
          <p:cNvSpPr>
            <a:spLocks xmlns:a="http://schemas.openxmlformats.org/drawingml/2006/main" noGrp="1"/>
          </p:cNvSpPr>
          <p:nvPr>
            <p:ph type="dt" idx="38"/>
          </p:nvPr>
        </p:nvSpPr>
        <p:spPr>
          <a:xfrm xmlns:a="http://schemas.openxmlformats.org/drawingml/2006/main">
            <a:off x="6873138" y="6425604"/>
            <a:ext cx="2743200" cy="363500"/>
          </a:xfrm>
        </p:spPr>
        <p:txBody>
          <a:bodyPr xmlns:a="http://schemas.openxmlformats.org/drawingml/2006/main"/>
          <a:lstStyle xmlns:a="http://schemas.openxmlformats.org/drawingml/2006/main">
            <a:lvl1pPr>
              <a:buNone/>
              <a:defRPr>
                <a:solidFill>
                  <a:srgbClr val="514C47"/>
                </a:solidFill>
              </a:defRPr>
            </a:lvl1pPr>
          </a:lstStyle>
          <a:p xmlns:a="http://schemas.openxmlformats.org/drawingml/2006/main">
            <a:r>
              <a:t>[Date]</a:t>
            </a:r>
            <a:endParaRPr/>
          </a:p>
        </p:txBody>
      </p:sp>
      <p:sp>
        <p:nvSpPr>
          <p:cNvPr id="4" name="Accent mark">
            <a:extLst xmlns:a="http://schemas.openxmlformats.org/drawingml/2006/main">
              <a:ext uri="{FF2B5EF4-FFF2-40B4-BE49-F238E27FC236}">
                <a16:creationId xmlns:a16="http://schemas.microsoft.com/office/drawing/2014/main" id="{9693ED60-0244-537F-7CCC-D2E56AF0B93F}"/>
              </a:ext>
            </a:extLst>
          </p:cNvPr>
          <p:cNvSpPr>
            <a:spLocks xmlns:a="http://schemas.openxmlformats.org/drawingml/2006/main" noGrp="1"/>
          </p:cNvSpPr>
          <p:nvPr/>
        </p:nvSpPr>
        <p:spPr>
          <a:xfrm xmlns:a="http://schemas.openxmlformats.org/drawingml/2006/main">
            <a:off x="5372844" y="4638587"/>
            <a:ext cx="365760" cy="36576"/>
          </a:xfrm>
          <a:prstGeom xmlns:a="http://schemas.openxmlformats.org/drawingml/2006/main" prst="rect">
            <a:avLst/>
          </a:prstGeom>
          <a:solidFill xmlns:a="http://schemas.openxmlformats.org/drawingml/2006/main">
            <a:srgbClr val="C74634"/>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Tree>
  </p:cSld>
</p:sldLayout>
</file>

<file path=ppt/slideLayouts/slideLayout76.xml><?xml version="1.0" encoding="utf-8"?>
<p:sldLayout xmlns:p="http://schemas.openxmlformats.org/presentationml/2006/main" preserve="1" userDrawn="1">
  <p:cSld name="Dark - Quote with Picture">
    <p:bg>
      <p:bgRef idx="1001">
        <a:schemeClr xmlns:a="http://schemas.openxmlformats.org/drawingml/2006/main" val="bg2"/>
      </p:bgRef>
    </p:bg>
    <p:spTree>
      <p:nvGrpSpPr>
        <p:cNvPr id="1" name=""/>
        <p:cNvGrpSpPr/>
        <p:nvPr/>
      </p:nvGrpSpPr>
      <p:grpSpPr>
        <a:xfrm xmlns:a="http://schemas.openxmlformats.org/drawingml/2006/main"/>
      </p:grpSpPr>
      <p:sp>
        <p:nvSpPr>
          <p:cNvPr id="10" name="Quote">
            <a:extLst xmlns:a="http://schemas.openxmlformats.org/drawingml/2006/main">
              <a:ext uri="{FF2B5EF4-FFF2-40B4-BE49-F238E27FC236}">
                <a16:creationId xmlns:a16="http://schemas.microsoft.com/office/drawing/2014/main" id="{04AE5B2A-AF85-83D6-EC24-EFCB6E567112}"/>
              </a:ext>
            </a:extLst>
          </p:cNvPr>
          <p:cNvSpPr>
            <a:spLocks xmlns:a="http://schemas.openxmlformats.org/drawingml/2006/main" noGrp="1"/>
          </p:cNvSpPr>
          <p:nvPr>
            <p:ph type="title" idx="0" hasCustomPrompt="1"/>
          </p:nvPr>
        </p:nvSpPr>
        <p:spPr>
          <a:xfrm xmlns:a="http://schemas.openxmlformats.org/drawingml/2006/main">
            <a:off x="5220586" y="2896192"/>
            <a:ext cx="6219354" cy="1384995"/>
          </a:xfrm>
          <a:prstGeom xmlns:a="http://schemas.openxmlformats.org/drawingml/2006/main" prst="rect">
            <a:avLst/>
          </a:prstGeom>
          <a:noFill xmlns:a="http://schemas.openxmlformats.org/drawingml/2006/main"/>
        </p:spPr>
        <p:txBody>
          <a:bodyPr xmlns:a="http://schemas.openxmlformats.org/drawingml/2006/main" vert="horz" wrap="square" lIns="0" tIns="0" rIns="0" bIns="0" anchor="b">
            <a:spAutoFit/>
          </a:bodyPr>
          <a:lstStyle xmlns:a="http://schemas.openxmlformats.org/drawingml/2006/main">
            <a:lvl1pPr marL="179388" indent="-179388">
              <a:lnSpc>
                <a:spcPct val="100000"/>
              </a:lnSpc>
              <a:buNone/>
              <a:defRPr sz="3000" b="0" i="0">
                <a:latin typeface="+mj-lt"/>
                <a:ea typeface="+mj-lt"/>
                <a:cs typeface="+mj-lt"/>
              </a:defRPr>
            </a:lvl1pPr>
          </a:lstStyle>
          <a:p xmlns:a="http://schemas.openxmlformats.org/drawingml/2006/main">
            <a:pPr lvl="0">
              <a:buNone/>
            </a:pPr>
            <a:r>
              <a:t>“Click to type customer or</a:t>
            </a:r>
            <a:br/>
            <a:r>
              <a:t>partner quote surrounded</a:t>
            </a:r>
            <a:br/>
            <a:r>
              <a:t>by quotation marks.”</a:t>
            </a:r>
          </a:p>
        </p:txBody>
      </p:sp>
      <p:sp>
        <p:nvSpPr>
          <p:cNvPr id="13" name="Text Field">
            <a:extLst xmlns:a="http://schemas.openxmlformats.org/drawingml/2006/main">
              <a:ext uri="{FF2B5EF4-FFF2-40B4-BE49-F238E27FC236}">
                <a16:creationId xmlns:a16="http://schemas.microsoft.com/office/drawing/2014/main" id="{04A571F4-71E4-264A-BBD5-0475995E681B}"/>
              </a:ext>
            </a:extLst>
          </p:cNvPr>
          <p:cNvSpPr>
            <a:spLocks xmlns:a="http://schemas.openxmlformats.org/drawingml/2006/main" noGrp="1"/>
          </p:cNvSpPr>
          <p:nvPr>
            <p:ph type="body" idx="37" hasCustomPrompt="1"/>
          </p:nvPr>
        </p:nvSpPr>
        <p:spPr>
          <a:xfrm xmlns:a="http://schemas.openxmlformats.org/drawingml/2006/main">
            <a:off x="5385816" y="4983135"/>
            <a:ext cx="6051272" cy="266291"/>
          </a:xfrm>
          <a:prstGeom xmlns:a="http://schemas.openxmlformats.org/drawingml/2006/main" prst="rect">
            <a:avLst/>
          </a:prstGeom>
        </p:spPr>
        <p:txBody>
          <a:bodyPr xmlns:a="http://schemas.openxmlformats.org/drawingml/2006/main">
            <a:noAutofit/>
          </a:bodyPr>
          <a:lstStyle xmlns:a="http://schemas.openxmlformats.org/drawingml/2006/main">
            <a:lvl1pPr>
              <a:lnSpc>
                <a:spcPct val="100000"/>
              </a:lnSpc>
              <a:buNone/>
              <a:defRPr b="1"/>
            </a:lvl1pPr>
          </a:lstStyle>
          <a:p xmlns:a="http://schemas.openxmlformats.org/drawingml/2006/main">
            <a:pPr lvl="0">
              <a:buNone/>
            </a:pPr>
            <a:r>
              <a:t>Name of person quoted</a:t>
            </a:r>
          </a:p>
        </p:txBody>
      </p:sp>
      <p:sp>
        <p:nvSpPr>
          <p:cNvPr id="11" name="Text Field 2">
            <a:extLst xmlns:a="http://schemas.openxmlformats.org/drawingml/2006/main">
              <a:ext uri="{FF2B5EF4-FFF2-40B4-BE49-F238E27FC236}">
                <a16:creationId xmlns:a16="http://schemas.microsoft.com/office/drawing/2014/main" id="{CBFB97F9-F988-C34C-8B6D-BB4A4D881736}"/>
              </a:ext>
            </a:extLst>
          </p:cNvPr>
          <p:cNvSpPr>
            <a:spLocks xmlns:a="http://schemas.openxmlformats.org/drawingml/2006/main" noGrp="1"/>
          </p:cNvSpPr>
          <p:nvPr>
            <p:ph type="body" idx="36" hasCustomPrompt="1"/>
          </p:nvPr>
        </p:nvSpPr>
        <p:spPr>
          <a:xfrm xmlns:a="http://schemas.openxmlformats.org/drawingml/2006/main">
            <a:off x="5385816" y="5320728"/>
            <a:ext cx="6051272" cy="786385"/>
          </a:xfrm>
          <a:prstGeom xmlns:a="http://schemas.openxmlformats.org/drawingml/2006/main" prst="rect">
            <a:avLst/>
          </a:prstGeom>
        </p:spPr>
        <p:txBody>
          <a:bodyPr xmlns:a="http://schemas.openxmlformats.org/drawingml/2006/main">
            <a:noAutofit/>
          </a:bodyPr>
          <a:lstStyle xmlns:a="http://schemas.openxmlformats.org/drawingml/2006/main">
            <a:lvl1pPr>
              <a:lnSpc>
                <a:spcPct val="100000"/>
              </a:lnSpc>
              <a:buNone/>
              <a:defRPr sz="1600" b="0" i="0">
                <a:latin typeface="Oracle Sans Tab"/>
                <a:ea typeface="Oracle Sans Tab"/>
                <a:cs typeface="Oracle Sans Tab"/>
              </a:defRPr>
            </a:lvl1pPr>
          </a:lstStyle>
          <a:p xmlns:a="http://schemas.openxmlformats.org/drawingml/2006/main">
            <a:pPr lvl="0">
              <a:buNone/>
            </a:pPr>
            <a:r>
              <a:t>Additional information if needed</a:t>
            </a:r>
          </a:p>
        </p:txBody>
      </p:sp>
      <p:sp>
        <p:nvSpPr>
          <p:cNvPr id="2" name="Content Placeholder 2">
            <a:extLst xmlns:a="http://schemas.openxmlformats.org/drawingml/2006/main">
              <a:ext uri="{FF2B5EF4-FFF2-40B4-BE49-F238E27FC236}">
                <a16:creationId xmlns:a16="http://schemas.microsoft.com/office/drawing/2014/main" id="{3CB52BCF-4E23-BA44-5C50-AFEA7DFA337E}"/>
              </a:ext>
            </a:extLst>
          </p:cNvPr>
          <p:cNvSpPr>
            <a:spLocks xmlns:a="http://schemas.openxmlformats.org/drawingml/2006/main" noGrp="1"/>
          </p:cNvSpPr>
          <p:nvPr>
            <p:ph idx="47" hasCustomPrompt="1"/>
          </p:nvPr>
        </p:nvSpPr>
        <p:spPr>
          <a:xfrm xmlns:a="http://schemas.openxmlformats.org/drawingml/2006/main">
            <a:off x="5372844" y="1203405"/>
            <a:ext cx="2447584" cy="673743"/>
          </a:xfrm>
        </p:spPr>
        <p:txBody>
          <a:bodyPr xmlns:a="http://schemas.openxmlformats.org/drawingml/2006/main"/>
          <a:lstStyle xmlns:a="http://schemas.openxmlformats.org/drawingml/2006/main">
            <a:lvl5pPr marL="731520" indent="0">
              <a:buNone/>
              <a:defRPr/>
            </a:lvl5pPr>
          </a:lstStyle>
          <a:p xmlns:a="http://schemas.openxmlformats.org/drawingml/2006/main">
            <a:pPr lvl="0">
              <a:buNone/>
            </a:pPr>
            <a:r>
              <a:t>Click to add logo</a:t>
            </a:r>
          </a:p>
        </p:txBody>
      </p:sp>
      <p:sp>
        <p:nvSpPr>
          <p:cNvPr id="5" name="Picture Placeholder 4">
            <a:extLst xmlns:a="http://schemas.openxmlformats.org/drawingml/2006/main">
              <a:ext uri="{FF2B5EF4-FFF2-40B4-BE49-F238E27FC236}">
                <a16:creationId xmlns:a16="http://schemas.microsoft.com/office/drawing/2014/main" id="{EF3D1FF3-649D-46E2-9FDF-D1A77643F22A}"/>
              </a:ext>
            </a:extLst>
          </p:cNvPr>
          <p:cNvSpPr>
            <a:spLocks xmlns:a="http://schemas.openxmlformats.org/drawingml/2006/main" noGrp="1"/>
          </p:cNvSpPr>
          <p:nvPr>
            <p:ph type="pic" idx="42" hasCustomPrompt="1"/>
          </p:nvPr>
        </p:nvSpPr>
        <p:spPr>
          <a:xfrm xmlns:a="http://schemas.openxmlformats.org/drawingml/2006/main">
            <a:off x="0" y="0"/>
            <a:ext cx="4876800" cy="6858000"/>
          </a:xfrm>
        </p:spPr>
        <p:txBody>
          <a:bodyPr xmlns:a="http://schemas.openxmlformats.org/drawingml/2006/main" anchor="ctr"/>
          <a:lstStyle xmlns:a="http://schemas.openxmlformats.org/drawingml/2006/main">
            <a:lvl1pPr marL="0" marR="0" indent="0" algn="l" defTabSz="914400">
              <a:lnSpc>
                <a:spcPct val="95000"/>
              </a:lnSpc>
              <a:spcBef>
                <a:spcPts val="600"/>
              </a:spcBef>
              <a:spcAft>
                <a:spcPts val="0"/>
              </a:spcAft>
              <a:buClrTx/>
              <a:buSzTx/>
              <a:buFont typeface="System Font Regular"/>
              <a:buNone/>
              <a:defRPr b="0" i="0">
                <a:latin typeface="Oracle Sans Tab"/>
                <a:ea typeface="Oracle Sans Tab"/>
                <a:cs typeface="Oracle Sans Tab"/>
              </a:defRPr>
            </a:lvl1pPr>
          </a:lstStyle>
          <a:p xmlns:a="http://schemas.openxmlformats.org/drawingml/2006/main">
            <a:pPr marL="0" marR="0" lvl="0" indent="0" algn="l" defTabSz="914400">
              <a:lnSpc>
                <a:spcPct val="95000"/>
              </a:lnSpc>
              <a:spcBef>
                <a:spcPts val="600"/>
              </a:spcBef>
              <a:spcAft>
                <a:spcPts val="0"/>
              </a:spcAft>
              <a:buClrTx/>
              <a:buSzTx/>
              <a:buFont typeface="System Font Regular"/>
              <a:buNone/>
            </a:pPr>
            <a:r>
              <a:t>Click to add photo or illustration</a:t>
            </a:r>
          </a:p>
          <a:p xmlns:a="http://schemas.openxmlformats.org/drawingml/2006/main">
            <a:pPr marL="0" marR="0" lvl="0" indent="0" algn="l" defTabSz="914400">
              <a:lnSpc>
                <a:spcPct val="95000"/>
              </a:lnSpc>
              <a:spcBef>
                <a:spcPts val="600"/>
              </a:spcBef>
              <a:spcAft>
                <a:spcPts val="0"/>
              </a:spcAft>
              <a:buClrTx/>
              <a:buSzTx/>
              <a:buFont typeface="System Font Regular"/>
              <a:buNone/>
            </a:pPr>
            <a:endParaRPr/>
          </a:p>
          <a:p xmlns:a="http://schemas.openxmlformats.org/drawingml/2006/main">
            <a:pPr marL="0" marR="0" lvl="0" indent="0" algn="l" defTabSz="914400">
              <a:lnSpc>
                <a:spcPct val="95000"/>
              </a:lnSpc>
              <a:spcBef>
                <a:spcPts val="600"/>
              </a:spcBef>
              <a:spcAft>
                <a:spcPts val="0"/>
              </a:spcAft>
              <a:buClrTx/>
              <a:buSzTx/>
              <a:buFont typeface="System Font Regular"/>
              <a:buNone/>
            </a:pPr>
            <a:endParaRPr/>
          </a:p>
        </p:txBody>
      </p:sp>
      <p:sp>
        <p:nvSpPr>
          <p:cNvPr id="8" name="Slide Number Placeholder 7">
            <a:extLst xmlns:a="http://schemas.openxmlformats.org/drawingml/2006/main">
              <a:ext uri="{FF2B5EF4-FFF2-40B4-BE49-F238E27FC236}">
                <a16:creationId xmlns:a16="http://schemas.microsoft.com/office/drawing/2014/main" id="{74012F76-56F8-02E5-D4BF-72EE9E58CDB6}"/>
              </a:ext>
            </a:extLst>
          </p:cNvPr>
          <p:cNvSpPr>
            <a:spLocks xmlns:a="http://schemas.openxmlformats.org/drawingml/2006/main" noGrp="1"/>
          </p:cNvSpPr>
          <p:nvPr>
            <p:ph type="sldNum" idx="17"/>
          </p:nvPr>
        </p:nvSpPr>
        <p:spPr>
          <a:xfrm xmlns:a="http://schemas.openxmlformats.org/drawingml/2006/main">
            <a:off x="762000" y="6423660"/>
            <a:ext cx="365760" cy="365760"/>
          </a:xfrm>
        </p:spPr>
        <p:txBody>
          <a:bodyPr xmlns:a="http://schemas.openxmlformats.org/drawingml/2006/main"/>
          <a:lstStyle xmlns:a="http://schemas.openxmlformats.org/drawingml/2006/main">
            <a:lvl1pPr>
              <a:buNone/>
              <a:defRPr>
                <a:solidFill>
                  <a:srgbClr val="AEA8A2"/>
                </a:solidFill>
              </a:defRPr>
            </a:lvl1pPr>
          </a:lstStyle>
          <a:p xmlns:a="http://schemas.openxmlformats.org/drawingml/2006/main">
            <a:fld id="{345D60D9-5372-5F40-9443-0F9AE5BDC3C8}" type="slidenum">
              <a:t>‹#›</a:t>
            </a:fld>
            <a:endParaRPr/>
          </a:p>
        </p:txBody>
      </p:sp>
      <p:sp>
        <p:nvSpPr>
          <p:cNvPr id="9" name="Footer Placeholder 6">
            <a:extLst xmlns:a="http://schemas.openxmlformats.org/drawingml/2006/main">
              <a:ext uri="{FF2B5EF4-FFF2-40B4-BE49-F238E27FC236}">
                <a16:creationId xmlns:a16="http://schemas.microsoft.com/office/drawing/2014/main" id="{3DC697D7-91D3-03A4-C4DD-83F242623976}"/>
              </a:ext>
            </a:extLst>
          </p:cNvPr>
          <p:cNvSpPr>
            <a:spLocks xmlns:a="http://schemas.openxmlformats.org/drawingml/2006/main" noGrp="1"/>
          </p:cNvSpPr>
          <p:nvPr>
            <p:ph type="ftr" idx="16"/>
          </p:nvPr>
        </p:nvSpPr>
        <p:spPr>
          <a:xfrm xmlns:a="http://schemas.openxmlformats.org/drawingml/2006/main">
            <a:off x="1127759" y="6423978"/>
            <a:ext cx="5745379" cy="365125"/>
          </a:xfrm>
        </p:spPr>
        <p:txBody>
          <a:bodyPr xmlns:a="http://schemas.openxmlformats.org/drawingml/2006/main"/>
          <a:lstStyle xmlns:a="http://schemas.openxmlformats.org/drawingml/2006/main">
            <a:lvl1pPr>
              <a:buNone/>
              <a:defRPr>
                <a:solidFill>
                  <a:srgbClr val="AEA8A2"/>
                </a:solidFill>
              </a:defRPr>
            </a:lvl1pPr>
          </a:lstStyle>
          <a:p xmlns:a="http://schemas.openxmlformats.org/drawingml/2006/main">
            <a:r>
              <a:t>Copyright © 2025, Oracle and/or its affiliates |  Confidential: Internal/Restricted/Highly Restricted</a:t>
            </a:r>
            <a:endParaRPr/>
          </a:p>
        </p:txBody>
      </p:sp>
      <p:sp>
        <p:nvSpPr>
          <p:cNvPr id="12" name="Date Placeholder 4">
            <a:extLst xmlns:a="http://schemas.openxmlformats.org/drawingml/2006/main">
              <a:ext uri="{FF2B5EF4-FFF2-40B4-BE49-F238E27FC236}">
                <a16:creationId xmlns:a16="http://schemas.microsoft.com/office/drawing/2014/main" id="{18E33BA5-8373-D6D1-7F87-133CF1849725}"/>
              </a:ext>
            </a:extLst>
          </p:cNvPr>
          <p:cNvSpPr>
            <a:spLocks xmlns:a="http://schemas.openxmlformats.org/drawingml/2006/main" noGrp="1"/>
          </p:cNvSpPr>
          <p:nvPr>
            <p:ph type="dt" idx="15"/>
          </p:nvPr>
        </p:nvSpPr>
        <p:spPr>
          <a:xfrm xmlns:a="http://schemas.openxmlformats.org/drawingml/2006/main">
            <a:off x="6873138" y="6425604"/>
            <a:ext cx="2743200" cy="363500"/>
          </a:xfrm>
        </p:spPr>
        <p:txBody>
          <a:bodyPr xmlns:a="http://schemas.openxmlformats.org/drawingml/2006/main"/>
          <a:lstStyle xmlns:a="http://schemas.openxmlformats.org/drawingml/2006/main">
            <a:lvl1pPr>
              <a:buNone/>
              <a:defRPr>
                <a:solidFill>
                  <a:srgbClr val="AEA8A2"/>
                </a:solidFill>
              </a:defRPr>
            </a:lvl1pPr>
          </a:lstStyle>
          <a:p xmlns:a="http://schemas.openxmlformats.org/drawingml/2006/main">
            <a:r>
              <a:t>[Date]</a:t>
            </a:r>
            <a:endParaRPr/>
          </a:p>
        </p:txBody>
      </p:sp>
      <p:sp>
        <p:nvSpPr>
          <p:cNvPr id="4" name="Accent mark">
            <a:extLst xmlns:a="http://schemas.openxmlformats.org/drawingml/2006/main">
              <a:ext uri="{FF2B5EF4-FFF2-40B4-BE49-F238E27FC236}">
                <a16:creationId xmlns:a16="http://schemas.microsoft.com/office/drawing/2014/main" id="{99B99AF4-E9E4-23D9-4E0C-A8017ECCDA64}"/>
              </a:ext>
            </a:extLst>
          </p:cNvPr>
          <p:cNvSpPr>
            <a:spLocks xmlns:a="http://schemas.openxmlformats.org/drawingml/2006/main" noGrp="1"/>
          </p:cNvSpPr>
          <p:nvPr/>
        </p:nvSpPr>
        <p:spPr>
          <a:xfrm xmlns:a="http://schemas.openxmlformats.org/drawingml/2006/main">
            <a:off x="5372844" y="4638587"/>
            <a:ext cx="365760" cy="36576"/>
          </a:xfrm>
          <a:prstGeom xmlns:a="http://schemas.openxmlformats.org/drawingml/2006/main" prst="rect">
            <a:avLst/>
          </a:prstGeom>
          <a:solidFill xmlns:a="http://schemas.openxmlformats.org/drawingml/2006/main">
            <a:srgbClr val="F0CC71"/>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Tree>
  </p:cSld>
</p:sldLayout>
</file>

<file path=ppt/slideLayouts/slideLayout77.xml><?xml version="1.0" encoding="utf-8"?>
<p:sldLayout xmlns:p="http://schemas.openxmlformats.org/presentationml/2006/main" preserve="1" userDrawn="1">
  <p:cSld name="Left Rail - Light">
    <p:bg>
      <p:bgRef idx="1001">
        <a:schemeClr xmlns:a="http://schemas.openxmlformats.org/drawingml/2006/main" val="bg2"/>
      </p:bgRef>
    </p:bg>
    <p:spTree>
      <p:nvGrpSpPr>
        <p:cNvPr id="1" name=""/>
        <p:cNvGrpSpPr/>
        <p:nvPr/>
      </p:nvGrpSpPr>
      <p:grpSpPr>
        <a:xfrm xmlns:a="http://schemas.openxmlformats.org/drawingml/2006/main"/>
      </p:grpSpPr>
      <p:sp>
        <p:nvSpPr>
          <p:cNvPr id="17" name="Rectangle 16">
            <a:extLst xmlns:a="http://schemas.openxmlformats.org/drawingml/2006/main">
              <a:ext uri="{FF2B5EF4-FFF2-40B4-BE49-F238E27FC236}">
                <a16:creationId xmlns:a16="http://schemas.microsoft.com/office/drawing/2014/main" id="{CB705EA2-F116-883A-32A5-62C3C550DC70}"/>
              </a:ext>
            </a:extLst>
          </p:cNvPr>
          <p:cNvSpPr>
            <a:spLocks xmlns:a="http://schemas.openxmlformats.org/drawingml/2006/main" noGrp="1"/>
          </p:cNvSpPr>
          <p:nvPr/>
        </p:nvSpPr>
        <p:spPr>
          <a:xfrm xmlns:a="http://schemas.openxmlformats.org/drawingml/2006/main">
            <a:off x="0" y="0"/>
            <a:ext cx="4578900" cy="6858000"/>
          </a:xfrm>
          <a:prstGeom xmlns:a="http://schemas.openxmlformats.org/drawingml/2006/main" prst="rect">
            <a:avLst/>
          </a:prstGeom>
          <a:solidFill xmlns:a="http://schemas.openxmlformats.org/drawingml/2006/main">
            <a:srgbClr val="F1EFED"/>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7" name="Title 1">
            <a:extLst xmlns:a="http://schemas.openxmlformats.org/drawingml/2006/main">
              <a:ext uri="{FF2B5EF4-FFF2-40B4-BE49-F238E27FC236}">
                <a16:creationId xmlns:a16="http://schemas.microsoft.com/office/drawing/2014/main" id="{9534B91B-85A6-245A-7216-4ABE4FAC70C7}"/>
              </a:ext>
            </a:extLst>
          </p:cNvPr>
          <p:cNvSpPr>
            <a:spLocks xmlns:a="http://schemas.openxmlformats.org/drawingml/2006/main" noGrp="1"/>
          </p:cNvSpPr>
          <p:nvPr>
            <p:ph type="title" idx="0" hasCustomPrompt="1"/>
          </p:nvPr>
        </p:nvSpPr>
        <p:spPr>
          <a:xfrm xmlns:a="http://schemas.openxmlformats.org/drawingml/2006/main">
            <a:off x="768875" y="182403"/>
            <a:ext cx="3041150" cy="822960"/>
          </a:xfrm>
        </p:spPr>
        <p:txBody>
          <a:bodyPr xmlns:a="http://schemas.openxmlformats.org/drawingml/2006/main"/>
          <a:lstStyle xmlns:a="http://schemas.openxmlformats.org/drawingml/2006/main">
            <a:lvl1pPr>
              <a:lnSpc>
                <a:spcPct val="100000"/>
              </a:lnSpc>
              <a:buNone/>
              <a:defRPr b="1" i="0">
                <a:latin typeface="Oracle Sans Tab"/>
                <a:ea typeface="Oracle Sans Tab"/>
                <a:cs typeface="Oracle Sans Tab"/>
              </a:defRPr>
            </a:lvl1pPr>
          </a:lstStyle>
          <a:p xmlns:a="http://schemas.openxmlformats.org/drawingml/2006/main">
            <a:r>
              <a:t>Title</a:t>
            </a:r>
          </a:p>
        </p:txBody>
      </p:sp>
      <p:sp>
        <p:nvSpPr>
          <p:cNvPr id="9" name="Subtitle">
            <a:extLst xmlns:a="http://schemas.openxmlformats.org/drawingml/2006/main">
              <a:ext uri="{FF2B5EF4-FFF2-40B4-BE49-F238E27FC236}">
                <a16:creationId xmlns:a16="http://schemas.microsoft.com/office/drawing/2014/main" id="{7A7FBF22-9A0A-8085-25D3-73EC896DDCD7}"/>
              </a:ext>
            </a:extLst>
          </p:cNvPr>
          <p:cNvSpPr>
            <a:spLocks xmlns:a="http://schemas.openxmlformats.org/drawingml/2006/main" noGrp="1"/>
          </p:cNvSpPr>
          <p:nvPr>
            <p:ph type="body" idx="11" hasCustomPrompt="1"/>
          </p:nvPr>
        </p:nvSpPr>
        <p:spPr>
          <a:xfrm xmlns:a="http://schemas.openxmlformats.org/drawingml/2006/main">
            <a:off x="766763" y="1009904"/>
            <a:ext cx="3041150" cy="330540"/>
          </a:xfrm>
          <a:prstGeom xmlns:a="http://schemas.openxmlformats.org/drawingml/2006/main" prst="rect">
            <a:avLst/>
          </a:prstGeom>
        </p:spPr>
        <p:txBody>
          <a:bodyPr xmlns:a="http://schemas.openxmlformats.org/drawingml/2006/main" lIns="0">
            <a:noAutofit/>
          </a:bodyPr>
          <a:lstStyle xmlns:a="http://schemas.openxmlformats.org/drawingml/2006/main">
            <a:lvl1pPr marL="0" indent="0">
              <a:lnSpc>
                <a:spcPct val="100000"/>
              </a:lnSpc>
              <a:spcAft>
                <a:spcPts val="0"/>
              </a:spcAft>
              <a:buNone/>
              <a:defRPr sz="2000" b="0" i="0">
                <a:latin typeface="Oracle Sans Tab"/>
                <a:ea typeface="Oracle Sans Tab"/>
                <a:cs typeface="Oracle Sans Tab"/>
              </a:defRPr>
            </a:lvl1pPr>
          </a:lstStyle>
          <a:p xmlns:a="http://schemas.openxmlformats.org/drawingml/2006/main">
            <a:pPr lvl="0">
              <a:buNone/>
            </a:pPr>
            <a:r>
              <a:t>Subtitle</a:t>
            </a:r>
          </a:p>
        </p:txBody>
      </p:sp>
      <p:sp>
        <p:nvSpPr>
          <p:cNvPr id="16" name="Content">
            <a:extLst xmlns:a="http://schemas.openxmlformats.org/drawingml/2006/main">
              <a:ext uri="{FF2B5EF4-FFF2-40B4-BE49-F238E27FC236}">
                <a16:creationId xmlns:a16="http://schemas.microsoft.com/office/drawing/2014/main" id="{797B9E53-3BA8-84FC-B7C2-7F1DE2C882BF}"/>
              </a:ext>
            </a:extLst>
          </p:cNvPr>
          <p:cNvSpPr>
            <a:spLocks xmlns:a="http://schemas.openxmlformats.org/drawingml/2006/main" noGrp="1"/>
          </p:cNvSpPr>
          <p:nvPr>
            <p:ph idx="14"/>
          </p:nvPr>
        </p:nvSpPr>
        <p:spPr>
          <a:xfrm xmlns:a="http://schemas.openxmlformats.org/drawingml/2006/main">
            <a:off x="766762" y="1600199"/>
            <a:ext cx="3043263" cy="4507992"/>
          </a:xfrm>
        </p:spPr>
        <p:txBody>
          <a:bodyPr xmlns:a="http://schemas.openxmlformats.org/drawingml/2006/main"/>
          <a:lstStyle xmlns:a="http://schemas.openxmlformats.org/drawingml/2006/main">
            <a:lvl1pPr>
              <a:lnSpc>
                <a:spcPct val="100000"/>
              </a:lnSpc>
              <a:buNone/>
              <a:defRPr sz="1600" b="0" i="0">
                <a:latin typeface="Oracle Sans Tab"/>
                <a:ea typeface="Oracle Sans Tab"/>
                <a:cs typeface="Oracle Sans Tab"/>
              </a:defRPr>
            </a:lvl1pPr>
            <a:lvl2pPr>
              <a:lnSpc>
                <a:spcPct val="100000"/>
              </a:lnSpc>
              <a:buNone/>
              <a:defRPr sz="1600" b="0" i="0">
                <a:latin typeface="Oracle Sans Tab"/>
                <a:ea typeface="Oracle Sans Tab"/>
                <a:cs typeface="Oracle Sans Tab"/>
              </a:defRPr>
            </a:lvl2pPr>
            <a:lvl3pPr>
              <a:lnSpc>
                <a:spcPct val="100000"/>
              </a:lnSpc>
              <a:buNone/>
              <a:defRPr sz="1600" b="0" i="0">
                <a:latin typeface="Oracle Sans Tab"/>
                <a:ea typeface="Oracle Sans Tab"/>
                <a:cs typeface="Oracle Sans Tab"/>
              </a:defRPr>
            </a:lvl3pPr>
            <a:lvl4pPr>
              <a:lnSpc>
                <a:spcPct val="100000"/>
              </a:lnSpc>
              <a:buNone/>
              <a:defRPr sz="1600" b="0" i="0">
                <a:latin typeface="Oracle Sans Tab"/>
                <a:ea typeface="Oracle Sans Tab"/>
                <a:cs typeface="Oracle Sans Tab"/>
              </a:defRPr>
            </a:lvl4pPr>
            <a:lvl5pPr>
              <a:lnSpc>
                <a:spcPct val="100000"/>
              </a:lnSpc>
              <a:buNone/>
              <a:defRPr sz="1600" b="0" i="0">
                <a:latin typeface="Oracle Sans Tab"/>
                <a:ea typeface="Oracle Sans Tab"/>
                <a:cs typeface="Oracle Sans Tab"/>
              </a:defRPr>
            </a:lvl5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12" name="Slide Number Placeholder 5">
            <a:extLst xmlns:a="http://schemas.openxmlformats.org/drawingml/2006/main">
              <a:ext uri="{FF2B5EF4-FFF2-40B4-BE49-F238E27FC236}">
                <a16:creationId xmlns:a16="http://schemas.microsoft.com/office/drawing/2014/main" id="{4A4AA1A5-342C-3485-3780-BAE18FB151A3}"/>
              </a:ext>
            </a:extLst>
          </p:cNvPr>
          <p:cNvSpPr>
            <a:spLocks xmlns:a="http://schemas.openxmlformats.org/drawingml/2006/main" noGrp="1"/>
          </p:cNvSpPr>
          <p:nvPr>
            <p:ph type="sldNum" idx="40"/>
          </p:nvPr>
        </p:nvSpPr>
        <p:spPr>
          <a:xfrm xmlns:a="http://schemas.openxmlformats.org/drawingml/2006/main">
            <a:off x="762000" y="6423660"/>
            <a:ext cx="365760" cy="365760"/>
          </a:xfrm>
        </p:spPr>
        <p:txBody>
          <a:bodyPr xmlns:a="http://schemas.openxmlformats.org/drawingml/2006/main"/>
          <a:lstStyle xmlns:a="http://schemas.openxmlformats.org/drawingml/2006/main">
            <a:lvl1pPr>
              <a:buNone/>
              <a:defRPr>
                <a:solidFill>
                  <a:srgbClr val="514C47"/>
                </a:solidFill>
              </a:defRPr>
            </a:lvl1pPr>
          </a:lstStyle>
          <a:p xmlns:a="http://schemas.openxmlformats.org/drawingml/2006/main">
            <a:fld id="{345D60D9-5372-5F40-9443-0F9AE5BDC3C8}" type="slidenum">
              <a:t>‹#›</a:t>
            </a:fld>
            <a:endParaRPr/>
          </a:p>
        </p:txBody>
      </p:sp>
      <p:sp>
        <p:nvSpPr>
          <p:cNvPr id="13" name="Footer Placeholder 4">
            <a:extLst xmlns:a="http://schemas.openxmlformats.org/drawingml/2006/main">
              <a:ext uri="{FF2B5EF4-FFF2-40B4-BE49-F238E27FC236}">
                <a16:creationId xmlns:a16="http://schemas.microsoft.com/office/drawing/2014/main" id="{FDE280B0-6EE3-EDEB-71CB-39C075AE81F5}"/>
              </a:ext>
            </a:extLst>
          </p:cNvPr>
          <p:cNvSpPr>
            <a:spLocks xmlns:a="http://schemas.openxmlformats.org/drawingml/2006/main" noGrp="1"/>
          </p:cNvSpPr>
          <p:nvPr>
            <p:ph type="ftr" idx="41"/>
          </p:nvPr>
        </p:nvSpPr>
        <p:spPr>
          <a:xfrm xmlns:a="http://schemas.openxmlformats.org/drawingml/2006/main">
            <a:off x="1127759" y="6423978"/>
            <a:ext cx="5745379" cy="365125"/>
          </a:xfrm>
        </p:spPr>
        <p:txBody>
          <a:bodyPr xmlns:a="http://schemas.openxmlformats.org/drawingml/2006/main"/>
          <a:lstStyle xmlns:a="http://schemas.openxmlformats.org/drawingml/2006/main">
            <a:lvl1pPr>
              <a:buNone/>
              <a:defRPr>
                <a:solidFill>
                  <a:srgbClr val="514C47"/>
                </a:solidFill>
              </a:defRPr>
            </a:lvl1pPr>
          </a:lstStyle>
          <a:p xmlns:a="http://schemas.openxmlformats.org/drawingml/2006/main">
            <a:r>
              <a:t>Copyright © 2025, Oracle and/or its affiliates |  Confidential: Internal/Restricted/Highly Restricted</a:t>
            </a:r>
            <a:endParaRPr/>
          </a:p>
        </p:txBody>
      </p:sp>
      <p:sp>
        <p:nvSpPr>
          <p:cNvPr id="14" name="Date Placeholder 3">
            <a:extLst xmlns:a="http://schemas.openxmlformats.org/drawingml/2006/main">
              <a:ext uri="{FF2B5EF4-FFF2-40B4-BE49-F238E27FC236}">
                <a16:creationId xmlns:a16="http://schemas.microsoft.com/office/drawing/2014/main" id="{E559A02B-8EF1-F308-C124-047EB3505456}"/>
              </a:ext>
            </a:extLst>
          </p:cNvPr>
          <p:cNvSpPr>
            <a:spLocks xmlns:a="http://schemas.openxmlformats.org/drawingml/2006/main" noGrp="1"/>
          </p:cNvSpPr>
          <p:nvPr>
            <p:ph type="dt" idx="42"/>
          </p:nvPr>
        </p:nvSpPr>
        <p:spPr>
          <a:xfrm xmlns:a="http://schemas.openxmlformats.org/drawingml/2006/main">
            <a:off x="6873138" y="6425604"/>
            <a:ext cx="2743200" cy="363500"/>
          </a:xfrm>
        </p:spPr>
        <p:txBody>
          <a:bodyPr xmlns:a="http://schemas.openxmlformats.org/drawingml/2006/main"/>
          <a:lstStyle xmlns:a="http://schemas.openxmlformats.org/drawingml/2006/main">
            <a:lvl1pPr>
              <a:buNone/>
              <a:defRPr>
                <a:solidFill>
                  <a:srgbClr val="514C47"/>
                </a:solidFill>
              </a:defRPr>
            </a:lvl1pPr>
          </a:lstStyle>
          <a:p xmlns:a="http://schemas.openxmlformats.org/drawingml/2006/main">
            <a:r>
              <a:t>[Date]</a:t>
            </a:r>
            <a:endParaRPr/>
          </a:p>
        </p:txBody>
      </p:sp>
    </p:spTree>
  </p:cSld>
</p:sldLayout>
</file>

<file path=ppt/slideLayouts/slideLayout78.xml><?xml version="1.0" encoding="utf-8"?>
<p:sldLayout xmlns:p="http://schemas.openxmlformats.org/presentationml/2006/main" preserve="1" userDrawn="1">
  <p:cSld name="Left Rail - Dark">
    <p:bg>
      <p:bgRef idx="1001">
        <a:schemeClr xmlns:a="http://schemas.openxmlformats.org/drawingml/2006/main" val="bg2"/>
      </p:bgRef>
    </p:bg>
    <p:spTree>
      <p:nvGrpSpPr>
        <p:cNvPr id="1" name=""/>
        <p:cNvGrpSpPr/>
        <p:nvPr/>
      </p:nvGrpSpPr>
      <p:grpSpPr>
        <a:xfrm xmlns:a="http://schemas.openxmlformats.org/drawingml/2006/main"/>
      </p:grpSpPr>
      <p:sp>
        <p:nvSpPr>
          <p:cNvPr id="3" name="Rectangle 2">
            <a:extLst xmlns:a="http://schemas.openxmlformats.org/drawingml/2006/main">
              <a:ext uri="{FF2B5EF4-FFF2-40B4-BE49-F238E27FC236}">
                <a16:creationId xmlns:a16="http://schemas.microsoft.com/office/drawing/2014/main" id="{9B625BA6-E661-F94B-6FD6-217579854D3C}"/>
              </a:ext>
            </a:extLst>
          </p:cNvPr>
          <p:cNvSpPr>
            <a:spLocks xmlns:a="http://schemas.openxmlformats.org/drawingml/2006/main" noGrp="1"/>
          </p:cNvSpPr>
          <p:nvPr/>
        </p:nvSpPr>
        <p:spPr>
          <a:xfrm xmlns:a="http://schemas.openxmlformats.org/drawingml/2006/main">
            <a:off x="0" y="0"/>
            <a:ext cx="4578900" cy="6858000"/>
          </a:xfrm>
          <a:prstGeom xmlns:a="http://schemas.openxmlformats.org/drawingml/2006/main" prst="rect">
            <a:avLst/>
          </a:prstGeom>
          <a:solidFill xmlns:a="http://schemas.openxmlformats.org/drawingml/2006/main">
            <a:srgbClr val="1C2020"/>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7" name="Title 1">
            <a:extLst xmlns:a="http://schemas.openxmlformats.org/drawingml/2006/main">
              <a:ext uri="{FF2B5EF4-FFF2-40B4-BE49-F238E27FC236}">
                <a16:creationId xmlns:a16="http://schemas.microsoft.com/office/drawing/2014/main" id="{9534B91B-85A6-245A-7216-4ABE4FAC70C7}"/>
              </a:ext>
            </a:extLst>
          </p:cNvPr>
          <p:cNvSpPr>
            <a:spLocks xmlns:a="http://schemas.openxmlformats.org/drawingml/2006/main" noGrp="1"/>
          </p:cNvSpPr>
          <p:nvPr>
            <p:ph type="title" idx="0" hasCustomPrompt="1"/>
          </p:nvPr>
        </p:nvSpPr>
        <p:spPr>
          <a:xfrm xmlns:a="http://schemas.openxmlformats.org/drawingml/2006/main">
            <a:off x="768875" y="182403"/>
            <a:ext cx="3041150" cy="822960"/>
          </a:xfrm>
        </p:spPr>
        <p:txBody>
          <a:bodyPr xmlns:a="http://schemas.openxmlformats.org/drawingml/2006/main"/>
          <a:lstStyle xmlns:a="http://schemas.openxmlformats.org/drawingml/2006/main">
            <a:lvl1pPr>
              <a:lnSpc>
                <a:spcPct val="100000"/>
              </a:lnSpc>
              <a:buNone/>
              <a:defRPr b="1" i="0">
                <a:solidFill>
                  <a:schemeClr val="tx1"/>
                </a:solidFill>
                <a:latin typeface="Oracle Sans Tab"/>
                <a:ea typeface="Oracle Sans Tab"/>
                <a:cs typeface="Oracle Sans Tab"/>
              </a:defRPr>
            </a:lvl1pPr>
          </a:lstStyle>
          <a:p xmlns:a="http://schemas.openxmlformats.org/drawingml/2006/main">
            <a:r>
              <a:t>Title</a:t>
            </a:r>
          </a:p>
        </p:txBody>
      </p:sp>
      <p:sp>
        <p:nvSpPr>
          <p:cNvPr id="9" name="Subtitle">
            <a:extLst xmlns:a="http://schemas.openxmlformats.org/drawingml/2006/main">
              <a:ext uri="{FF2B5EF4-FFF2-40B4-BE49-F238E27FC236}">
                <a16:creationId xmlns:a16="http://schemas.microsoft.com/office/drawing/2014/main" id="{7A7FBF22-9A0A-8085-25D3-73EC896DDCD7}"/>
              </a:ext>
            </a:extLst>
          </p:cNvPr>
          <p:cNvSpPr>
            <a:spLocks xmlns:a="http://schemas.openxmlformats.org/drawingml/2006/main" noGrp="1"/>
          </p:cNvSpPr>
          <p:nvPr>
            <p:ph type="body" idx="11" hasCustomPrompt="1"/>
          </p:nvPr>
        </p:nvSpPr>
        <p:spPr>
          <a:xfrm xmlns:a="http://schemas.openxmlformats.org/drawingml/2006/main">
            <a:off x="766763" y="1009904"/>
            <a:ext cx="3041150" cy="330540"/>
          </a:xfrm>
          <a:prstGeom xmlns:a="http://schemas.openxmlformats.org/drawingml/2006/main" prst="rect">
            <a:avLst/>
          </a:prstGeom>
        </p:spPr>
        <p:txBody>
          <a:bodyPr xmlns:a="http://schemas.openxmlformats.org/drawingml/2006/main" lIns="0">
            <a:noAutofit/>
          </a:bodyPr>
          <a:lstStyle xmlns:a="http://schemas.openxmlformats.org/drawingml/2006/main">
            <a:lvl1pPr marL="0" indent="0">
              <a:lnSpc>
                <a:spcPct val="100000"/>
              </a:lnSpc>
              <a:spcAft>
                <a:spcPts val="0"/>
              </a:spcAft>
              <a:buNone/>
              <a:defRPr sz="2000" b="0" i="0">
                <a:solidFill>
                  <a:schemeClr val="tx1"/>
                </a:solidFill>
                <a:latin typeface="Oracle Sans Tab"/>
                <a:ea typeface="Oracle Sans Tab"/>
                <a:cs typeface="Oracle Sans Tab"/>
              </a:defRPr>
            </a:lvl1pPr>
          </a:lstStyle>
          <a:p xmlns:a="http://schemas.openxmlformats.org/drawingml/2006/main">
            <a:pPr lvl="0">
              <a:buNone/>
            </a:pPr>
            <a:r>
              <a:t>Subtitle</a:t>
            </a:r>
          </a:p>
        </p:txBody>
      </p:sp>
      <p:sp>
        <p:nvSpPr>
          <p:cNvPr id="16" name="Content">
            <a:extLst xmlns:a="http://schemas.openxmlformats.org/drawingml/2006/main">
              <a:ext uri="{FF2B5EF4-FFF2-40B4-BE49-F238E27FC236}">
                <a16:creationId xmlns:a16="http://schemas.microsoft.com/office/drawing/2014/main" id="{797B9E53-3BA8-84FC-B7C2-7F1DE2C882BF}"/>
              </a:ext>
            </a:extLst>
          </p:cNvPr>
          <p:cNvSpPr>
            <a:spLocks xmlns:a="http://schemas.openxmlformats.org/drawingml/2006/main" noGrp="1"/>
          </p:cNvSpPr>
          <p:nvPr>
            <p:ph idx="14"/>
          </p:nvPr>
        </p:nvSpPr>
        <p:spPr>
          <a:xfrm xmlns:a="http://schemas.openxmlformats.org/drawingml/2006/main">
            <a:off x="766762" y="1600199"/>
            <a:ext cx="3043263" cy="4507992"/>
          </a:xfrm>
        </p:spPr>
        <p:txBody>
          <a:bodyPr xmlns:a="http://schemas.openxmlformats.org/drawingml/2006/main"/>
          <a:lstStyle xmlns:a="http://schemas.openxmlformats.org/drawingml/2006/main">
            <a:lvl1pPr>
              <a:lnSpc>
                <a:spcPct val="100000"/>
              </a:lnSpc>
              <a:buNone/>
              <a:defRPr sz="1600" b="0" i="0">
                <a:solidFill>
                  <a:schemeClr val="tx1"/>
                </a:solidFill>
                <a:latin typeface="Oracle Sans Tab"/>
                <a:ea typeface="Oracle Sans Tab"/>
                <a:cs typeface="Oracle Sans Tab"/>
              </a:defRPr>
            </a:lvl1pPr>
            <a:lvl2pPr>
              <a:lnSpc>
                <a:spcPct val="100000"/>
              </a:lnSpc>
              <a:buNone/>
              <a:defRPr sz="1600" b="0" i="0">
                <a:solidFill>
                  <a:schemeClr val="tx1"/>
                </a:solidFill>
                <a:latin typeface="Oracle Sans Tab"/>
                <a:ea typeface="Oracle Sans Tab"/>
                <a:cs typeface="Oracle Sans Tab"/>
              </a:defRPr>
            </a:lvl2pPr>
            <a:lvl3pPr>
              <a:lnSpc>
                <a:spcPct val="100000"/>
              </a:lnSpc>
              <a:buNone/>
              <a:defRPr sz="1600" b="0" i="0">
                <a:solidFill>
                  <a:schemeClr val="tx1"/>
                </a:solidFill>
                <a:latin typeface="Oracle Sans Tab"/>
                <a:ea typeface="Oracle Sans Tab"/>
                <a:cs typeface="Oracle Sans Tab"/>
              </a:defRPr>
            </a:lvl3pPr>
            <a:lvl4pPr>
              <a:lnSpc>
                <a:spcPct val="100000"/>
              </a:lnSpc>
              <a:buNone/>
              <a:defRPr sz="1600" b="0" i="0">
                <a:solidFill>
                  <a:schemeClr val="tx1"/>
                </a:solidFill>
                <a:latin typeface="Oracle Sans Tab"/>
                <a:ea typeface="Oracle Sans Tab"/>
                <a:cs typeface="Oracle Sans Tab"/>
              </a:defRPr>
            </a:lvl4pPr>
            <a:lvl5pPr>
              <a:lnSpc>
                <a:spcPct val="100000"/>
              </a:lnSpc>
              <a:buNone/>
              <a:defRPr sz="1600" b="0" i="0">
                <a:solidFill>
                  <a:schemeClr val="tx1"/>
                </a:solidFill>
                <a:latin typeface="Oracle Sans Tab"/>
                <a:ea typeface="Oracle Sans Tab"/>
                <a:cs typeface="Oracle Sans Tab"/>
              </a:defRPr>
            </a:lvl5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12" name="Slide Number Placeholder 5">
            <a:extLst xmlns:a="http://schemas.openxmlformats.org/drawingml/2006/main">
              <a:ext uri="{FF2B5EF4-FFF2-40B4-BE49-F238E27FC236}">
                <a16:creationId xmlns:a16="http://schemas.microsoft.com/office/drawing/2014/main" id="{4A4AA1A5-342C-3485-3780-BAE18FB151A3}"/>
              </a:ext>
            </a:extLst>
          </p:cNvPr>
          <p:cNvSpPr>
            <a:spLocks xmlns:a="http://schemas.openxmlformats.org/drawingml/2006/main" noGrp="1"/>
          </p:cNvSpPr>
          <p:nvPr>
            <p:ph type="sldNum" idx="40"/>
          </p:nvPr>
        </p:nvSpPr>
        <p:spPr>
          <a:xfrm xmlns:a="http://schemas.openxmlformats.org/drawingml/2006/main">
            <a:off x="762000" y="6423660"/>
            <a:ext cx="365760" cy="365760"/>
          </a:xfrm>
        </p:spPr>
        <p:txBody>
          <a:bodyPr xmlns:a="http://schemas.openxmlformats.org/drawingml/2006/main"/>
          <a:lstStyle xmlns:a="http://schemas.openxmlformats.org/drawingml/2006/main">
            <a:lvl1pPr>
              <a:buNone/>
              <a:defRPr>
                <a:solidFill>
                  <a:srgbClr val="AEA8A2"/>
                </a:solidFill>
              </a:defRPr>
            </a:lvl1pPr>
          </a:lstStyle>
          <a:p xmlns:a="http://schemas.openxmlformats.org/drawingml/2006/main">
            <a:fld id="{345D60D9-5372-5F40-9443-0F9AE5BDC3C8}" type="slidenum">
              <a:t>‹#›</a:t>
            </a:fld>
            <a:endParaRPr/>
          </a:p>
        </p:txBody>
      </p:sp>
      <p:sp>
        <p:nvSpPr>
          <p:cNvPr id="13" name="Footer Placeholder 4">
            <a:extLst xmlns:a="http://schemas.openxmlformats.org/drawingml/2006/main">
              <a:ext uri="{FF2B5EF4-FFF2-40B4-BE49-F238E27FC236}">
                <a16:creationId xmlns:a16="http://schemas.microsoft.com/office/drawing/2014/main" id="{FDE280B0-6EE3-EDEB-71CB-39C075AE81F5}"/>
              </a:ext>
            </a:extLst>
          </p:cNvPr>
          <p:cNvSpPr>
            <a:spLocks xmlns:a="http://schemas.openxmlformats.org/drawingml/2006/main" noGrp="1"/>
          </p:cNvSpPr>
          <p:nvPr>
            <p:ph type="ftr" idx="41"/>
          </p:nvPr>
        </p:nvSpPr>
        <p:spPr>
          <a:xfrm xmlns:a="http://schemas.openxmlformats.org/drawingml/2006/main">
            <a:off x="1127759" y="6423978"/>
            <a:ext cx="5745379" cy="365125"/>
          </a:xfrm>
        </p:spPr>
        <p:txBody>
          <a:bodyPr xmlns:a="http://schemas.openxmlformats.org/drawingml/2006/main"/>
          <a:lstStyle xmlns:a="http://schemas.openxmlformats.org/drawingml/2006/main">
            <a:lvl1pPr>
              <a:buNone/>
              <a:defRPr>
                <a:solidFill>
                  <a:srgbClr val="AEA8A2"/>
                </a:solidFill>
              </a:defRPr>
            </a:lvl1pPr>
          </a:lstStyle>
          <a:p xmlns:a="http://schemas.openxmlformats.org/drawingml/2006/main">
            <a:r>
              <a:t>Copyright © 2025, Oracle and/or its affiliates |  Confidential: Internal/Restricted/Highly Restricted</a:t>
            </a:r>
            <a:endParaRPr/>
          </a:p>
        </p:txBody>
      </p:sp>
      <p:sp>
        <p:nvSpPr>
          <p:cNvPr id="14" name="Date Placeholder 3">
            <a:extLst xmlns:a="http://schemas.openxmlformats.org/drawingml/2006/main">
              <a:ext uri="{FF2B5EF4-FFF2-40B4-BE49-F238E27FC236}">
                <a16:creationId xmlns:a16="http://schemas.microsoft.com/office/drawing/2014/main" id="{E559A02B-8EF1-F308-C124-047EB3505456}"/>
              </a:ext>
            </a:extLst>
          </p:cNvPr>
          <p:cNvSpPr>
            <a:spLocks xmlns:a="http://schemas.openxmlformats.org/drawingml/2006/main" noGrp="1"/>
          </p:cNvSpPr>
          <p:nvPr>
            <p:ph type="dt" idx="42"/>
          </p:nvPr>
        </p:nvSpPr>
        <p:spPr>
          <a:xfrm xmlns:a="http://schemas.openxmlformats.org/drawingml/2006/main">
            <a:off x="6873138" y="6425604"/>
            <a:ext cx="2743200" cy="363500"/>
          </a:xfrm>
        </p:spPr>
        <p:txBody>
          <a:bodyPr xmlns:a="http://schemas.openxmlformats.org/drawingml/2006/main"/>
          <a:lstStyle xmlns:a="http://schemas.openxmlformats.org/drawingml/2006/main">
            <a:lvl1pPr>
              <a:buNone/>
              <a:defRPr>
                <a:solidFill>
                  <a:srgbClr val="AEA8A2"/>
                </a:solidFill>
              </a:defRPr>
            </a:lvl1pPr>
          </a:lstStyle>
          <a:p xmlns:a="http://schemas.openxmlformats.org/drawingml/2006/main">
            <a:r>
              <a:t>[Date]</a:t>
            </a:r>
            <a:endParaRPr/>
          </a:p>
        </p:txBody>
      </p:sp>
    </p:spTree>
  </p:cSld>
</p:sldLayout>
</file>

<file path=ppt/slideLayouts/slideLayout79.xml><?xml version="1.0" encoding="utf-8"?>
<p:sldLayout xmlns:p="http://schemas.openxmlformats.org/presentationml/2006/main" preserve="1" userDrawn="1">
  <p:cSld name="Content + Illustration_Light">
    <p:bg>
      <p:bgRef idx="1001">
        <a:schemeClr xmlns:a="http://schemas.openxmlformats.org/drawingml/2006/main" val="bg2"/>
      </p:bgRef>
    </p:bg>
    <p:spTree>
      <p:nvGrpSpPr>
        <p:cNvPr id="1" name=""/>
        <p:cNvGrpSpPr/>
        <p:nvPr/>
      </p:nvGrpSpPr>
      <p:grpSpPr>
        <a:xfrm xmlns:a="http://schemas.openxmlformats.org/drawingml/2006/main"/>
      </p:grpSpPr>
      <p:sp>
        <p:nvSpPr>
          <p:cNvPr id="23" name="Title 1">
            <a:extLst xmlns:a="http://schemas.openxmlformats.org/drawingml/2006/main">
              <a:ext uri="{FF2B5EF4-FFF2-40B4-BE49-F238E27FC236}">
                <a16:creationId xmlns:a16="http://schemas.microsoft.com/office/drawing/2014/main" id="{8A0A7166-96D6-457B-8CE6-21491B0153C5}"/>
              </a:ext>
            </a:extLst>
          </p:cNvPr>
          <p:cNvSpPr>
            <a:spLocks xmlns:a="http://schemas.openxmlformats.org/drawingml/2006/main" noGrp="1"/>
          </p:cNvSpPr>
          <p:nvPr>
            <p:ph type="title" idx="0" hasCustomPrompt="1"/>
          </p:nvPr>
        </p:nvSpPr>
        <p:spPr>
          <a:xfrm xmlns:a="http://schemas.openxmlformats.org/drawingml/2006/main">
            <a:off x="768875" y="182403"/>
            <a:ext cx="4754880" cy="822960"/>
          </a:xfrm>
        </p:spPr>
        <p:txBody>
          <a:bodyPr xmlns:a="http://schemas.openxmlformats.org/drawingml/2006/main"/>
          <a:lstStyle xmlns:a="http://schemas.openxmlformats.org/drawingml/2006/main">
            <a:lvl1pPr>
              <a:lnSpc>
                <a:spcPct val="100000"/>
              </a:lnSpc>
              <a:buNone/>
              <a:defRPr b="1" i="0">
                <a:latin typeface="Oracle Sans Tab"/>
                <a:ea typeface="Oracle Sans Tab"/>
                <a:cs typeface="Oracle Sans Tab"/>
              </a:defRPr>
            </a:lvl1pPr>
          </a:lstStyle>
          <a:p xmlns:a="http://schemas.openxmlformats.org/drawingml/2006/main">
            <a:r>
              <a:t>Title</a:t>
            </a:r>
          </a:p>
        </p:txBody>
      </p:sp>
      <p:sp>
        <p:nvSpPr>
          <p:cNvPr id="6" name="Subtitle">
            <a:extLst xmlns:a="http://schemas.openxmlformats.org/drawingml/2006/main">
              <a:ext uri="{FF2B5EF4-FFF2-40B4-BE49-F238E27FC236}">
                <a16:creationId xmlns:a16="http://schemas.microsoft.com/office/drawing/2014/main" id="{2F837A2F-4A14-0DC4-608A-F65C24823266}"/>
              </a:ext>
            </a:extLst>
          </p:cNvPr>
          <p:cNvSpPr>
            <a:spLocks xmlns:a="http://schemas.openxmlformats.org/drawingml/2006/main" noGrp="1"/>
          </p:cNvSpPr>
          <p:nvPr>
            <p:ph type="body" idx="43" hasCustomPrompt="1"/>
          </p:nvPr>
        </p:nvSpPr>
        <p:spPr>
          <a:xfrm xmlns:a="http://schemas.openxmlformats.org/drawingml/2006/main">
            <a:off x="766763" y="1009904"/>
            <a:ext cx="4754880" cy="330540"/>
          </a:xfrm>
          <a:prstGeom xmlns:a="http://schemas.openxmlformats.org/drawingml/2006/main" prst="rect">
            <a:avLst/>
          </a:prstGeom>
        </p:spPr>
        <p:txBody>
          <a:bodyPr xmlns:a="http://schemas.openxmlformats.org/drawingml/2006/main" lIns="0">
            <a:noAutofit/>
          </a:bodyPr>
          <a:lstStyle xmlns:a="http://schemas.openxmlformats.org/drawingml/2006/main">
            <a:lvl1pPr marL="0" indent="0">
              <a:lnSpc>
                <a:spcPct val="100000"/>
              </a:lnSpc>
              <a:spcAft>
                <a:spcPts val="0"/>
              </a:spcAft>
              <a:buNone/>
              <a:defRPr sz="2000" b="0" i="0">
                <a:latin typeface="Oracle Sans Tab"/>
                <a:ea typeface="Oracle Sans Tab"/>
                <a:cs typeface="Oracle Sans Tab"/>
              </a:defRPr>
            </a:lvl1pPr>
          </a:lstStyle>
          <a:p xmlns:a="http://schemas.openxmlformats.org/drawingml/2006/main">
            <a:pPr lvl="0">
              <a:buNone/>
            </a:pPr>
            <a:r>
              <a:t>Subtitle</a:t>
            </a:r>
          </a:p>
        </p:txBody>
      </p:sp>
      <p:sp>
        <p:nvSpPr>
          <p:cNvPr id="18" name="Picture Placeholder 17">
            <a:extLst xmlns:a="http://schemas.openxmlformats.org/drawingml/2006/main">
              <a:ext uri="{FF2B5EF4-FFF2-40B4-BE49-F238E27FC236}">
                <a16:creationId xmlns:a16="http://schemas.microsoft.com/office/drawing/2014/main" id="{BB55E146-CDC2-714E-AEDA-21D37E508E28}"/>
              </a:ext>
            </a:extLst>
          </p:cNvPr>
          <p:cNvSpPr>
            <a:spLocks xmlns:a="http://schemas.openxmlformats.org/drawingml/2006/main" noGrp="1"/>
          </p:cNvSpPr>
          <p:nvPr>
            <p:ph type="pic" idx="11" hasCustomPrompt="1"/>
          </p:nvPr>
        </p:nvSpPr>
        <p:spPr>
          <a:xfrm xmlns:a="http://schemas.openxmlformats.org/drawingml/2006/main">
            <a:off x="6096000" y="0"/>
            <a:ext cx="6096000" cy="6858000"/>
          </a:xfrm>
          <a:prstGeom xmlns:a="http://schemas.openxmlformats.org/drawingml/2006/main" prst="rect">
            <a:avLst/>
          </a:prstGeom>
          <a:solidFill xmlns:a="http://schemas.openxmlformats.org/drawingml/2006/main">
            <a:srgbClr val="AEA8A2"/>
          </a:solidFill>
        </p:spPr>
        <p:txBody>
          <a:bodyPr xmlns:a="http://schemas.openxmlformats.org/drawingml/2006/main" lIns="72000" tIns="72000" rIns="0"/>
          <a:lstStyle xmlns:a="http://schemas.openxmlformats.org/drawingml/2006/main">
            <a:lvl1pPr algn="ctr">
              <a:buNone/>
              <a:defRPr sz="1400" b="0" i="0">
                <a:solidFill>
                  <a:schemeClr val="tx1"/>
                </a:solidFill>
                <a:latin typeface="Oracle Sans Tab"/>
                <a:ea typeface="Oracle Sans Tab"/>
                <a:cs typeface="Oracle Sans Tab"/>
              </a:defRPr>
            </a:lvl1pPr>
          </a:lstStyle>
          <a:p xmlns:a="http://schemas.openxmlformats.org/drawingml/2006/main">
            <a:r>
              <a:t>Click to add photo or illustration</a:t>
            </a:r>
          </a:p>
        </p:txBody>
      </p:sp>
      <p:pic>
        <p:nvPicPr>
          <p:cNvPr id="2" name="OTag">
            <a:extLst xmlns:a="http://schemas.openxmlformats.org/drawingml/2006/main">
              <a:ext uri="{FF2B5EF4-FFF2-40B4-BE49-F238E27FC236}">
                <a16:creationId xmlns:a16="http://schemas.microsoft.com/office/drawing/2014/main" id="{D9A31585-2173-4EC6-B07D-829A41385D58}"/>
              </a:ext>
            </a:extLst>
          </p:cNvPr>
          <p:cNvPicPr>
            <a:picLocks xmlns:a="http://schemas.openxmlformats.org/drawingml/2006/main" noChangeAspect="1"/>
          </p:cNvPicPr>
          <p:nvPr/>
        </p:nvPicPr>
        <p:blipFill>
          <a:blip xmlns:r="http://schemas.openxmlformats.org/officeDocument/2006/relationships" xmlns:a="http://schemas.openxmlformats.org/drawingml/2006/main" r:embed="Rb7e7f5f5d50040b2"/>
          <a:stretch xmlns:a="http://schemas.openxmlformats.org/drawingml/2006/main">
            <a:fillRect l="0" t="0" r="0" b="0"/>
          </a:stretch>
        </p:blipFill>
        <p:spPr>
          <a:xfrm xmlns:a="http://schemas.openxmlformats.org/drawingml/2006/main">
            <a:off x="11405616" y="6464808"/>
            <a:ext cx="393192" cy="393192"/>
          </a:xfrm>
          <a:prstGeom xmlns:a="http://schemas.openxmlformats.org/drawingml/2006/main" prst="rect">
            <a:avLst/>
          </a:prstGeom>
        </p:spPr>
      </p:pic>
      <p:sp>
        <p:nvSpPr>
          <p:cNvPr id="14" name="Text Placeholder 21">
            <a:extLst xmlns:a="http://schemas.openxmlformats.org/drawingml/2006/main">
              <a:ext uri="{FF2B5EF4-FFF2-40B4-BE49-F238E27FC236}">
                <a16:creationId xmlns:a16="http://schemas.microsoft.com/office/drawing/2014/main" id="{91B7B17D-763D-5F99-0CC2-80B2CC63E130}"/>
              </a:ext>
            </a:extLst>
          </p:cNvPr>
          <p:cNvSpPr>
            <a:spLocks xmlns:a="http://schemas.openxmlformats.org/drawingml/2006/main" noGrp="1"/>
          </p:cNvSpPr>
          <p:nvPr>
            <p:ph type="body" idx="32" hasCustomPrompt="1"/>
          </p:nvPr>
        </p:nvSpPr>
        <p:spPr>
          <a:xfrm xmlns:a="http://schemas.openxmlformats.org/drawingml/2006/main">
            <a:off x="762191" y="1965976"/>
            <a:ext cx="4764024" cy="274320"/>
          </a:xfrm>
          <a:prstGeom xmlns:a="http://schemas.openxmlformats.org/drawingml/2006/main" prst="rect">
            <a:avLst/>
          </a:prstGeom>
        </p:spPr>
        <p:txBody>
          <a:bodyPr xmlns:a="http://schemas.openxmlformats.org/drawingml/2006/main" lIns="0" tIns="0" rIns="0" bIns="0" anchor="ctr"/>
          <a:lstStyle xmlns:a="http://schemas.openxmlformats.org/drawingml/2006/main">
            <a:lvl1pPr marL="0" indent="0" algn="l">
              <a:lnSpc>
                <a:spcPct val="100000"/>
              </a:lnSpc>
              <a:spcAft>
                <a:spcPts val="600"/>
              </a:spcAft>
              <a:buClr>
                <a:schemeClr val="tx1"/>
              </a:buClr>
              <a:buFont typeface="Arial"/>
              <a:buNone/>
              <a:defRPr sz="1600" b="1" i="0">
                <a:solidFill>
                  <a:schemeClr val="tx1"/>
                </a:solidFill>
                <a:latin typeface="Oracle Sans Tab"/>
                <a:ea typeface="Oracle Sans Tab"/>
                <a:cs typeface="Oracle Sans Tab"/>
              </a:defRPr>
            </a:lvl1pPr>
          </a:lstStyle>
          <a:p xmlns:a="http://schemas.openxmlformats.org/drawingml/2006/main">
            <a:pPr lvl="0">
              <a:buNone/>
            </a:pPr>
            <a:r>
              <a:t>Subhead goes here.</a:t>
            </a:r>
            <a:endParaRPr/>
          </a:p>
        </p:txBody>
      </p:sp>
      <p:sp>
        <p:nvSpPr>
          <p:cNvPr id="17" name="Text Placeholder 19">
            <a:extLst xmlns:a="http://schemas.openxmlformats.org/drawingml/2006/main">
              <a:ext uri="{FF2B5EF4-FFF2-40B4-BE49-F238E27FC236}">
                <a16:creationId xmlns:a16="http://schemas.microsoft.com/office/drawing/2014/main" id="{F95C4F20-D940-4F84-4840-DD649575E2CD}"/>
              </a:ext>
            </a:extLst>
          </p:cNvPr>
          <p:cNvSpPr>
            <a:spLocks xmlns:a="http://schemas.openxmlformats.org/drawingml/2006/main" noGrp="1"/>
          </p:cNvSpPr>
          <p:nvPr>
            <p:ph type="body" idx="44"/>
          </p:nvPr>
        </p:nvSpPr>
        <p:spPr>
          <a:xfrm xmlns:a="http://schemas.openxmlformats.org/drawingml/2006/main">
            <a:off x="760698" y="2309418"/>
            <a:ext cx="4764024" cy="457200"/>
          </a:xfrm>
        </p:spPr>
        <p:txBody>
          <a:bodyPr xmlns:a="http://schemas.openxmlformats.org/drawingml/2006/main"/>
          <a:lstStyle xmlns:a="http://schemas.openxmlformats.org/drawingml/2006/main">
            <a:lvl1pPr>
              <a:lnSpc>
                <a:spcPct val="100000"/>
              </a:lnSpc>
              <a:buNone/>
              <a:defRPr/>
            </a:lvl1pPr>
            <a:lvl2pPr>
              <a:lnSpc>
                <a:spcPct val="100000"/>
              </a:lnSpc>
              <a:buNone/>
              <a:defRPr/>
            </a:lvl2pPr>
          </a:lstStyle>
          <a:p xmlns:a="http://schemas.openxmlformats.org/drawingml/2006/main">
            <a:pPr lvl="0">
              <a:buNone/>
            </a:pPr>
            <a:r>
              <a:t>Click to edit Master text styles</a:t>
            </a:r>
          </a:p>
          <a:p xmlns:a="http://schemas.openxmlformats.org/drawingml/2006/main">
            <a:pPr lvl="1">
              <a:buNone/>
            </a:pPr>
            <a:r>
              <a:t>Second level</a:t>
            </a:r>
          </a:p>
        </p:txBody>
      </p:sp>
      <p:sp>
        <p:nvSpPr>
          <p:cNvPr id="15" name="Text Placeholder 21">
            <a:extLst xmlns:a="http://schemas.openxmlformats.org/drawingml/2006/main">
              <a:ext uri="{FF2B5EF4-FFF2-40B4-BE49-F238E27FC236}">
                <a16:creationId xmlns:a16="http://schemas.microsoft.com/office/drawing/2014/main" id="{5DE24B9A-F5B4-C415-A25C-25FE02976EEF}"/>
              </a:ext>
            </a:extLst>
          </p:cNvPr>
          <p:cNvSpPr>
            <a:spLocks xmlns:a="http://schemas.openxmlformats.org/drawingml/2006/main" noGrp="1"/>
          </p:cNvSpPr>
          <p:nvPr>
            <p:ph type="body" idx="38" hasCustomPrompt="1"/>
          </p:nvPr>
        </p:nvSpPr>
        <p:spPr>
          <a:xfrm xmlns:a="http://schemas.openxmlformats.org/drawingml/2006/main">
            <a:off x="762191" y="3222718"/>
            <a:ext cx="4762532" cy="274320"/>
          </a:xfrm>
          <a:prstGeom xmlns:a="http://schemas.openxmlformats.org/drawingml/2006/main" prst="rect">
            <a:avLst/>
          </a:prstGeom>
        </p:spPr>
        <p:txBody>
          <a:bodyPr xmlns:a="http://schemas.openxmlformats.org/drawingml/2006/main" lIns="0" tIns="0" rIns="0" bIns="0" anchor="ctr"/>
          <a:lstStyle xmlns:a="http://schemas.openxmlformats.org/drawingml/2006/main">
            <a:lvl1pPr marL="0" indent="0" algn="l">
              <a:lnSpc>
                <a:spcPct val="100000"/>
              </a:lnSpc>
              <a:spcAft>
                <a:spcPts val="600"/>
              </a:spcAft>
              <a:buClr>
                <a:schemeClr val="tx1"/>
              </a:buClr>
              <a:buFont typeface="Arial"/>
              <a:buNone/>
              <a:defRPr sz="1600" b="1" i="0">
                <a:solidFill>
                  <a:schemeClr val="tx1"/>
                </a:solidFill>
                <a:latin typeface="Oracle Sans Tab"/>
                <a:ea typeface="Oracle Sans Tab"/>
                <a:cs typeface="Oracle Sans Tab"/>
              </a:defRPr>
            </a:lvl1pPr>
          </a:lstStyle>
          <a:p xmlns:a="http://schemas.openxmlformats.org/drawingml/2006/main">
            <a:pPr lvl="0">
              <a:buNone/>
            </a:pPr>
            <a:r>
              <a:t>Subhead goes here.</a:t>
            </a:r>
            <a:endParaRPr/>
          </a:p>
        </p:txBody>
      </p:sp>
      <p:sp>
        <p:nvSpPr>
          <p:cNvPr id="19" name="Text Placeholder 19">
            <a:extLst xmlns:a="http://schemas.openxmlformats.org/drawingml/2006/main">
              <a:ext uri="{FF2B5EF4-FFF2-40B4-BE49-F238E27FC236}">
                <a16:creationId xmlns:a16="http://schemas.microsoft.com/office/drawing/2014/main" id="{E725E68E-222F-2174-3EDA-49279B3A0D6A}"/>
              </a:ext>
            </a:extLst>
          </p:cNvPr>
          <p:cNvSpPr>
            <a:spLocks xmlns:a="http://schemas.openxmlformats.org/drawingml/2006/main" noGrp="1"/>
          </p:cNvSpPr>
          <p:nvPr>
            <p:ph type="body" idx="45"/>
          </p:nvPr>
        </p:nvSpPr>
        <p:spPr>
          <a:xfrm xmlns:a="http://schemas.openxmlformats.org/drawingml/2006/main">
            <a:off x="760698" y="3567051"/>
            <a:ext cx="4764024" cy="457200"/>
          </a:xfrm>
        </p:spPr>
        <p:txBody>
          <a:bodyPr xmlns:a="http://schemas.openxmlformats.org/drawingml/2006/main"/>
          <a:lstStyle xmlns:a="http://schemas.openxmlformats.org/drawingml/2006/main">
            <a:lvl1pPr>
              <a:lnSpc>
                <a:spcPct val="100000"/>
              </a:lnSpc>
              <a:buNone/>
              <a:defRPr/>
            </a:lvl1pPr>
            <a:lvl2pPr>
              <a:lnSpc>
                <a:spcPct val="100000"/>
              </a:lnSpc>
              <a:buNone/>
              <a:defRPr/>
            </a:lvl2pPr>
          </a:lstStyle>
          <a:p xmlns:a="http://schemas.openxmlformats.org/drawingml/2006/main">
            <a:pPr lvl="0">
              <a:buNone/>
            </a:pPr>
            <a:r>
              <a:t>Click to edit Master text styles</a:t>
            </a:r>
          </a:p>
          <a:p xmlns:a="http://schemas.openxmlformats.org/drawingml/2006/main">
            <a:pPr lvl="1">
              <a:buNone/>
            </a:pPr>
            <a:r>
              <a:t>Second level</a:t>
            </a:r>
          </a:p>
        </p:txBody>
      </p:sp>
      <p:sp>
        <p:nvSpPr>
          <p:cNvPr id="16" name="Text Placeholder 21">
            <a:extLst xmlns:a="http://schemas.openxmlformats.org/drawingml/2006/main">
              <a:ext uri="{FF2B5EF4-FFF2-40B4-BE49-F238E27FC236}">
                <a16:creationId xmlns:a16="http://schemas.microsoft.com/office/drawing/2014/main" id="{2080E49F-0C27-1D0D-3ADD-B37ABD6F37FA}"/>
              </a:ext>
            </a:extLst>
          </p:cNvPr>
          <p:cNvSpPr>
            <a:spLocks xmlns:a="http://schemas.openxmlformats.org/drawingml/2006/main" noGrp="1"/>
          </p:cNvSpPr>
          <p:nvPr>
            <p:ph type="body" idx="39" hasCustomPrompt="1"/>
          </p:nvPr>
        </p:nvSpPr>
        <p:spPr>
          <a:xfrm xmlns:a="http://schemas.openxmlformats.org/drawingml/2006/main">
            <a:off x="762191" y="4594303"/>
            <a:ext cx="4762532" cy="274320"/>
          </a:xfrm>
          <a:prstGeom xmlns:a="http://schemas.openxmlformats.org/drawingml/2006/main" prst="rect">
            <a:avLst/>
          </a:prstGeom>
        </p:spPr>
        <p:txBody>
          <a:bodyPr xmlns:a="http://schemas.openxmlformats.org/drawingml/2006/main" lIns="0" tIns="0" rIns="0" bIns="0" anchor="ctr"/>
          <a:lstStyle xmlns:a="http://schemas.openxmlformats.org/drawingml/2006/main">
            <a:lvl1pPr marL="0" indent="0" algn="l">
              <a:lnSpc>
                <a:spcPct val="100000"/>
              </a:lnSpc>
              <a:spcAft>
                <a:spcPts val="600"/>
              </a:spcAft>
              <a:buClr>
                <a:schemeClr val="tx1"/>
              </a:buClr>
              <a:buFont typeface="Arial"/>
              <a:buNone/>
              <a:defRPr sz="1600" b="1" i="0">
                <a:solidFill>
                  <a:schemeClr val="tx1"/>
                </a:solidFill>
                <a:latin typeface="Oracle Sans Tab"/>
                <a:ea typeface="Oracle Sans Tab"/>
                <a:cs typeface="Oracle Sans Tab"/>
              </a:defRPr>
            </a:lvl1pPr>
          </a:lstStyle>
          <a:p xmlns:a="http://schemas.openxmlformats.org/drawingml/2006/main">
            <a:pPr lvl="0">
              <a:buNone/>
            </a:pPr>
            <a:r>
              <a:t>Subhead goes here.</a:t>
            </a:r>
            <a:endParaRPr/>
          </a:p>
        </p:txBody>
      </p:sp>
      <p:sp>
        <p:nvSpPr>
          <p:cNvPr id="20" name="Text Placeholder 19">
            <a:extLst xmlns:a="http://schemas.openxmlformats.org/drawingml/2006/main">
              <a:ext uri="{FF2B5EF4-FFF2-40B4-BE49-F238E27FC236}">
                <a16:creationId xmlns:a16="http://schemas.microsoft.com/office/drawing/2014/main" id="{85BD9371-1A26-2813-D974-5AAA802C8FF9}"/>
              </a:ext>
            </a:extLst>
          </p:cNvPr>
          <p:cNvSpPr>
            <a:spLocks xmlns:a="http://schemas.openxmlformats.org/drawingml/2006/main" noGrp="1"/>
          </p:cNvSpPr>
          <p:nvPr>
            <p:ph type="body" idx="46"/>
          </p:nvPr>
        </p:nvSpPr>
        <p:spPr>
          <a:xfrm xmlns:a="http://schemas.openxmlformats.org/drawingml/2006/main">
            <a:off x="760698" y="4937745"/>
            <a:ext cx="4764024" cy="457200"/>
          </a:xfrm>
        </p:spPr>
        <p:txBody>
          <a:bodyPr xmlns:a="http://schemas.openxmlformats.org/drawingml/2006/main"/>
          <a:lstStyle xmlns:a="http://schemas.openxmlformats.org/drawingml/2006/main">
            <a:lvl1pPr>
              <a:lnSpc>
                <a:spcPct val="100000"/>
              </a:lnSpc>
              <a:buNone/>
              <a:defRPr/>
            </a:lvl1pPr>
            <a:lvl2pPr>
              <a:lnSpc>
                <a:spcPct val="100000"/>
              </a:lnSpc>
              <a:buNone/>
              <a:defRPr/>
            </a:lvl2pPr>
          </a:lstStyle>
          <a:p xmlns:a="http://schemas.openxmlformats.org/drawingml/2006/main">
            <a:pPr lvl="0">
              <a:buNone/>
            </a:pPr>
            <a:r>
              <a:t>Click to edit Master text styles</a:t>
            </a:r>
          </a:p>
          <a:p xmlns:a="http://schemas.openxmlformats.org/drawingml/2006/main">
            <a:pPr lvl="1">
              <a:buNone/>
            </a:pPr>
            <a:r>
              <a:t>Second level</a:t>
            </a:r>
          </a:p>
        </p:txBody>
      </p:sp>
      <p:sp>
        <p:nvSpPr>
          <p:cNvPr id="30" name="Slide Number Placeholder 29">
            <a:extLst xmlns:a="http://schemas.openxmlformats.org/drawingml/2006/main">
              <a:ext uri="{FF2B5EF4-FFF2-40B4-BE49-F238E27FC236}">
                <a16:creationId xmlns:a16="http://schemas.microsoft.com/office/drawing/2014/main" id="{84B479B2-1CF2-3499-ECF3-B456AF825229}"/>
              </a:ext>
            </a:extLst>
          </p:cNvPr>
          <p:cNvSpPr>
            <a:spLocks xmlns:a="http://schemas.openxmlformats.org/drawingml/2006/main" noGrp="1"/>
          </p:cNvSpPr>
          <p:nvPr>
            <p:ph type="sldNum" idx="49"/>
          </p:nvPr>
        </p:nvSpPr>
        <p:spPr/>
        <p:txBody>
          <a:bodyPr xmlns:a="http://schemas.openxmlformats.org/drawingml/2006/main"/>
          <a:lstStyle xmlns:a="http://schemas.openxmlformats.org/drawingml/2006/main">
            <a:lvl1pPr>
              <a:buNone/>
              <a:defRPr>
                <a:solidFill>
                  <a:srgbClr val="514C47"/>
                </a:solidFill>
              </a:defRPr>
            </a:lvl1pPr>
          </a:lstStyle>
          <a:p xmlns:a="http://schemas.openxmlformats.org/drawingml/2006/main">
            <a:fld id="{345D60D9-5372-5F40-9443-0F9AE5BDC3C8}" type="slidenum">
              <a:t>‹#›</a:t>
            </a:fld>
            <a:endParaRPr/>
          </a:p>
        </p:txBody>
      </p:sp>
      <p:sp>
        <p:nvSpPr>
          <p:cNvPr id="29" name="Footer Placeholder 28">
            <a:extLst xmlns:a="http://schemas.openxmlformats.org/drawingml/2006/main">
              <a:ext uri="{FF2B5EF4-FFF2-40B4-BE49-F238E27FC236}">
                <a16:creationId xmlns:a16="http://schemas.microsoft.com/office/drawing/2014/main" id="{F4CBE579-E608-75DC-9C4F-2B4569EB979D}"/>
              </a:ext>
            </a:extLst>
          </p:cNvPr>
          <p:cNvSpPr>
            <a:spLocks xmlns:a="http://schemas.openxmlformats.org/drawingml/2006/main" noGrp="1"/>
          </p:cNvSpPr>
          <p:nvPr>
            <p:ph type="ftr" idx="48"/>
          </p:nvPr>
        </p:nvSpPr>
        <p:spPr/>
        <p:txBody>
          <a:bodyPr xmlns:a="http://schemas.openxmlformats.org/drawingml/2006/main"/>
          <a:lstStyle xmlns:a="http://schemas.openxmlformats.org/drawingml/2006/main">
            <a:lvl1pPr>
              <a:buNone/>
              <a:defRPr>
                <a:solidFill>
                  <a:srgbClr val="514C47"/>
                </a:solidFill>
              </a:defRPr>
            </a:lvl1pPr>
          </a:lstStyle>
          <a:p xmlns:a="http://schemas.openxmlformats.org/drawingml/2006/main">
            <a:r>
              <a:t>Copyright © 2025, Oracle and/or its affiliates |  Confidential: Internal/Restricted/Highly Restricted</a:t>
            </a:r>
            <a:endParaRPr/>
          </a:p>
        </p:txBody>
      </p:sp>
      <p:sp>
        <p:nvSpPr>
          <p:cNvPr id="21" name="Date Placeholder 20">
            <a:extLst xmlns:a="http://schemas.openxmlformats.org/drawingml/2006/main">
              <a:ext uri="{FF2B5EF4-FFF2-40B4-BE49-F238E27FC236}">
                <a16:creationId xmlns:a16="http://schemas.microsoft.com/office/drawing/2014/main" id="{CD50F9B7-8433-E425-D45B-A564BF8DDC50}"/>
              </a:ext>
            </a:extLst>
          </p:cNvPr>
          <p:cNvSpPr>
            <a:spLocks xmlns:a="http://schemas.openxmlformats.org/drawingml/2006/main" noGrp="1"/>
          </p:cNvSpPr>
          <p:nvPr>
            <p:ph type="dt" idx="47"/>
          </p:nvPr>
        </p:nvSpPr>
        <p:spPr/>
        <p:txBody>
          <a:bodyPr xmlns:a="http://schemas.openxmlformats.org/drawingml/2006/main"/>
          <a:lstStyle xmlns:a="http://schemas.openxmlformats.org/drawingml/2006/main">
            <a:lvl1pPr>
              <a:buNone/>
              <a:defRPr>
                <a:solidFill>
                  <a:srgbClr val="514C47"/>
                </a:solidFill>
              </a:defRPr>
            </a:lvl1pPr>
          </a:lstStyle>
          <a:p xmlns:a="http://schemas.openxmlformats.org/drawingml/2006/main">
            <a:r>
              <a:t>[Date]</a:t>
            </a:r>
            <a:endParaRPr/>
          </a:p>
        </p:txBody>
      </p:sp>
    </p:spTree>
  </p:cSld>
</p:sldLayout>
</file>

<file path=ppt/slideLayouts/slideLayout80.xml><?xml version="1.0" encoding="utf-8"?>
<p:sldLayout xmlns:p="http://schemas.openxmlformats.org/presentationml/2006/main" preserve="1" userDrawn="1">
  <p:cSld name="Content + Illustration_Dark">
    <p:bg>
      <p:bgRef idx="1001">
        <a:schemeClr xmlns:a="http://schemas.openxmlformats.org/drawingml/2006/main" val="bg2"/>
      </p:bgRef>
    </p:bg>
    <p:spTree>
      <p:nvGrpSpPr>
        <p:cNvPr id="1" name=""/>
        <p:cNvGrpSpPr/>
        <p:nvPr/>
      </p:nvGrpSpPr>
      <p:grpSpPr>
        <a:xfrm xmlns:a="http://schemas.openxmlformats.org/drawingml/2006/main"/>
      </p:grpSpPr>
      <p:sp>
        <p:nvSpPr>
          <p:cNvPr id="6" name="Title 1">
            <a:extLst xmlns:a="http://schemas.openxmlformats.org/drawingml/2006/main">
              <a:ext uri="{FF2B5EF4-FFF2-40B4-BE49-F238E27FC236}">
                <a16:creationId xmlns:a16="http://schemas.microsoft.com/office/drawing/2014/main" id="{90AAD36B-6012-46AE-9059-48412FF4F4CE}"/>
              </a:ext>
            </a:extLst>
          </p:cNvPr>
          <p:cNvSpPr>
            <a:spLocks xmlns:a="http://schemas.openxmlformats.org/drawingml/2006/main" noGrp="1"/>
          </p:cNvSpPr>
          <p:nvPr>
            <p:ph type="title" idx="0" hasCustomPrompt="1"/>
          </p:nvPr>
        </p:nvSpPr>
        <p:spPr>
          <a:xfrm xmlns:a="http://schemas.openxmlformats.org/drawingml/2006/main">
            <a:off x="768875" y="182403"/>
            <a:ext cx="4754880" cy="822960"/>
          </a:xfrm>
        </p:spPr>
        <p:txBody>
          <a:bodyPr xmlns:a="http://schemas.openxmlformats.org/drawingml/2006/main"/>
          <a:lstStyle xmlns:a="http://schemas.openxmlformats.org/drawingml/2006/main">
            <a:lvl1pPr>
              <a:lnSpc>
                <a:spcPct val="100000"/>
              </a:lnSpc>
              <a:buNone/>
              <a:defRPr b="1" i="0">
                <a:latin typeface="Oracle Sans Tab"/>
                <a:ea typeface="Oracle Sans Tab"/>
                <a:cs typeface="Oracle Sans Tab"/>
              </a:defRPr>
            </a:lvl1pPr>
          </a:lstStyle>
          <a:p xmlns:a="http://schemas.openxmlformats.org/drawingml/2006/main">
            <a:r>
              <a:t>Title</a:t>
            </a:r>
          </a:p>
        </p:txBody>
      </p:sp>
      <p:sp>
        <p:nvSpPr>
          <p:cNvPr id="13" name="Subtitle">
            <a:extLst xmlns:a="http://schemas.openxmlformats.org/drawingml/2006/main">
              <a:ext uri="{FF2B5EF4-FFF2-40B4-BE49-F238E27FC236}">
                <a16:creationId xmlns:a16="http://schemas.microsoft.com/office/drawing/2014/main" id="{2F0BE92C-B4B2-428B-05A0-35A0A1E50208}"/>
              </a:ext>
            </a:extLst>
          </p:cNvPr>
          <p:cNvSpPr>
            <a:spLocks xmlns:a="http://schemas.openxmlformats.org/drawingml/2006/main" noGrp="1"/>
          </p:cNvSpPr>
          <p:nvPr>
            <p:ph type="body" idx="43" hasCustomPrompt="1"/>
          </p:nvPr>
        </p:nvSpPr>
        <p:spPr>
          <a:xfrm xmlns:a="http://schemas.openxmlformats.org/drawingml/2006/main">
            <a:off x="766763" y="1009904"/>
            <a:ext cx="4754880" cy="330540"/>
          </a:xfrm>
          <a:prstGeom xmlns:a="http://schemas.openxmlformats.org/drawingml/2006/main" prst="rect">
            <a:avLst/>
          </a:prstGeom>
        </p:spPr>
        <p:txBody>
          <a:bodyPr xmlns:a="http://schemas.openxmlformats.org/drawingml/2006/main" lIns="0">
            <a:noAutofit/>
          </a:bodyPr>
          <a:lstStyle xmlns:a="http://schemas.openxmlformats.org/drawingml/2006/main">
            <a:lvl1pPr marL="0" indent="0">
              <a:lnSpc>
                <a:spcPct val="100000"/>
              </a:lnSpc>
              <a:spcAft>
                <a:spcPts val="0"/>
              </a:spcAft>
              <a:buNone/>
              <a:defRPr sz="2000" b="0" i="0">
                <a:latin typeface="Oracle Sans Tab"/>
                <a:ea typeface="Oracle Sans Tab"/>
                <a:cs typeface="Oracle Sans Tab"/>
              </a:defRPr>
            </a:lvl1pPr>
          </a:lstStyle>
          <a:p xmlns:a="http://schemas.openxmlformats.org/drawingml/2006/main">
            <a:pPr lvl="0">
              <a:buNone/>
            </a:pPr>
            <a:r>
              <a:t>Subtitle</a:t>
            </a:r>
          </a:p>
        </p:txBody>
      </p:sp>
      <p:sp>
        <p:nvSpPr>
          <p:cNvPr id="7" name="Text Placeholder 21">
            <a:extLst xmlns:a="http://schemas.openxmlformats.org/drawingml/2006/main">
              <a:ext uri="{FF2B5EF4-FFF2-40B4-BE49-F238E27FC236}">
                <a16:creationId xmlns:a16="http://schemas.microsoft.com/office/drawing/2014/main" id="{D94B5212-F918-DF01-5172-A319C17449A7}"/>
              </a:ext>
            </a:extLst>
          </p:cNvPr>
          <p:cNvSpPr>
            <a:spLocks xmlns:a="http://schemas.openxmlformats.org/drawingml/2006/main" noGrp="1"/>
          </p:cNvSpPr>
          <p:nvPr>
            <p:ph type="body" idx="32" hasCustomPrompt="1"/>
          </p:nvPr>
        </p:nvSpPr>
        <p:spPr>
          <a:xfrm xmlns:a="http://schemas.openxmlformats.org/drawingml/2006/main">
            <a:off x="762191" y="1965976"/>
            <a:ext cx="4764024" cy="274320"/>
          </a:xfrm>
          <a:prstGeom xmlns:a="http://schemas.openxmlformats.org/drawingml/2006/main" prst="rect">
            <a:avLst/>
          </a:prstGeom>
        </p:spPr>
        <p:txBody>
          <a:bodyPr xmlns:a="http://schemas.openxmlformats.org/drawingml/2006/main" lIns="0" tIns="0" rIns="0" bIns="0" anchor="ctr"/>
          <a:lstStyle xmlns:a="http://schemas.openxmlformats.org/drawingml/2006/main">
            <a:lvl1pPr marL="0" indent="0" algn="l">
              <a:lnSpc>
                <a:spcPct val="100000"/>
              </a:lnSpc>
              <a:spcAft>
                <a:spcPts val="600"/>
              </a:spcAft>
              <a:buClr>
                <a:schemeClr val="tx1"/>
              </a:buClr>
              <a:buFont typeface="Arial"/>
              <a:buNone/>
              <a:defRPr sz="1600" b="1" i="0">
                <a:solidFill>
                  <a:schemeClr val="tx1"/>
                </a:solidFill>
                <a:latin typeface="Oracle Sans Tab"/>
                <a:ea typeface="Oracle Sans Tab"/>
                <a:cs typeface="Oracle Sans Tab"/>
              </a:defRPr>
            </a:lvl1pPr>
          </a:lstStyle>
          <a:p xmlns:a="http://schemas.openxmlformats.org/drawingml/2006/main">
            <a:pPr lvl="0">
              <a:buNone/>
            </a:pPr>
            <a:r>
              <a:t>Subhead goes here.</a:t>
            </a:r>
            <a:endParaRPr/>
          </a:p>
        </p:txBody>
      </p:sp>
      <p:sp>
        <p:nvSpPr>
          <p:cNvPr id="20" name="Text Placeholder 19">
            <a:extLst xmlns:a="http://schemas.openxmlformats.org/drawingml/2006/main">
              <a:ext uri="{FF2B5EF4-FFF2-40B4-BE49-F238E27FC236}">
                <a16:creationId xmlns:a16="http://schemas.microsoft.com/office/drawing/2014/main" id="{3FE2B7B3-F269-EFB7-7B21-A67456B5D4CB}"/>
              </a:ext>
            </a:extLst>
          </p:cNvPr>
          <p:cNvSpPr>
            <a:spLocks xmlns:a="http://schemas.openxmlformats.org/drawingml/2006/main" noGrp="1"/>
          </p:cNvSpPr>
          <p:nvPr>
            <p:ph type="body" idx="44"/>
          </p:nvPr>
        </p:nvSpPr>
        <p:spPr>
          <a:xfrm xmlns:a="http://schemas.openxmlformats.org/drawingml/2006/main">
            <a:off x="760698" y="2309418"/>
            <a:ext cx="4764024" cy="457200"/>
          </a:xfrm>
        </p:spPr>
        <p:txBody>
          <a:bodyPr xmlns:a="http://schemas.openxmlformats.org/drawingml/2006/main"/>
          <a:lstStyle xmlns:a="http://schemas.openxmlformats.org/drawingml/2006/main">
            <a:lvl1pPr>
              <a:lnSpc>
                <a:spcPct val="100000"/>
              </a:lnSpc>
              <a:buNone/>
              <a:defRPr/>
            </a:lvl1pPr>
            <a:lvl2pPr>
              <a:lnSpc>
                <a:spcPct val="100000"/>
              </a:lnSpc>
              <a:buNone/>
              <a:defRPr/>
            </a:lvl2pPr>
          </a:lstStyle>
          <a:p xmlns:a="http://schemas.openxmlformats.org/drawingml/2006/main">
            <a:pPr lvl="0">
              <a:buNone/>
            </a:pPr>
            <a:r>
              <a:t>Click to edit Master text styles</a:t>
            </a:r>
          </a:p>
          <a:p xmlns:a="http://schemas.openxmlformats.org/drawingml/2006/main">
            <a:pPr lvl="1">
              <a:buNone/>
            </a:pPr>
            <a:r>
              <a:t>Second level</a:t>
            </a:r>
          </a:p>
        </p:txBody>
      </p:sp>
      <p:sp>
        <p:nvSpPr>
          <p:cNvPr id="9" name="Text Placeholder 21">
            <a:extLst xmlns:a="http://schemas.openxmlformats.org/drawingml/2006/main">
              <a:ext uri="{FF2B5EF4-FFF2-40B4-BE49-F238E27FC236}">
                <a16:creationId xmlns:a16="http://schemas.microsoft.com/office/drawing/2014/main" id="{BCEC7A68-80D1-7F0E-65E6-F442ED207687}"/>
              </a:ext>
            </a:extLst>
          </p:cNvPr>
          <p:cNvSpPr>
            <a:spLocks xmlns:a="http://schemas.openxmlformats.org/drawingml/2006/main" noGrp="1"/>
          </p:cNvSpPr>
          <p:nvPr>
            <p:ph type="body" idx="38" hasCustomPrompt="1"/>
          </p:nvPr>
        </p:nvSpPr>
        <p:spPr>
          <a:xfrm xmlns:a="http://schemas.openxmlformats.org/drawingml/2006/main">
            <a:off x="762191" y="3222718"/>
            <a:ext cx="4762532" cy="274320"/>
          </a:xfrm>
          <a:prstGeom xmlns:a="http://schemas.openxmlformats.org/drawingml/2006/main" prst="rect">
            <a:avLst/>
          </a:prstGeom>
        </p:spPr>
        <p:txBody>
          <a:bodyPr xmlns:a="http://schemas.openxmlformats.org/drawingml/2006/main" lIns="0" tIns="0" rIns="0" bIns="0" anchor="ctr"/>
          <a:lstStyle xmlns:a="http://schemas.openxmlformats.org/drawingml/2006/main">
            <a:lvl1pPr marL="0" indent="0" algn="l">
              <a:lnSpc>
                <a:spcPct val="100000"/>
              </a:lnSpc>
              <a:spcAft>
                <a:spcPts val="600"/>
              </a:spcAft>
              <a:buClr>
                <a:schemeClr val="tx1"/>
              </a:buClr>
              <a:buFont typeface="Arial"/>
              <a:buNone/>
              <a:defRPr sz="1600" b="1" i="0">
                <a:solidFill>
                  <a:schemeClr val="tx1"/>
                </a:solidFill>
                <a:latin typeface="Oracle Sans Tab"/>
                <a:ea typeface="Oracle Sans Tab"/>
                <a:cs typeface="Oracle Sans Tab"/>
              </a:defRPr>
            </a:lvl1pPr>
          </a:lstStyle>
          <a:p xmlns:a="http://schemas.openxmlformats.org/drawingml/2006/main">
            <a:pPr lvl="0">
              <a:buNone/>
            </a:pPr>
            <a:r>
              <a:t>Subhead goes here.</a:t>
            </a:r>
            <a:endParaRPr/>
          </a:p>
        </p:txBody>
      </p:sp>
      <p:sp>
        <p:nvSpPr>
          <p:cNvPr id="21" name="Text Placeholder 19">
            <a:extLst xmlns:a="http://schemas.openxmlformats.org/drawingml/2006/main">
              <a:ext uri="{FF2B5EF4-FFF2-40B4-BE49-F238E27FC236}">
                <a16:creationId xmlns:a16="http://schemas.microsoft.com/office/drawing/2014/main" id="{D61461B8-CD09-2000-05E6-9B3BC9D25CD5}"/>
              </a:ext>
            </a:extLst>
          </p:cNvPr>
          <p:cNvSpPr>
            <a:spLocks xmlns:a="http://schemas.openxmlformats.org/drawingml/2006/main" noGrp="1"/>
          </p:cNvSpPr>
          <p:nvPr>
            <p:ph type="body" idx="45"/>
          </p:nvPr>
        </p:nvSpPr>
        <p:spPr>
          <a:xfrm xmlns:a="http://schemas.openxmlformats.org/drawingml/2006/main">
            <a:off x="760698" y="3567051"/>
            <a:ext cx="4764024" cy="457200"/>
          </a:xfrm>
        </p:spPr>
        <p:txBody>
          <a:bodyPr xmlns:a="http://schemas.openxmlformats.org/drawingml/2006/main"/>
          <a:lstStyle xmlns:a="http://schemas.openxmlformats.org/drawingml/2006/main">
            <a:lvl1pPr>
              <a:lnSpc>
                <a:spcPct val="100000"/>
              </a:lnSpc>
              <a:buNone/>
              <a:defRPr/>
            </a:lvl1pPr>
            <a:lvl2pPr>
              <a:lnSpc>
                <a:spcPct val="100000"/>
              </a:lnSpc>
              <a:buNone/>
              <a:defRPr/>
            </a:lvl2pPr>
          </a:lstStyle>
          <a:p xmlns:a="http://schemas.openxmlformats.org/drawingml/2006/main">
            <a:pPr lvl="0">
              <a:buNone/>
            </a:pPr>
            <a:r>
              <a:t>Click to edit Master text styles</a:t>
            </a:r>
          </a:p>
          <a:p xmlns:a="http://schemas.openxmlformats.org/drawingml/2006/main">
            <a:pPr lvl="1">
              <a:buNone/>
            </a:pPr>
            <a:r>
              <a:t>Second level</a:t>
            </a:r>
          </a:p>
        </p:txBody>
      </p:sp>
      <p:sp>
        <p:nvSpPr>
          <p:cNvPr id="11" name="Text Placeholder 21">
            <a:extLst xmlns:a="http://schemas.openxmlformats.org/drawingml/2006/main">
              <a:ext uri="{FF2B5EF4-FFF2-40B4-BE49-F238E27FC236}">
                <a16:creationId xmlns:a16="http://schemas.microsoft.com/office/drawing/2014/main" id="{A3E124E7-38A2-4149-5708-BE9F62CFA604}"/>
              </a:ext>
            </a:extLst>
          </p:cNvPr>
          <p:cNvSpPr>
            <a:spLocks xmlns:a="http://schemas.openxmlformats.org/drawingml/2006/main" noGrp="1"/>
          </p:cNvSpPr>
          <p:nvPr>
            <p:ph type="body" idx="39" hasCustomPrompt="1"/>
          </p:nvPr>
        </p:nvSpPr>
        <p:spPr>
          <a:xfrm xmlns:a="http://schemas.openxmlformats.org/drawingml/2006/main">
            <a:off x="762191" y="4594303"/>
            <a:ext cx="4762532" cy="274320"/>
          </a:xfrm>
          <a:prstGeom xmlns:a="http://schemas.openxmlformats.org/drawingml/2006/main" prst="rect">
            <a:avLst/>
          </a:prstGeom>
        </p:spPr>
        <p:txBody>
          <a:bodyPr xmlns:a="http://schemas.openxmlformats.org/drawingml/2006/main" lIns="0" tIns="0" rIns="0" bIns="0" anchor="ctr"/>
          <a:lstStyle xmlns:a="http://schemas.openxmlformats.org/drawingml/2006/main">
            <a:lvl1pPr marL="0" indent="0" algn="l">
              <a:lnSpc>
                <a:spcPct val="100000"/>
              </a:lnSpc>
              <a:spcAft>
                <a:spcPts val="600"/>
              </a:spcAft>
              <a:buClr>
                <a:schemeClr val="tx1"/>
              </a:buClr>
              <a:buFont typeface="Arial"/>
              <a:buNone/>
              <a:defRPr sz="1600" b="1" i="0">
                <a:solidFill>
                  <a:schemeClr val="tx1"/>
                </a:solidFill>
                <a:latin typeface="Oracle Sans Tab"/>
                <a:ea typeface="Oracle Sans Tab"/>
                <a:cs typeface="Oracle Sans Tab"/>
              </a:defRPr>
            </a:lvl1pPr>
          </a:lstStyle>
          <a:p xmlns:a="http://schemas.openxmlformats.org/drawingml/2006/main">
            <a:pPr lvl="0">
              <a:buNone/>
            </a:pPr>
            <a:r>
              <a:t>Subhead goes here.</a:t>
            </a:r>
            <a:endParaRPr/>
          </a:p>
        </p:txBody>
      </p:sp>
      <p:sp>
        <p:nvSpPr>
          <p:cNvPr id="22" name="Text Placeholder 19">
            <a:extLst xmlns:a="http://schemas.openxmlformats.org/drawingml/2006/main">
              <a:ext uri="{FF2B5EF4-FFF2-40B4-BE49-F238E27FC236}">
                <a16:creationId xmlns:a16="http://schemas.microsoft.com/office/drawing/2014/main" id="{4FBE4EEC-B947-E852-0B29-987839C3A3D6}"/>
              </a:ext>
            </a:extLst>
          </p:cNvPr>
          <p:cNvSpPr>
            <a:spLocks xmlns:a="http://schemas.openxmlformats.org/drawingml/2006/main" noGrp="1"/>
          </p:cNvSpPr>
          <p:nvPr>
            <p:ph type="body" idx="46"/>
          </p:nvPr>
        </p:nvSpPr>
        <p:spPr>
          <a:xfrm xmlns:a="http://schemas.openxmlformats.org/drawingml/2006/main">
            <a:off x="760698" y="4937745"/>
            <a:ext cx="4764024" cy="457200"/>
          </a:xfrm>
        </p:spPr>
        <p:txBody>
          <a:bodyPr xmlns:a="http://schemas.openxmlformats.org/drawingml/2006/main"/>
          <a:lstStyle xmlns:a="http://schemas.openxmlformats.org/drawingml/2006/main">
            <a:lvl1pPr>
              <a:lnSpc>
                <a:spcPct val="100000"/>
              </a:lnSpc>
              <a:buNone/>
              <a:defRPr/>
            </a:lvl1pPr>
            <a:lvl2pPr>
              <a:lnSpc>
                <a:spcPct val="100000"/>
              </a:lnSpc>
              <a:buNone/>
              <a:defRPr/>
            </a:lvl2pPr>
          </a:lstStyle>
          <a:p xmlns:a="http://schemas.openxmlformats.org/drawingml/2006/main">
            <a:pPr lvl="0">
              <a:buNone/>
            </a:pPr>
            <a:r>
              <a:t>Click to edit Master text styles</a:t>
            </a:r>
          </a:p>
          <a:p xmlns:a="http://schemas.openxmlformats.org/drawingml/2006/main">
            <a:pPr lvl="1">
              <a:buNone/>
            </a:pPr>
            <a:r>
              <a:t>Second level</a:t>
            </a:r>
          </a:p>
        </p:txBody>
      </p:sp>
      <p:sp>
        <p:nvSpPr>
          <p:cNvPr id="18" name="Picture Placeholder 17">
            <a:extLst xmlns:a="http://schemas.openxmlformats.org/drawingml/2006/main">
              <a:ext uri="{FF2B5EF4-FFF2-40B4-BE49-F238E27FC236}">
                <a16:creationId xmlns:a16="http://schemas.microsoft.com/office/drawing/2014/main" id="{BB55E146-CDC2-714E-AEDA-21D37E508E28}"/>
              </a:ext>
            </a:extLst>
          </p:cNvPr>
          <p:cNvSpPr>
            <a:spLocks xmlns:a="http://schemas.openxmlformats.org/drawingml/2006/main" noGrp="1"/>
          </p:cNvSpPr>
          <p:nvPr>
            <p:ph type="pic" idx="11" hasCustomPrompt="1"/>
          </p:nvPr>
        </p:nvSpPr>
        <p:spPr>
          <a:xfrm xmlns:a="http://schemas.openxmlformats.org/drawingml/2006/main">
            <a:off x="6096000" y="0"/>
            <a:ext cx="6096000" cy="6858000"/>
          </a:xfrm>
          <a:prstGeom xmlns:a="http://schemas.openxmlformats.org/drawingml/2006/main" prst="rect">
            <a:avLst/>
          </a:prstGeom>
          <a:solidFill xmlns:a="http://schemas.openxmlformats.org/drawingml/2006/main">
            <a:srgbClr val="AEA8A2"/>
          </a:solidFill>
        </p:spPr>
        <p:txBody>
          <a:bodyPr xmlns:a="http://schemas.openxmlformats.org/drawingml/2006/main" lIns="72000" tIns="72000" rIns="0"/>
          <a:lstStyle xmlns:a="http://schemas.openxmlformats.org/drawingml/2006/main">
            <a:lvl1pPr algn="ctr">
              <a:buNone/>
              <a:defRPr sz="1400" b="0" i="0">
                <a:solidFill>
                  <a:schemeClr val="bg1"/>
                </a:solidFill>
                <a:latin typeface="Oracle Sans Tab Light"/>
                <a:ea typeface="Oracle Sans Tab Light"/>
                <a:cs typeface="Oracle Sans Tab Light"/>
              </a:defRPr>
            </a:lvl1pPr>
          </a:lstStyle>
          <a:p xmlns:a="http://schemas.openxmlformats.org/drawingml/2006/main">
            <a:r>
              <a:t>Click to add photo or illustration</a:t>
            </a:r>
          </a:p>
          <a:p xmlns:a="http://schemas.openxmlformats.org/drawingml/2006/main">
            <a:endParaRPr/>
          </a:p>
        </p:txBody>
      </p:sp>
      <p:pic>
        <p:nvPicPr>
          <p:cNvPr id="2" name="OTag">
            <a:extLst xmlns:a="http://schemas.openxmlformats.org/drawingml/2006/main">
              <a:ext uri="{FF2B5EF4-FFF2-40B4-BE49-F238E27FC236}">
                <a16:creationId xmlns:a16="http://schemas.microsoft.com/office/drawing/2014/main" id="{0E9D38C4-A380-4304-9592-B46A64DC5BE0}"/>
              </a:ext>
            </a:extLst>
          </p:cNvPr>
          <p:cNvPicPr>
            <a:picLocks xmlns:a="http://schemas.openxmlformats.org/drawingml/2006/main" noChangeAspect="1"/>
          </p:cNvPicPr>
          <p:nvPr/>
        </p:nvPicPr>
        <p:blipFill>
          <a:blip xmlns:r="http://schemas.openxmlformats.org/officeDocument/2006/relationships" xmlns:a="http://schemas.openxmlformats.org/drawingml/2006/main" r:embed="R963d0f6174364c5e"/>
          <a:stretch xmlns:a="http://schemas.openxmlformats.org/drawingml/2006/main">
            <a:fillRect l="0" t="0" r="0" b="0"/>
          </a:stretch>
        </p:blipFill>
        <p:spPr>
          <a:xfrm xmlns:a="http://schemas.openxmlformats.org/drawingml/2006/main">
            <a:off x="11405616" y="6464808"/>
            <a:ext cx="393192" cy="393192"/>
          </a:xfrm>
          <a:prstGeom xmlns:a="http://schemas.openxmlformats.org/drawingml/2006/main" prst="rect">
            <a:avLst/>
          </a:prstGeom>
        </p:spPr>
      </p:pic>
      <p:sp>
        <p:nvSpPr>
          <p:cNvPr id="3" name="Slide Number Placeholder 7">
            <a:extLst xmlns:a="http://schemas.openxmlformats.org/drawingml/2006/main">
              <a:ext uri="{FF2B5EF4-FFF2-40B4-BE49-F238E27FC236}">
                <a16:creationId xmlns:a16="http://schemas.microsoft.com/office/drawing/2014/main" id="{8AC454DE-00F0-4427-48D5-1DC459110090}"/>
              </a:ext>
            </a:extLst>
          </p:cNvPr>
          <p:cNvSpPr>
            <a:spLocks xmlns:a="http://schemas.openxmlformats.org/drawingml/2006/main" noGrp="1"/>
          </p:cNvSpPr>
          <p:nvPr>
            <p:ph type="sldNum" idx="17"/>
          </p:nvPr>
        </p:nvSpPr>
        <p:spPr>
          <a:xfrm xmlns:a="http://schemas.openxmlformats.org/drawingml/2006/main">
            <a:off x="762000" y="6423660"/>
            <a:ext cx="365760" cy="365760"/>
          </a:xfrm>
        </p:spPr>
        <p:txBody>
          <a:bodyPr xmlns:a="http://schemas.openxmlformats.org/drawingml/2006/main"/>
          <a:lstStyle xmlns:a="http://schemas.openxmlformats.org/drawingml/2006/main">
            <a:lvl1pPr>
              <a:buNone/>
              <a:defRPr sz="800">
                <a:solidFill>
                  <a:srgbClr val="AEA8A2"/>
                </a:solidFill>
                <a:latin typeface="+mn-lt"/>
                <a:ea typeface="+mn-lt"/>
                <a:cs typeface="+mn-lt"/>
              </a:defRPr>
            </a:lvl1pPr>
          </a:lstStyle>
          <a:p xmlns:a="http://schemas.openxmlformats.org/drawingml/2006/main">
            <a:fld id="{345D60D9-5372-5F40-9443-0F9AE5BDC3C8}" type="slidenum">
              <a:t>‹#›</a:t>
            </a:fld>
            <a:endParaRPr/>
          </a:p>
        </p:txBody>
      </p:sp>
      <p:sp>
        <p:nvSpPr>
          <p:cNvPr id="4" name="Footer Placeholder 6">
            <a:extLst xmlns:a="http://schemas.openxmlformats.org/drawingml/2006/main">
              <a:ext uri="{FF2B5EF4-FFF2-40B4-BE49-F238E27FC236}">
                <a16:creationId xmlns:a16="http://schemas.microsoft.com/office/drawing/2014/main" id="{28FED12C-599D-4CB3-E602-5CD82B6F039D}"/>
              </a:ext>
            </a:extLst>
          </p:cNvPr>
          <p:cNvSpPr>
            <a:spLocks xmlns:a="http://schemas.openxmlformats.org/drawingml/2006/main" noGrp="1"/>
          </p:cNvSpPr>
          <p:nvPr>
            <p:ph type="ftr" idx="16"/>
          </p:nvPr>
        </p:nvSpPr>
        <p:spPr>
          <a:xfrm xmlns:a="http://schemas.openxmlformats.org/drawingml/2006/main">
            <a:off x="1127759" y="6423978"/>
            <a:ext cx="5745379" cy="365125"/>
          </a:xfrm>
        </p:spPr>
        <p:txBody>
          <a:bodyPr xmlns:a="http://schemas.openxmlformats.org/drawingml/2006/main"/>
          <a:lstStyle xmlns:a="http://schemas.openxmlformats.org/drawingml/2006/main">
            <a:lvl1pPr>
              <a:buNone/>
              <a:defRPr sz="800">
                <a:solidFill>
                  <a:srgbClr val="AEA8A2"/>
                </a:solidFill>
                <a:latin typeface="+mn-lt"/>
                <a:ea typeface="+mn-lt"/>
                <a:cs typeface="+mn-lt"/>
              </a:defRPr>
            </a:lvl1pPr>
          </a:lstStyle>
          <a:p xmlns:a="http://schemas.openxmlformats.org/drawingml/2006/main">
            <a:r>
              <a:t>Copyright © 2025, Oracle and/or its affiliates |  Confidential: Internal/Restricted/Highly Restricted</a:t>
            </a:r>
            <a:endParaRPr/>
          </a:p>
        </p:txBody>
      </p:sp>
      <p:sp>
        <p:nvSpPr>
          <p:cNvPr id="5" name="Date Placeholder 4">
            <a:extLst xmlns:a="http://schemas.openxmlformats.org/drawingml/2006/main">
              <a:ext uri="{FF2B5EF4-FFF2-40B4-BE49-F238E27FC236}">
                <a16:creationId xmlns:a16="http://schemas.microsoft.com/office/drawing/2014/main" id="{61F25286-7A1D-EBA0-D474-81129CEE733D}"/>
              </a:ext>
            </a:extLst>
          </p:cNvPr>
          <p:cNvSpPr>
            <a:spLocks xmlns:a="http://schemas.openxmlformats.org/drawingml/2006/main" noGrp="1"/>
          </p:cNvSpPr>
          <p:nvPr>
            <p:ph type="dt" idx="15"/>
          </p:nvPr>
        </p:nvSpPr>
        <p:spPr>
          <a:xfrm xmlns:a="http://schemas.openxmlformats.org/drawingml/2006/main">
            <a:off x="6873138" y="6425604"/>
            <a:ext cx="2743200" cy="363500"/>
          </a:xfrm>
        </p:spPr>
        <p:txBody>
          <a:bodyPr xmlns:a="http://schemas.openxmlformats.org/drawingml/2006/main"/>
          <a:lstStyle xmlns:a="http://schemas.openxmlformats.org/drawingml/2006/main">
            <a:lvl1pPr>
              <a:buNone/>
              <a:defRPr>
                <a:solidFill>
                  <a:srgbClr val="AEA8A2"/>
                </a:solidFill>
              </a:defRPr>
            </a:lvl1pPr>
          </a:lstStyle>
          <a:p xmlns:a="http://schemas.openxmlformats.org/drawingml/2006/main">
            <a:r>
              <a:t>[Date]</a:t>
            </a:r>
            <a:endParaRPr/>
          </a:p>
        </p:txBody>
      </p:sp>
    </p:spTree>
  </p:cSld>
</p:sldLayout>
</file>

<file path=ppt/slideLayouts/slideLayout81.xml><?xml version="1.0" encoding="utf-8"?>
<p:sldLayout xmlns:p="http://schemas.openxmlformats.org/presentationml/2006/main" preserve="1" userDrawn="1">
  <p:cSld name="Light - 3 Icons, Subhead and text">
    <p:bg>
      <p:bgRef idx="1001">
        <a:schemeClr xmlns:a="http://schemas.openxmlformats.org/drawingml/2006/main" val="bg2"/>
      </p:bgRef>
    </p:bg>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0F9FC0DC-6C36-4AC7-90FE-9BE28E17F1BF}"/>
              </a:ext>
            </a:extLst>
          </p:cNvPr>
          <p:cNvSpPr>
            <a:spLocks xmlns:a="http://schemas.openxmlformats.org/drawingml/2006/main" noGrp="1"/>
          </p:cNvSpPr>
          <p:nvPr>
            <p:ph type="title" idx="0" hasCustomPrompt="1"/>
          </p:nvPr>
        </p:nvSpPr>
        <p:spPr/>
        <p:txBody>
          <a:bodyPr xmlns:a="http://schemas.openxmlformats.org/drawingml/2006/main"/>
          <a:lstStyle xmlns:a="http://schemas.openxmlformats.org/drawingml/2006/main">
            <a:lvl1pPr>
              <a:lnSpc>
                <a:spcPct val="100000"/>
              </a:lnSpc>
              <a:buNone/>
              <a:defRPr b="1" i="0">
                <a:latin typeface="Oracle Sans Tab"/>
                <a:ea typeface="Oracle Sans Tab"/>
                <a:cs typeface="Oracle Sans Tab"/>
              </a:defRPr>
            </a:lvl1pPr>
          </a:lstStyle>
          <a:p xmlns:a="http://schemas.openxmlformats.org/drawingml/2006/main">
            <a:r>
              <a:t>Title</a:t>
            </a:r>
          </a:p>
        </p:txBody>
      </p:sp>
      <p:sp>
        <p:nvSpPr>
          <p:cNvPr id="3" name="Picture Placeholder 2">
            <a:extLst xmlns:a="http://schemas.openxmlformats.org/drawingml/2006/main">
              <a:ext uri="{FF2B5EF4-FFF2-40B4-BE49-F238E27FC236}">
                <a16:creationId xmlns:a16="http://schemas.microsoft.com/office/drawing/2014/main" id="{C4A0F212-7687-B242-8162-FFAC910A60EF}"/>
              </a:ext>
            </a:extLst>
          </p:cNvPr>
          <p:cNvSpPr>
            <a:spLocks xmlns:a="http://schemas.openxmlformats.org/drawingml/2006/main" noGrp="1"/>
          </p:cNvSpPr>
          <p:nvPr>
            <p:ph type="pic" idx="26" hasCustomPrompt="1"/>
          </p:nvPr>
        </p:nvSpPr>
        <p:spPr>
          <a:xfrm xmlns:a="http://schemas.openxmlformats.org/drawingml/2006/main">
            <a:off x="905836" y="1903856"/>
            <a:ext cx="1893870" cy="1698098"/>
          </a:xfrm>
          <a:prstGeom xmlns:a="http://schemas.openxmlformats.org/drawingml/2006/main" prst="rect">
            <a:avLst/>
          </a:prstGeom>
          <a:noFill xmlns:a="http://schemas.openxmlformats.org/drawingml/2006/main"/>
        </p:spPr>
        <p:txBody>
          <a:bodyPr xmlns:a="http://schemas.openxmlformats.org/drawingml/2006/main"/>
          <a:lstStyle xmlns:a="http://schemas.openxmlformats.org/drawingml/2006/main">
            <a:lvl1pPr>
              <a:buNone/>
              <a:defRPr sz="1200" b="0" i="0">
                <a:latin typeface="Oracle Sans Tab Light"/>
                <a:ea typeface="Oracle Sans Tab Light"/>
                <a:cs typeface="Oracle Sans Tab Light"/>
              </a:defRPr>
            </a:lvl1pPr>
          </a:lstStyle>
          <a:p xmlns:a="http://schemas.openxmlformats.org/drawingml/2006/main">
            <a:r>
              <a:t>Click to insert icon</a:t>
            </a:r>
          </a:p>
        </p:txBody>
      </p:sp>
      <p:sp>
        <p:nvSpPr>
          <p:cNvPr id="14" name="Text Placeholder 21">
            <a:extLst xmlns:a="http://schemas.openxmlformats.org/drawingml/2006/main">
              <a:ext uri="{FF2B5EF4-FFF2-40B4-BE49-F238E27FC236}">
                <a16:creationId xmlns:a16="http://schemas.microsoft.com/office/drawing/2014/main" id="{920A2EEA-131E-DA4C-92C3-898A80B8B561}"/>
              </a:ext>
            </a:extLst>
          </p:cNvPr>
          <p:cNvSpPr>
            <a:spLocks xmlns:a="http://schemas.openxmlformats.org/drawingml/2006/main" noGrp="1"/>
          </p:cNvSpPr>
          <p:nvPr>
            <p:ph type="body" idx="25" hasCustomPrompt="1"/>
          </p:nvPr>
        </p:nvSpPr>
        <p:spPr>
          <a:xfrm xmlns:a="http://schemas.openxmlformats.org/drawingml/2006/main">
            <a:off x="911114" y="3983730"/>
            <a:ext cx="2276930" cy="323885"/>
          </a:xfrm>
          <a:prstGeom xmlns:a="http://schemas.openxmlformats.org/drawingml/2006/main" prst="rect">
            <a:avLst/>
          </a:prstGeom>
          <a:noFill xmlns:a="http://schemas.openxmlformats.org/drawingml/2006/main"/>
        </p:spPr>
        <p:txBody>
          <a:bodyPr xmlns:a="http://schemas.openxmlformats.org/drawingml/2006/main" lIns="0" tIns="0" rIns="0" bIns="0" anchor="ctr"/>
          <a:lstStyle xmlns:a="http://schemas.openxmlformats.org/drawingml/2006/main">
            <a:lvl1pPr algn="l">
              <a:lnSpc>
                <a:spcPct val="100000"/>
              </a:lnSpc>
              <a:buNone/>
              <a:defRPr sz="1600" b="1" i="0">
                <a:solidFill>
                  <a:schemeClr val="tx1"/>
                </a:solidFill>
                <a:latin typeface="Oracle Sans Tab"/>
                <a:ea typeface="Oracle Sans Tab"/>
                <a:cs typeface="Oracle Sans Tab"/>
              </a:defRPr>
            </a:lvl1pPr>
          </a:lstStyle>
          <a:p xmlns:a="http://schemas.openxmlformats.org/drawingml/2006/main">
            <a:pPr lvl="0">
              <a:buNone/>
            </a:pPr>
            <a:r>
              <a:t>Subhead goes here</a:t>
            </a:r>
            <a:endParaRPr/>
          </a:p>
        </p:txBody>
      </p:sp>
      <p:sp>
        <p:nvSpPr>
          <p:cNvPr id="11" name="Text Placeholder 21">
            <a:extLst xmlns:a="http://schemas.openxmlformats.org/drawingml/2006/main">
              <a:ext uri="{FF2B5EF4-FFF2-40B4-BE49-F238E27FC236}">
                <a16:creationId xmlns:a16="http://schemas.microsoft.com/office/drawing/2014/main" id="{442F0FF9-B575-DD4A-AF68-999EE8B4FE0D}"/>
              </a:ext>
            </a:extLst>
          </p:cNvPr>
          <p:cNvSpPr>
            <a:spLocks xmlns:a="http://schemas.openxmlformats.org/drawingml/2006/main" noGrp="1"/>
          </p:cNvSpPr>
          <p:nvPr>
            <p:ph type="body" idx="24" hasCustomPrompt="1"/>
          </p:nvPr>
        </p:nvSpPr>
        <p:spPr>
          <a:xfrm xmlns:a="http://schemas.openxmlformats.org/drawingml/2006/main">
            <a:off x="911114" y="4377376"/>
            <a:ext cx="2276930" cy="1244947"/>
          </a:xfrm>
          <a:prstGeom xmlns:a="http://schemas.openxmlformats.org/drawingml/2006/main" prst="rect">
            <a:avLst/>
          </a:prstGeom>
          <a:noFill xmlns:a="http://schemas.openxmlformats.org/drawingml/2006/main"/>
        </p:spPr>
        <p:txBody>
          <a:bodyPr xmlns:a="http://schemas.openxmlformats.org/drawingml/2006/main" lIns="0" tIns="0" rIns="0" bIns="0"/>
          <a:lstStyle xmlns:a="http://schemas.openxmlformats.org/drawingml/2006/main">
            <a:lvl1pPr algn="l">
              <a:lnSpc>
                <a:spcPct val="100000"/>
              </a:lnSpc>
              <a:buNone/>
              <a:defRPr sz="1600" b="0" i="0">
                <a:solidFill>
                  <a:schemeClr val="tx2"/>
                </a:solidFill>
                <a:latin typeface="Oracle Sans Tab"/>
                <a:ea typeface="Oracle Sans Tab"/>
                <a:cs typeface="Oracle Sans Tab"/>
              </a:defRPr>
            </a:lvl1pPr>
          </a:lstStyle>
          <a:p xmlns:a="http://schemas.openxmlformats.org/drawingml/2006/main">
            <a:pPr lvl="0">
              <a:buNone/>
            </a:pPr>
            <a:r>
              <a:t>Lorem ipsum </a:t>
            </a:r>
            <a:r>
              <a:t>dolor</a:t>
            </a:r>
            <a:r>
              <a:t> sit </a:t>
            </a:r>
            <a:r>
              <a:t>amet</a:t>
            </a:r>
            <a:r>
              <a:t>, </a:t>
            </a:r>
            <a:r>
              <a:t>consectetur</a:t>
            </a:r>
            <a:r>
              <a:t> </a:t>
            </a:r>
            <a:r>
              <a:t>adipiscing</a:t>
            </a:r>
            <a:r>
              <a:t> </a:t>
            </a:r>
            <a:r>
              <a:t>elit</a:t>
            </a:r>
            <a:r>
              <a:t>, </a:t>
            </a:r>
            <a:r>
              <a:t>sed</a:t>
            </a:r>
            <a:r>
              <a:t> do </a:t>
            </a:r>
            <a:r>
              <a:t>eiusmod</a:t>
            </a:r>
            <a:r>
              <a:t> </a:t>
            </a:r>
            <a:r>
              <a:t>tempor</a:t>
            </a:r>
            <a:r>
              <a:t>.</a:t>
            </a:r>
            <a:endParaRPr/>
          </a:p>
        </p:txBody>
      </p:sp>
      <p:sp>
        <p:nvSpPr>
          <p:cNvPr id="5" name="Straight Connector 4">
            <a:extLst xmlns:a="http://schemas.openxmlformats.org/drawingml/2006/main">
              <a:ext uri="{FF2B5EF4-FFF2-40B4-BE49-F238E27FC236}">
                <a16:creationId xmlns:a16="http://schemas.microsoft.com/office/drawing/2014/main" id="{CA64D6C6-E4ED-43C2-9DE3-DD9D2FE37BE2}"/>
              </a:ext>
            </a:extLst>
          </p:cNvPr>
          <p:cNvSpPr>
            <a:spLocks xmlns:a="http://schemas.openxmlformats.org/drawingml/2006/main" noGrp="1"/>
          </p:cNvSpPr>
          <p:nvPr/>
        </p:nvSpPr>
        <p:spPr>
          <a:xfrm xmlns:a="http://schemas.openxmlformats.org/drawingml/2006/main">
            <a:off x="4003589" y="1588179"/>
            <a:ext cx="0" cy="4378421"/>
          </a:xfrm>
          <a:prstGeom xmlns:a="http://schemas.openxmlformats.org/drawingml/2006/main" prst="line">
            <a:avLst/>
          </a:prstGeom>
          <a:ln xmlns:a="http://schemas.openxmlformats.org/drawingml/2006/main" w="12700">
            <a:solidFill>
              <a:srgbClr val="8B8580">
                <a:alpha val="50000"/>
              </a:srgbClr>
            </a:solidFill>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sp>
      <p:sp>
        <p:nvSpPr>
          <p:cNvPr id="22" name="Picture Placeholder 2">
            <a:extLst xmlns:a="http://schemas.openxmlformats.org/drawingml/2006/main">
              <a:ext uri="{FF2B5EF4-FFF2-40B4-BE49-F238E27FC236}">
                <a16:creationId xmlns:a16="http://schemas.microsoft.com/office/drawing/2014/main" id="{00545EAB-02F2-4D35-839F-11095FE3779B}"/>
              </a:ext>
            </a:extLst>
          </p:cNvPr>
          <p:cNvSpPr>
            <a:spLocks xmlns:a="http://schemas.openxmlformats.org/drawingml/2006/main" noGrp="1"/>
          </p:cNvSpPr>
          <p:nvPr>
            <p:ph type="pic" idx="33" hasCustomPrompt="1"/>
          </p:nvPr>
        </p:nvSpPr>
        <p:spPr>
          <a:xfrm xmlns:a="http://schemas.openxmlformats.org/drawingml/2006/main">
            <a:off x="4797315" y="1917370"/>
            <a:ext cx="1893870" cy="1698098"/>
          </a:xfrm>
          <a:prstGeom xmlns:a="http://schemas.openxmlformats.org/drawingml/2006/main" prst="rect">
            <a:avLst/>
          </a:prstGeom>
          <a:noFill xmlns:a="http://schemas.openxmlformats.org/drawingml/2006/main"/>
        </p:spPr>
        <p:txBody>
          <a:bodyPr xmlns:a="http://schemas.openxmlformats.org/drawingml/2006/main"/>
          <a:lstStyle xmlns:a="http://schemas.openxmlformats.org/drawingml/2006/main">
            <a:lvl1pPr>
              <a:buNone/>
              <a:defRPr sz="1200" b="0" i="0">
                <a:latin typeface="Oracle Sans Tab Light"/>
                <a:ea typeface="Oracle Sans Tab Light"/>
                <a:cs typeface="Oracle Sans Tab Light"/>
              </a:defRPr>
            </a:lvl1pPr>
          </a:lstStyle>
          <a:p xmlns:a="http://schemas.openxmlformats.org/drawingml/2006/main">
            <a:r>
              <a:t>Click to insert icon</a:t>
            </a:r>
          </a:p>
        </p:txBody>
      </p:sp>
      <p:sp>
        <p:nvSpPr>
          <p:cNvPr id="23" name="Text Placeholder 21">
            <a:extLst xmlns:a="http://schemas.openxmlformats.org/drawingml/2006/main">
              <a:ext uri="{FF2B5EF4-FFF2-40B4-BE49-F238E27FC236}">
                <a16:creationId xmlns:a16="http://schemas.microsoft.com/office/drawing/2014/main" id="{C85CBC82-72D6-46B3-9B52-627E5BC2BC55}"/>
              </a:ext>
            </a:extLst>
          </p:cNvPr>
          <p:cNvSpPr>
            <a:spLocks xmlns:a="http://schemas.openxmlformats.org/drawingml/2006/main" noGrp="1"/>
          </p:cNvSpPr>
          <p:nvPr>
            <p:ph type="body" idx="34" hasCustomPrompt="1"/>
          </p:nvPr>
        </p:nvSpPr>
        <p:spPr>
          <a:xfrm xmlns:a="http://schemas.openxmlformats.org/drawingml/2006/main">
            <a:off x="4797315" y="3983730"/>
            <a:ext cx="2276930" cy="323885"/>
          </a:xfrm>
          <a:prstGeom xmlns:a="http://schemas.openxmlformats.org/drawingml/2006/main" prst="rect">
            <a:avLst/>
          </a:prstGeom>
          <a:noFill xmlns:a="http://schemas.openxmlformats.org/drawingml/2006/main"/>
        </p:spPr>
        <p:txBody>
          <a:bodyPr xmlns:a="http://schemas.openxmlformats.org/drawingml/2006/main" lIns="0" tIns="0" rIns="0" bIns="0" anchor="ctr"/>
          <a:lstStyle xmlns:a="http://schemas.openxmlformats.org/drawingml/2006/main">
            <a:lvl1pPr algn="l">
              <a:lnSpc>
                <a:spcPct val="100000"/>
              </a:lnSpc>
              <a:buNone/>
              <a:defRPr sz="1600" b="1" i="0">
                <a:solidFill>
                  <a:schemeClr val="tx1"/>
                </a:solidFill>
                <a:latin typeface="Oracle Sans Tab"/>
                <a:ea typeface="Oracle Sans Tab"/>
                <a:cs typeface="Oracle Sans Tab"/>
              </a:defRPr>
            </a:lvl1pPr>
          </a:lstStyle>
          <a:p xmlns:a="http://schemas.openxmlformats.org/drawingml/2006/main">
            <a:pPr lvl="0">
              <a:buNone/>
            </a:pPr>
            <a:r>
              <a:t>Subhead goes here</a:t>
            </a:r>
            <a:endParaRPr/>
          </a:p>
        </p:txBody>
      </p:sp>
      <p:sp>
        <p:nvSpPr>
          <p:cNvPr id="29" name="Text Placeholder 21">
            <a:extLst xmlns:a="http://schemas.openxmlformats.org/drawingml/2006/main">
              <a:ext uri="{FF2B5EF4-FFF2-40B4-BE49-F238E27FC236}">
                <a16:creationId xmlns:a16="http://schemas.microsoft.com/office/drawing/2014/main" id="{0FA9D0FA-EA15-4919-BEB9-4C5EE9D8CDFF}"/>
              </a:ext>
            </a:extLst>
          </p:cNvPr>
          <p:cNvSpPr>
            <a:spLocks xmlns:a="http://schemas.openxmlformats.org/drawingml/2006/main" noGrp="1"/>
          </p:cNvSpPr>
          <p:nvPr>
            <p:ph type="body" idx="35" hasCustomPrompt="1"/>
          </p:nvPr>
        </p:nvSpPr>
        <p:spPr>
          <a:xfrm xmlns:a="http://schemas.openxmlformats.org/drawingml/2006/main">
            <a:off x="4797315" y="4377376"/>
            <a:ext cx="2276930" cy="1244947"/>
          </a:xfrm>
          <a:prstGeom xmlns:a="http://schemas.openxmlformats.org/drawingml/2006/main" prst="rect">
            <a:avLst/>
          </a:prstGeom>
          <a:noFill xmlns:a="http://schemas.openxmlformats.org/drawingml/2006/main"/>
        </p:spPr>
        <p:txBody>
          <a:bodyPr xmlns:a="http://schemas.openxmlformats.org/drawingml/2006/main" lIns="0" tIns="0" rIns="0" bIns="0"/>
          <a:lstStyle xmlns:a="http://schemas.openxmlformats.org/drawingml/2006/main">
            <a:lvl1pPr algn="l">
              <a:lnSpc>
                <a:spcPct val="100000"/>
              </a:lnSpc>
              <a:buNone/>
              <a:defRPr sz="1600" b="0" i="0">
                <a:solidFill>
                  <a:schemeClr val="tx2"/>
                </a:solidFill>
                <a:latin typeface="Oracle Sans Tab"/>
                <a:ea typeface="Oracle Sans Tab"/>
                <a:cs typeface="Oracle Sans Tab"/>
              </a:defRPr>
            </a:lvl1pPr>
          </a:lstStyle>
          <a:p xmlns:a="http://schemas.openxmlformats.org/drawingml/2006/main">
            <a:pPr lvl="0">
              <a:buNone/>
            </a:pPr>
            <a:r>
              <a:t>Lorem ipsum </a:t>
            </a:r>
            <a:r>
              <a:t>dolor</a:t>
            </a:r>
            <a:r>
              <a:t> sit </a:t>
            </a:r>
            <a:r>
              <a:t>amet</a:t>
            </a:r>
            <a:r>
              <a:t>, </a:t>
            </a:r>
            <a:r>
              <a:t>consectetur</a:t>
            </a:r>
            <a:r>
              <a:t> </a:t>
            </a:r>
            <a:r>
              <a:t>adipiscing</a:t>
            </a:r>
            <a:r>
              <a:t> </a:t>
            </a:r>
            <a:r>
              <a:t>elit</a:t>
            </a:r>
            <a:r>
              <a:t>, </a:t>
            </a:r>
            <a:r>
              <a:t>sed</a:t>
            </a:r>
            <a:r>
              <a:t> do </a:t>
            </a:r>
            <a:r>
              <a:t>eiusmod</a:t>
            </a:r>
            <a:r>
              <a:t> </a:t>
            </a:r>
            <a:r>
              <a:t>tempor</a:t>
            </a:r>
            <a:r>
              <a:t>.</a:t>
            </a:r>
            <a:endParaRPr/>
          </a:p>
        </p:txBody>
      </p:sp>
      <p:sp>
        <p:nvSpPr>
          <p:cNvPr id="28" name="Straight Connector 27">
            <a:extLst xmlns:a="http://schemas.openxmlformats.org/drawingml/2006/main">
              <a:ext uri="{FF2B5EF4-FFF2-40B4-BE49-F238E27FC236}">
                <a16:creationId xmlns:a16="http://schemas.microsoft.com/office/drawing/2014/main" id="{956F3B5E-43C4-4E3E-A2D8-E4C1CF639655}"/>
              </a:ext>
            </a:extLst>
          </p:cNvPr>
          <p:cNvSpPr>
            <a:spLocks xmlns:a="http://schemas.openxmlformats.org/drawingml/2006/main" noGrp="1"/>
          </p:cNvSpPr>
          <p:nvPr/>
        </p:nvSpPr>
        <p:spPr>
          <a:xfrm xmlns:a="http://schemas.openxmlformats.org/drawingml/2006/main">
            <a:off x="7863016" y="1588179"/>
            <a:ext cx="0" cy="4378421"/>
          </a:xfrm>
          <a:prstGeom xmlns:a="http://schemas.openxmlformats.org/drawingml/2006/main" prst="line">
            <a:avLst/>
          </a:prstGeom>
          <a:ln xmlns:a="http://schemas.openxmlformats.org/drawingml/2006/main" w="12700">
            <a:solidFill>
              <a:srgbClr val="8B8580">
                <a:alpha val="50000"/>
              </a:srgbClr>
            </a:solidFill>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sp>
      <p:sp>
        <p:nvSpPr>
          <p:cNvPr id="30" name="Picture Placeholder 2">
            <a:extLst xmlns:a="http://schemas.openxmlformats.org/drawingml/2006/main">
              <a:ext uri="{FF2B5EF4-FFF2-40B4-BE49-F238E27FC236}">
                <a16:creationId xmlns:a16="http://schemas.microsoft.com/office/drawing/2014/main" id="{7E0E7E15-3D7B-4123-8321-B073C59133A1}"/>
              </a:ext>
            </a:extLst>
          </p:cNvPr>
          <p:cNvSpPr>
            <a:spLocks xmlns:a="http://schemas.openxmlformats.org/drawingml/2006/main" noGrp="1"/>
          </p:cNvSpPr>
          <p:nvPr>
            <p:ph type="pic" idx="36" hasCustomPrompt="1"/>
          </p:nvPr>
        </p:nvSpPr>
        <p:spPr>
          <a:xfrm xmlns:a="http://schemas.openxmlformats.org/drawingml/2006/main">
            <a:off x="8645868" y="1917370"/>
            <a:ext cx="1893870" cy="1698098"/>
          </a:xfrm>
          <a:prstGeom xmlns:a="http://schemas.openxmlformats.org/drawingml/2006/main" prst="rect">
            <a:avLst/>
          </a:prstGeom>
          <a:noFill xmlns:a="http://schemas.openxmlformats.org/drawingml/2006/main"/>
        </p:spPr>
        <p:txBody>
          <a:bodyPr xmlns:a="http://schemas.openxmlformats.org/drawingml/2006/main"/>
          <a:lstStyle xmlns:a="http://schemas.openxmlformats.org/drawingml/2006/main">
            <a:lvl1pPr>
              <a:buNone/>
              <a:defRPr sz="1200" b="0" i="0">
                <a:latin typeface="Oracle Sans Tab Light"/>
                <a:ea typeface="Oracle Sans Tab Light"/>
                <a:cs typeface="Oracle Sans Tab Light"/>
              </a:defRPr>
            </a:lvl1pPr>
          </a:lstStyle>
          <a:p xmlns:a="http://schemas.openxmlformats.org/drawingml/2006/main">
            <a:r>
              <a:t>Click to insert icon</a:t>
            </a:r>
          </a:p>
        </p:txBody>
      </p:sp>
      <p:sp>
        <p:nvSpPr>
          <p:cNvPr id="31" name="Text Placeholder 21">
            <a:extLst xmlns:a="http://schemas.openxmlformats.org/drawingml/2006/main">
              <a:ext uri="{FF2B5EF4-FFF2-40B4-BE49-F238E27FC236}">
                <a16:creationId xmlns:a16="http://schemas.microsoft.com/office/drawing/2014/main" id="{8C820BCB-F093-47C5-A402-60E80288139D}"/>
              </a:ext>
            </a:extLst>
          </p:cNvPr>
          <p:cNvSpPr>
            <a:spLocks xmlns:a="http://schemas.openxmlformats.org/drawingml/2006/main" noGrp="1"/>
          </p:cNvSpPr>
          <p:nvPr>
            <p:ph type="body" idx="37" hasCustomPrompt="1"/>
          </p:nvPr>
        </p:nvSpPr>
        <p:spPr>
          <a:xfrm xmlns:a="http://schemas.openxmlformats.org/drawingml/2006/main">
            <a:off x="8648346" y="3983730"/>
            <a:ext cx="2276930" cy="323885"/>
          </a:xfrm>
          <a:prstGeom xmlns:a="http://schemas.openxmlformats.org/drawingml/2006/main" prst="rect">
            <a:avLst/>
          </a:prstGeom>
          <a:noFill xmlns:a="http://schemas.openxmlformats.org/drawingml/2006/main"/>
        </p:spPr>
        <p:txBody>
          <a:bodyPr xmlns:a="http://schemas.openxmlformats.org/drawingml/2006/main" lIns="0" tIns="0" rIns="0" bIns="0" anchor="ctr"/>
          <a:lstStyle xmlns:a="http://schemas.openxmlformats.org/drawingml/2006/main">
            <a:lvl1pPr algn="l">
              <a:lnSpc>
                <a:spcPct val="100000"/>
              </a:lnSpc>
              <a:buNone/>
              <a:defRPr sz="1600" b="1" i="0">
                <a:solidFill>
                  <a:schemeClr val="tx1"/>
                </a:solidFill>
                <a:latin typeface="Oracle Sans Tab"/>
                <a:ea typeface="Oracle Sans Tab"/>
                <a:cs typeface="Oracle Sans Tab"/>
              </a:defRPr>
            </a:lvl1pPr>
          </a:lstStyle>
          <a:p xmlns:a="http://schemas.openxmlformats.org/drawingml/2006/main">
            <a:pPr lvl="0">
              <a:buNone/>
            </a:pPr>
            <a:r>
              <a:t>Subhead goes here</a:t>
            </a:r>
            <a:endParaRPr/>
          </a:p>
        </p:txBody>
      </p:sp>
      <p:sp>
        <p:nvSpPr>
          <p:cNvPr id="32" name="Text Placeholder 21">
            <a:extLst xmlns:a="http://schemas.openxmlformats.org/drawingml/2006/main">
              <a:ext uri="{FF2B5EF4-FFF2-40B4-BE49-F238E27FC236}">
                <a16:creationId xmlns:a16="http://schemas.microsoft.com/office/drawing/2014/main" id="{F1AF7868-3C5C-49BB-8190-B4107C4DC70C}"/>
              </a:ext>
            </a:extLst>
          </p:cNvPr>
          <p:cNvSpPr>
            <a:spLocks xmlns:a="http://schemas.openxmlformats.org/drawingml/2006/main" noGrp="1"/>
          </p:cNvSpPr>
          <p:nvPr>
            <p:ph type="body" idx="38" hasCustomPrompt="1"/>
          </p:nvPr>
        </p:nvSpPr>
        <p:spPr>
          <a:xfrm xmlns:a="http://schemas.openxmlformats.org/drawingml/2006/main">
            <a:off x="8648346" y="4377376"/>
            <a:ext cx="2276930" cy="1244947"/>
          </a:xfrm>
          <a:prstGeom xmlns:a="http://schemas.openxmlformats.org/drawingml/2006/main" prst="rect">
            <a:avLst/>
          </a:prstGeom>
          <a:noFill xmlns:a="http://schemas.openxmlformats.org/drawingml/2006/main"/>
        </p:spPr>
        <p:txBody>
          <a:bodyPr xmlns:a="http://schemas.openxmlformats.org/drawingml/2006/main" lIns="0" tIns="0" rIns="0" bIns="0"/>
          <a:lstStyle xmlns:a="http://schemas.openxmlformats.org/drawingml/2006/main">
            <a:lvl1pPr algn="l">
              <a:lnSpc>
                <a:spcPct val="100000"/>
              </a:lnSpc>
              <a:buNone/>
              <a:defRPr sz="1600" b="0" i="0">
                <a:solidFill>
                  <a:schemeClr val="tx2"/>
                </a:solidFill>
                <a:latin typeface="Oracle Sans Tab"/>
                <a:ea typeface="Oracle Sans Tab"/>
                <a:cs typeface="Oracle Sans Tab"/>
              </a:defRPr>
            </a:lvl1pPr>
          </a:lstStyle>
          <a:p xmlns:a="http://schemas.openxmlformats.org/drawingml/2006/main">
            <a:pPr lvl="0">
              <a:buNone/>
            </a:pPr>
            <a:r>
              <a:t>Lorem ipsum </a:t>
            </a:r>
            <a:r>
              <a:t>dolor</a:t>
            </a:r>
            <a:r>
              <a:t> sit </a:t>
            </a:r>
            <a:r>
              <a:t>amet</a:t>
            </a:r>
            <a:r>
              <a:t>, </a:t>
            </a:r>
            <a:r>
              <a:t>consectetur</a:t>
            </a:r>
            <a:r>
              <a:t> </a:t>
            </a:r>
            <a:r>
              <a:t>adipiscing</a:t>
            </a:r>
            <a:r>
              <a:t> </a:t>
            </a:r>
            <a:r>
              <a:t>elit</a:t>
            </a:r>
            <a:r>
              <a:t>, </a:t>
            </a:r>
            <a:r>
              <a:t>sed</a:t>
            </a:r>
            <a:r>
              <a:t> do </a:t>
            </a:r>
            <a:r>
              <a:t>eiusmod</a:t>
            </a:r>
            <a:r>
              <a:t> </a:t>
            </a:r>
            <a:r>
              <a:t>tempor</a:t>
            </a:r>
            <a:r>
              <a:t>.</a:t>
            </a:r>
            <a:endParaRPr/>
          </a:p>
        </p:txBody>
      </p:sp>
      <p:sp>
        <p:nvSpPr>
          <p:cNvPr id="9" name="Footer Placeholder 8">
            <a:extLst xmlns:a="http://schemas.openxmlformats.org/drawingml/2006/main">
              <a:ext uri="{FF2B5EF4-FFF2-40B4-BE49-F238E27FC236}">
                <a16:creationId xmlns:a16="http://schemas.microsoft.com/office/drawing/2014/main" id="{F59CF6BC-7A2F-38D3-C1EA-BEA6C37D79F5}"/>
              </a:ext>
            </a:extLst>
          </p:cNvPr>
          <p:cNvSpPr>
            <a:spLocks xmlns:a="http://schemas.openxmlformats.org/drawingml/2006/main" noGrp="1"/>
          </p:cNvSpPr>
          <p:nvPr>
            <p:ph type="ftr" idx="40"/>
          </p:nvPr>
        </p:nvSpPr>
        <p:spPr/>
        <p:txBody>
          <a:bodyPr xmlns:a="http://schemas.openxmlformats.org/drawingml/2006/main"/>
          <a:lstStyle xmlns:a="http://schemas.openxmlformats.org/drawingml/2006/main">
            <a:lvl1pPr>
              <a:buNone/>
              <a:defRPr>
                <a:solidFill>
                  <a:srgbClr val="514C47"/>
                </a:solidFill>
              </a:defRPr>
            </a:lvl1pPr>
          </a:lstStyle>
          <a:p xmlns:a="http://schemas.openxmlformats.org/drawingml/2006/main">
            <a:r>
              <a:t>Copyright © 2025, Oracle and/or its affiliates |  Confidential: Internal/Restricted/Highly Restricted</a:t>
            </a:r>
            <a:endParaRPr/>
          </a:p>
        </p:txBody>
      </p:sp>
      <p:sp>
        <p:nvSpPr>
          <p:cNvPr id="10" name="Slide Number Placeholder 9">
            <a:extLst xmlns:a="http://schemas.openxmlformats.org/drawingml/2006/main">
              <a:ext uri="{FF2B5EF4-FFF2-40B4-BE49-F238E27FC236}">
                <a16:creationId xmlns:a16="http://schemas.microsoft.com/office/drawing/2014/main" id="{2E05EDD9-0672-4EB4-1B16-92CEDEB1EFE7}"/>
              </a:ext>
            </a:extLst>
          </p:cNvPr>
          <p:cNvSpPr>
            <a:spLocks xmlns:a="http://schemas.openxmlformats.org/drawingml/2006/main" noGrp="1"/>
          </p:cNvSpPr>
          <p:nvPr>
            <p:ph type="sldNum" idx="41"/>
          </p:nvPr>
        </p:nvSpPr>
        <p:spPr/>
        <p:txBody>
          <a:bodyPr xmlns:a="http://schemas.openxmlformats.org/drawingml/2006/main"/>
          <a:lstStyle xmlns:a="http://schemas.openxmlformats.org/drawingml/2006/main">
            <a:lvl1pPr>
              <a:buNone/>
              <a:defRPr>
                <a:solidFill>
                  <a:srgbClr val="514C47"/>
                </a:solidFill>
              </a:defRPr>
            </a:lvl1pPr>
          </a:lstStyle>
          <a:p xmlns:a="http://schemas.openxmlformats.org/drawingml/2006/main">
            <a:fld id="{345D60D9-5372-5F40-9443-0F9AE5BDC3C8}" type="slidenum">
              <a:t>‹#›</a:t>
            </a:fld>
            <a:endParaRPr/>
          </a:p>
        </p:txBody>
      </p:sp>
      <p:sp>
        <p:nvSpPr>
          <p:cNvPr id="8" name="Date Placeholder 7">
            <a:extLst xmlns:a="http://schemas.openxmlformats.org/drawingml/2006/main">
              <a:ext uri="{FF2B5EF4-FFF2-40B4-BE49-F238E27FC236}">
                <a16:creationId xmlns:a16="http://schemas.microsoft.com/office/drawing/2014/main" id="{7B180CC4-74E6-A0D5-4CC7-34ABAEAABDF5}"/>
              </a:ext>
            </a:extLst>
          </p:cNvPr>
          <p:cNvSpPr>
            <a:spLocks xmlns:a="http://schemas.openxmlformats.org/drawingml/2006/main" noGrp="1"/>
          </p:cNvSpPr>
          <p:nvPr>
            <p:ph type="dt" idx="39"/>
          </p:nvPr>
        </p:nvSpPr>
        <p:spPr/>
        <p:txBody>
          <a:bodyPr xmlns:a="http://schemas.openxmlformats.org/drawingml/2006/main"/>
          <a:lstStyle xmlns:a="http://schemas.openxmlformats.org/drawingml/2006/main">
            <a:lvl1pPr>
              <a:buNone/>
              <a:defRPr>
                <a:solidFill>
                  <a:srgbClr val="514C47"/>
                </a:solidFill>
              </a:defRPr>
            </a:lvl1pPr>
          </a:lstStyle>
          <a:p xmlns:a="http://schemas.openxmlformats.org/drawingml/2006/main">
            <a:r>
              <a:t>[Date]</a:t>
            </a:r>
            <a:endParaRPr/>
          </a:p>
        </p:txBody>
      </p:sp>
    </p:spTree>
  </p:cSld>
</p:sldLayout>
</file>

<file path=ppt/slideLayouts/slideLayout82.xml><?xml version="1.0" encoding="utf-8"?>
<p:sldLayout xmlns:p="http://schemas.openxmlformats.org/presentationml/2006/main" preserve="1" userDrawn="1">
  <p:cSld name="Dark - 3 Icons, Subhead and text">
    <p:bg>
      <p:bgRef idx="1001">
        <a:schemeClr xmlns:a="http://schemas.openxmlformats.org/drawingml/2006/main" val="bg2"/>
      </p:bgRef>
    </p:bg>
    <p:spTree>
      <p:nvGrpSpPr>
        <p:cNvPr id="1" name=""/>
        <p:cNvGrpSpPr/>
        <p:nvPr/>
      </p:nvGrpSpPr>
      <p:grpSpPr>
        <a:xfrm xmlns:a="http://schemas.openxmlformats.org/drawingml/2006/main"/>
      </p:grpSpPr>
      <p:sp>
        <p:nvSpPr>
          <p:cNvPr id="8" name="Title 7">
            <a:extLst xmlns:a="http://schemas.openxmlformats.org/drawingml/2006/main">
              <a:ext uri="{FF2B5EF4-FFF2-40B4-BE49-F238E27FC236}">
                <a16:creationId xmlns:a16="http://schemas.microsoft.com/office/drawing/2014/main" id="{358B48DD-4D54-4AC7-8AB9-59BEB3B7003A}"/>
              </a:ext>
            </a:extLst>
          </p:cNvPr>
          <p:cNvSpPr>
            <a:spLocks xmlns:a="http://schemas.openxmlformats.org/drawingml/2006/main" noGrp="1"/>
          </p:cNvSpPr>
          <p:nvPr>
            <p:ph type="title" idx="0" hasCustomPrompt="1"/>
          </p:nvPr>
        </p:nvSpPr>
        <p:spPr/>
        <p:txBody>
          <a:bodyPr xmlns:a="http://schemas.openxmlformats.org/drawingml/2006/main"/>
          <a:lstStyle xmlns:a="http://schemas.openxmlformats.org/drawingml/2006/main">
            <a:lvl1pPr>
              <a:lnSpc>
                <a:spcPct val="100000"/>
              </a:lnSpc>
              <a:buNone/>
              <a:defRPr b="1" i="0">
                <a:latin typeface="Oracle Sans Tab"/>
                <a:ea typeface="Oracle Sans Tab"/>
                <a:cs typeface="Oracle Sans Tab"/>
              </a:defRPr>
            </a:lvl1pPr>
          </a:lstStyle>
          <a:p xmlns:a="http://schemas.openxmlformats.org/drawingml/2006/main">
            <a:r>
              <a:t>Title</a:t>
            </a:r>
          </a:p>
        </p:txBody>
      </p:sp>
      <p:sp>
        <p:nvSpPr>
          <p:cNvPr id="18" name="Picture Placeholder 2">
            <a:extLst xmlns:a="http://schemas.openxmlformats.org/drawingml/2006/main">
              <a:ext uri="{FF2B5EF4-FFF2-40B4-BE49-F238E27FC236}">
                <a16:creationId xmlns:a16="http://schemas.microsoft.com/office/drawing/2014/main" id="{6A71FCB8-1058-4D1C-AED7-FAA7D744D71E}"/>
              </a:ext>
            </a:extLst>
          </p:cNvPr>
          <p:cNvSpPr>
            <a:spLocks xmlns:a="http://schemas.openxmlformats.org/drawingml/2006/main" noGrp="1"/>
          </p:cNvSpPr>
          <p:nvPr>
            <p:ph type="pic" idx="26" hasCustomPrompt="1"/>
          </p:nvPr>
        </p:nvSpPr>
        <p:spPr>
          <a:xfrm xmlns:a="http://schemas.openxmlformats.org/drawingml/2006/main">
            <a:off x="897834" y="1903921"/>
            <a:ext cx="1893870" cy="1698098"/>
          </a:xfrm>
          <a:prstGeom xmlns:a="http://schemas.openxmlformats.org/drawingml/2006/main" prst="rect">
            <a:avLst/>
          </a:prstGeom>
          <a:noFill xmlns:a="http://schemas.openxmlformats.org/drawingml/2006/main"/>
        </p:spPr>
        <p:txBody>
          <a:bodyPr xmlns:a="http://schemas.openxmlformats.org/drawingml/2006/main"/>
          <a:lstStyle xmlns:a="http://schemas.openxmlformats.org/drawingml/2006/main">
            <a:lvl1pPr>
              <a:buNone/>
              <a:defRPr sz="1200" b="0" i="0">
                <a:latin typeface="Oracle Sans Tab Light"/>
                <a:ea typeface="Oracle Sans Tab Light"/>
                <a:cs typeface="Oracle Sans Tab Light"/>
              </a:defRPr>
            </a:lvl1pPr>
          </a:lstStyle>
          <a:p xmlns:a="http://schemas.openxmlformats.org/drawingml/2006/main">
            <a:r>
              <a:t>Click to insert icon</a:t>
            </a:r>
          </a:p>
        </p:txBody>
      </p:sp>
      <p:sp>
        <p:nvSpPr>
          <p:cNvPr id="19" name="Text Placeholder 21">
            <a:extLst xmlns:a="http://schemas.openxmlformats.org/drawingml/2006/main">
              <a:ext uri="{FF2B5EF4-FFF2-40B4-BE49-F238E27FC236}">
                <a16:creationId xmlns:a16="http://schemas.microsoft.com/office/drawing/2014/main" id="{86408202-D3B4-402D-BC69-53C3509E8A7B}"/>
              </a:ext>
            </a:extLst>
          </p:cNvPr>
          <p:cNvSpPr>
            <a:spLocks xmlns:a="http://schemas.openxmlformats.org/drawingml/2006/main" noGrp="1"/>
          </p:cNvSpPr>
          <p:nvPr>
            <p:ph type="body" idx="25" hasCustomPrompt="1"/>
          </p:nvPr>
        </p:nvSpPr>
        <p:spPr>
          <a:xfrm xmlns:a="http://schemas.openxmlformats.org/drawingml/2006/main">
            <a:off x="911114" y="3983730"/>
            <a:ext cx="2276930" cy="323885"/>
          </a:xfrm>
          <a:prstGeom xmlns:a="http://schemas.openxmlformats.org/drawingml/2006/main" prst="rect">
            <a:avLst/>
          </a:prstGeom>
          <a:noFill xmlns:a="http://schemas.openxmlformats.org/drawingml/2006/main"/>
        </p:spPr>
        <p:txBody>
          <a:bodyPr xmlns:a="http://schemas.openxmlformats.org/drawingml/2006/main" lIns="0" tIns="0" rIns="0" bIns="0" anchor="ctr"/>
          <a:lstStyle xmlns:a="http://schemas.openxmlformats.org/drawingml/2006/main">
            <a:lvl1pPr algn="l">
              <a:lnSpc>
                <a:spcPct val="100000"/>
              </a:lnSpc>
              <a:buNone/>
              <a:defRPr sz="1600" b="1" i="0">
                <a:solidFill>
                  <a:schemeClr val="tx1"/>
                </a:solidFill>
                <a:latin typeface="Oracle Sans Tab"/>
                <a:ea typeface="Oracle Sans Tab"/>
                <a:cs typeface="Oracle Sans Tab"/>
              </a:defRPr>
            </a:lvl1pPr>
          </a:lstStyle>
          <a:p xmlns:a="http://schemas.openxmlformats.org/drawingml/2006/main">
            <a:pPr lvl="0">
              <a:buNone/>
            </a:pPr>
            <a:r>
              <a:t>Subhead goes here</a:t>
            </a:r>
            <a:endParaRPr/>
          </a:p>
        </p:txBody>
      </p:sp>
      <p:sp>
        <p:nvSpPr>
          <p:cNvPr id="21" name="Text Placeholder 21">
            <a:extLst xmlns:a="http://schemas.openxmlformats.org/drawingml/2006/main">
              <a:ext uri="{FF2B5EF4-FFF2-40B4-BE49-F238E27FC236}">
                <a16:creationId xmlns:a16="http://schemas.microsoft.com/office/drawing/2014/main" id="{5CF397F4-2EE2-483E-8C39-8DB6BD107811}"/>
              </a:ext>
            </a:extLst>
          </p:cNvPr>
          <p:cNvSpPr>
            <a:spLocks xmlns:a="http://schemas.openxmlformats.org/drawingml/2006/main" noGrp="1"/>
          </p:cNvSpPr>
          <p:nvPr>
            <p:ph type="body" idx="24" hasCustomPrompt="1"/>
          </p:nvPr>
        </p:nvSpPr>
        <p:spPr>
          <a:xfrm xmlns:a="http://schemas.openxmlformats.org/drawingml/2006/main">
            <a:off x="911114" y="4377376"/>
            <a:ext cx="2276930" cy="1244947"/>
          </a:xfrm>
          <a:prstGeom xmlns:a="http://schemas.openxmlformats.org/drawingml/2006/main" prst="rect">
            <a:avLst/>
          </a:prstGeom>
          <a:noFill xmlns:a="http://schemas.openxmlformats.org/drawingml/2006/main"/>
        </p:spPr>
        <p:txBody>
          <a:bodyPr xmlns:a="http://schemas.openxmlformats.org/drawingml/2006/main" lIns="0" tIns="0" rIns="0" bIns="0"/>
          <a:lstStyle xmlns:a="http://schemas.openxmlformats.org/drawingml/2006/main">
            <a:lvl1pPr algn="l">
              <a:lnSpc>
                <a:spcPct val="100000"/>
              </a:lnSpc>
              <a:buNone/>
              <a:defRPr sz="1600" b="0" i="0">
                <a:solidFill>
                  <a:schemeClr val="tx2"/>
                </a:solidFill>
                <a:latin typeface="Oracle Sans Tab"/>
                <a:ea typeface="Oracle Sans Tab"/>
                <a:cs typeface="Oracle Sans Tab"/>
              </a:defRPr>
            </a:lvl1pPr>
          </a:lstStyle>
          <a:p xmlns:a="http://schemas.openxmlformats.org/drawingml/2006/main">
            <a:pPr lvl="0">
              <a:buNone/>
            </a:pPr>
            <a:r>
              <a:t>Lorem ipsum </a:t>
            </a:r>
            <a:r>
              <a:t>dolor</a:t>
            </a:r>
            <a:r>
              <a:t> sit </a:t>
            </a:r>
            <a:r>
              <a:t>amet</a:t>
            </a:r>
            <a:r>
              <a:t>, </a:t>
            </a:r>
            <a:r>
              <a:t>consectetur</a:t>
            </a:r>
            <a:r>
              <a:t> </a:t>
            </a:r>
            <a:r>
              <a:t>adipiscing</a:t>
            </a:r>
            <a:r>
              <a:t> </a:t>
            </a:r>
            <a:r>
              <a:t>elit</a:t>
            </a:r>
            <a:r>
              <a:t>, </a:t>
            </a:r>
            <a:r>
              <a:t>sed</a:t>
            </a:r>
            <a:r>
              <a:t> do </a:t>
            </a:r>
            <a:r>
              <a:t>eiusmod</a:t>
            </a:r>
            <a:r>
              <a:t> </a:t>
            </a:r>
            <a:r>
              <a:t>tempor</a:t>
            </a:r>
            <a:r>
              <a:t>.</a:t>
            </a:r>
            <a:endParaRPr/>
          </a:p>
        </p:txBody>
      </p:sp>
      <p:sp>
        <p:nvSpPr>
          <p:cNvPr id="22" name="Straight Connector 21">
            <a:extLst xmlns:a="http://schemas.openxmlformats.org/drawingml/2006/main">
              <a:ext uri="{FF2B5EF4-FFF2-40B4-BE49-F238E27FC236}">
                <a16:creationId xmlns:a16="http://schemas.microsoft.com/office/drawing/2014/main" id="{2A6230A3-402A-41FC-91B9-B82DE4CB0B94}"/>
              </a:ext>
            </a:extLst>
          </p:cNvPr>
          <p:cNvSpPr>
            <a:spLocks xmlns:a="http://schemas.openxmlformats.org/drawingml/2006/main" noGrp="1"/>
          </p:cNvSpPr>
          <p:nvPr/>
        </p:nvSpPr>
        <p:spPr>
          <a:xfrm xmlns:a="http://schemas.openxmlformats.org/drawingml/2006/main">
            <a:off x="4003589" y="1588179"/>
            <a:ext cx="0" cy="4378421"/>
          </a:xfrm>
          <a:prstGeom xmlns:a="http://schemas.openxmlformats.org/drawingml/2006/main" prst="line">
            <a:avLst/>
          </a:prstGeom>
          <a:ln xmlns:a="http://schemas.openxmlformats.org/drawingml/2006/main" w="12700">
            <a:solidFill>
              <a:srgbClr val="8B8580">
                <a:alpha val="50000"/>
              </a:srgbClr>
            </a:solidFill>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sp>
      <p:sp>
        <p:nvSpPr>
          <p:cNvPr id="23" name="Picture Placeholder 2">
            <a:extLst xmlns:a="http://schemas.openxmlformats.org/drawingml/2006/main">
              <a:ext uri="{FF2B5EF4-FFF2-40B4-BE49-F238E27FC236}">
                <a16:creationId xmlns:a16="http://schemas.microsoft.com/office/drawing/2014/main" id="{84092946-3931-41BA-A9C4-E37BA2482561}"/>
              </a:ext>
            </a:extLst>
          </p:cNvPr>
          <p:cNvSpPr>
            <a:spLocks xmlns:a="http://schemas.openxmlformats.org/drawingml/2006/main" noGrp="1"/>
          </p:cNvSpPr>
          <p:nvPr>
            <p:ph type="pic" idx="36" hasCustomPrompt="1"/>
          </p:nvPr>
        </p:nvSpPr>
        <p:spPr>
          <a:xfrm xmlns:a="http://schemas.openxmlformats.org/drawingml/2006/main">
            <a:off x="4757260" y="1903856"/>
            <a:ext cx="1893870" cy="1698098"/>
          </a:xfrm>
          <a:prstGeom xmlns:a="http://schemas.openxmlformats.org/drawingml/2006/main" prst="rect">
            <a:avLst/>
          </a:prstGeom>
          <a:noFill xmlns:a="http://schemas.openxmlformats.org/drawingml/2006/main"/>
        </p:spPr>
        <p:txBody>
          <a:bodyPr xmlns:a="http://schemas.openxmlformats.org/drawingml/2006/main"/>
          <a:lstStyle xmlns:a="http://schemas.openxmlformats.org/drawingml/2006/main">
            <a:lvl1pPr>
              <a:buNone/>
              <a:defRPr sz="1200" b="0" i="0">
                <a:latin typeface="Oracle Sans Tab Light"/>
                <a:ea typeface="Oracle Sans Tab Light"/>
                <a:cs typeface="Oracle Sans Tab Light"/>
              </a:defRPr>
            </a:lvl1pPr>
          </a:lstStyle>
          <a:p xmlns:a="http://schemas.openxmlformats.org/drawingml/2006/main">
            <a:r>
              <a:t>Click to insert icon</a:t>
            </a:r>
          </a:p>
        </p:txBody>
      </p:sp>
      <p:sp>
        <p:nvSpPr>
          <p:cNvPr id="29" name="Text Placeholder 21">
            <a:extLst xmlns:a="http://schemas.openxmlformats.org/drawingml/2006/main">
              <a:ext uri="{FF2B5EF4-FFF2-40B4-BE49-F238E27FC236}">
                <a16:creationId xmlns:a16="http://schemas.microsoft.com/office/drawing/2014/main" id="{7A2A35E2-8BA7-45B3-B02C-B531B503587A}"/>
              </a:ext>
            </a:extLst>
          </p:cNvPr>
          <p:cNvSpPr>
            <a:spLocks xmlns:a="http://schemas.openxmlformats.org/drawingml/2006/main" noGrp="1"/>
          </p:cNvSpPr>
          <p:nvPr>
            <p:ph type="body" idx="37" hasCustomPrompt="1"/>
          </p:nvPr>
        </p:nvSpPr>
        <p:spPr>
          <a:xfrm xmlns:a="http://schemas.openxmlformats.org/drawingml/2006/main">
            <a:off x="4797315" y="3983730"/>
            <a:ext cx="2276930" cy="323885"/>
          </a:xfrm>
          <a:prstGeom xmlns:a="http://schemas.openxmlformats.org/drawingml/2006/main" prst="rect">
            <a:avLst/>
          </a:prstGeom>
          <a:noFill xmlns:a="http://schemas.openxmlformats.org/drawingml/2006/main"/>
        </p:spPr>
        <p:txBody>
          <a:bodyPr xmlns:a="http://schemas.openxmlformats.org/drawingml/2006/main" lIns="0" tIns="0" rIns="0" bIns="0" anchor="ctr"/>
          <a:lstStyle xmlns:a="http://schemas.openxmlformats.org/drawingml/2006/main">
            <a:lvl1pPr algn="l">
              <a:lnSpc>
                <a:spcPct val="100000"/>
              </a:lnSpc>
              <a:buNone/>
              <a:defRPr sz="1600" b="1" i="0">
                <a:solidFill>
                  <a:schemeClr val="tx1"/>
                </a:solidFill>
                <a:latin typeface="Oracle Sans Tab"/>
                <a:ea typeface="Oracle Sans Tab"/>
                <a:cs typeface="Oracle Sans Tab"/>
              </a:defRPr>
            </a:lvl1pPr>
          </a:lstStyle>
          <a:p xmlns:a="http://schemas.openxmlformats.org/drawingml/2006/main">
            <a:pPr lvl="0">
              <a:buNone/>
            </a:pPr>
            <a:r>
              <a:t>Subhead goes here</a:t>
            </a:r>
            <a:endParaRPr/>
          </a:p>
        </p:txBody>
      </p:sp>
      <p:sp>
        <p:nvSpPr>
          <p:cNvPr id="30" name="Text Placeholder 21">
            <a:extLst xmlns:a="http://schemas.openxmlformats.org/drawingml/2006/main">
              <a:ext uri="{FF2B5EF4-FFF2-40B4-BE49-F238E27FC236}">
                <a16:creationId xmlns:a16="http://schemas.microsoft.com/office/drawing/2014/main" id="{B0D928C5-7B1B-4A74-A1EB-B0C408189CAC}"/>
              </a:ext>
            </a:extLst>
          </p:cNvPr>
          <p:cNvSpPr>
            <a:spLocks xmlns:a="http://schemas.openxmlformats.org/drawingml/2006/main" noGrp="1"/>
          </p:cNvSpPr>
          <p:nvPr>
            <p:ph type="body" idx="38" hasCustomPrompt="1"/>
          </p:nvPr>
        </p:nvSpPr>
        <p:spPr>
          <a:xfrm xmlns:a="http://schemas.openxmlformats.org/drawingml/2006/main">
            <a:off x="4797315" y="4377376"/>
            <a:ext cx="2276930" cy="1244947"/>
          </a:xfrm>
          <a:prstGeom xmlns:a="http://schemas.openxmlformats.org/drawingml/2006/main" prst="rect">
            <a:avLst/>
          </a:prstGeom>
          <a:noFill xmlns:a="http://schemas.openxmlformats.org/drawingml/2006/main"/>
        </p:spPr>
        <p:txBody>
          <a:bodyPr xmlns:a="http://schemas.openxmlformats.org/drawingml/2006/main" lIns="0" tIns="0" rIns="0" bIns="0"/>
          <a:lstStyle xmlns:a="http://schemas.openxmlformats.org/drawingml/2006/main">
            <a:lvl1pPr algn="l">
              <a:lnSpc>
                <a:spcPct val="100000"/>
              </a:lnSpc>
              <a:buNone/>
              <a:defRPr sz="1600" b="0" i="0">
                <a:solidFill>
                  <a:schemeClr val="tx2"/>
                </a:solidFill>
                <a:latin typeface="Oracle Sans Tab"/>
                <a:ea typeface="Oracle Sans Tab"/>
                <a:cs typeface="Oracle Sans Tab"/>
              </a:defRPr>
            </a:lvl1pPr>
          </a:lstStyle>
          <a:p xmlns:a="http://schemas.openxmlformats.org/drawingml/2006/main">
            <a:pPr lvl="0">
              <a:buNone/>
            </a:pPr>
            <a:r>
              <a:t>Lorem ipsum </a:t>
            </a:r>
            <a:r>
              <a:t>dolor</a:t>
            </a:r>
            <a:r>
              <a:t> sit </a:t>
            </a:r>
            <a:r>
              <a:t>amet</a:t>
            </a:r>
            <a:r>
              <a:t>, </a:t>
            </a:r>
            <a:r>
              <a:t>consectetur</a:t>
            </a:r>
            <a:r>
              <a:t> </a:t>
            </a:r>
            <a:r>
              <a:t>adipiscing</a:t>
            </a:r>
            <a:r>
              <a:t> </a:t>
            </a:r>
            <a:r>
              <a:t>elit</a:t>
            </a:r>
            <a:r>
              <a:t>, </a:t>
            </a:r>
            <a:r>
              <a:t>sed</a:t>
            </a:r>
            <a:r>
              <a:t> do </a:t>
            </a:r>
            <a:r>
              <a:t>eiusmod</a:t>
            </a:r>
            <a:r>
              <a:t> </a:t>
            </a:r>
            <a:r>
              <a:t>tempor</a:t>
            </a:r>
            <a:r>
              <a:t>.</a:t>
            </a:r>
            <a:endParaRPr/>
          </a:p>
        </p:txBody>
      </p:sp>
      <p:sp>
        <p:nvSpPr>
          <p:cNvPr id="31" name="Straight Connector 30">
            <a:extLst xmlns:a="http://schemas.openxmlformats.org/drawingml/2006/main">
              <a:ext uri="{FF2B5EF4-FFF2-40B4-BE49-F238E27FC236}">
                <a16:creationId xmlns:a16="http://schemas.microsoft.com/office/drawing/2014/main" id="{083A869E-E478-4A51-A623-DCDB3647159B}"/>
              </a:ext>
            </a:extLst>
          </p:cNvPr>
          <p:cNvSpPr>
            <a:spLocks xmlns:a="http://schemas.openxmlformats.org/drawingml/2006/main" noGrp="1"/>
          </p:cNvSpPr>
          <p:nvPr/>
        </p:nvSpPr>
        <p:spPr>
          <a:xfrm xmlns:a="http://schemas.openxmlformats.org/drawingml/2006/main">
            <a:off x="7863016" y="1588179"/>
            <a:ext cx="0" cy="4378421"/>
          </a:xfrm>
          <a:prstGeom xmlns:a="http://schemas.openxmlformats.org/drawingml/2006/main" prst="line">
            <a:avLst/>
          </a:prstGeom>
          <a:ln xmlns:a="http://schemas.openxmlformats.org/drawingml/2006/main" w="12700">
            <a:solidFill>
              <a:srgbClr val="8B8580">
                <a:alpha val="50000"/>
              </a:srgbClr>
            </a:solidFill>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sp>
      <p:sp>
        <p:nvSpPr>
          <p:cNvPr id="32" name="Picture Placeholder 2">
            <a:extLst xmlns:a="http://schemas.openxmlformats.org/drawingml/2006/main">
              <a:ext uri="{FF2B5EF4-FFF2-40B4-BE49-F238E27FC236}">
                <a16:creationId xmlns:a16="http://schemas.microsoft.com/office/drawing/2014/main" id="{E9839675-3836-4943-9E7E-492470598773}"/>
              </a:ext>
            </a:extLst>
          </p:cNvPr>
          <p:cNvSpPr>
            <a:spLocks xmlns:a="http://schemas.openxmlformats.org/drawingml/2006/main" noGrp="1"/>
          </p:cNvSpPr>
          <p:nvPr>
            <p:ph type="pic" idx="39" hasCustomPrompt="1"/>
          </p:nvPr>
        </p:nvSpPr>
        <p:spPr>
          <a:xfrm xmlns:a="http://schemas.openxmlformats.org/drawingml/2006/main">
            <a:off x="8616787" y="1928800"/>
            <a:ext cx="1893870" cy="1698098"/>
          </a:xfrm>
          <a:prstGeom xmlns:a="http://schemas.openxmlformats.org/drawingml/2006/main" prst="rect">
            <a:avLst/>
          </a:prstGeom>
          <a:noFill xmlns:a="http://schemas.openxmlformats.org/drawingml/2006/main"/>
        </p:spPr>
        <p:txBody>
          <a:bodyPr xmlns:a="http://schemas.openxmlformats.org/drawingml/2006/main"/>
          <a:lstStyle xmlns:a="http://schemas.openxmlformats.org/drawingml/2006/main">
            <a:lvl1pPr>
              <a:buNone/>
              <a:defRPr sz="1200" b="0" i="0">
                <a:latin typeface="Oracle Sans Tab Light"/>
                <a:ea typeface="Oracle Sans Tab Light"/>
                <a:cs typeface="Oracle Sans Tab Light"/>
              </a:defRPr>
            </a:lvl1pPr>
          </a:lstStyle>
          <a:p xmlns:a="http://schemas.openxmlformats.org/drawingml/2006/main">
            <a:r>
              <a:t>Click to insert icon</a:t>
            </a:r>
          </a:p>
        </p:txBody>
      </p:sp>
      <p:sp>
        <p:nvSpPr>
          <p:cNvPr id="33" name="Text Placeholder 21">
            <a:extLst xmlns:a="http://schemas.openxmlformats.org/drawingml/2006/main">
              <a:ext uri="{FF2B5EF4-FFF2-40B4-BE49-F238E27FC236}">
                <a16:creationId xmlns:a16="http://schemas.microsoft.com/office/drawing/2014/main" id="{987833E9-276C-4353-BF31-4FC33134EEAE}"/>
              </a:ext>
            </a:extLst>
          </p:cNvPr>
          <p:cNvSpPr>
            <a:spLocks xmlns:a="http://schemas.openxmlformats.org/drawingml/2006/main" noGrp="1"/>
          </p:cNvSpPr>
          <p:nvPr>
            <p:ph type="body" idx="40" hasCustomPrompt="1"/>
          </p:nvPr>
        </p:nvSpPr>
        <p:spPr>
          <a:xfrm xmlns:a="http://schemas.openxmlformats.org/drawingml/2006/main">
            <a:off x="8648346" y="3983730"/>
            <a:ext cx="2276930" cy="323885"/>
          </a:xfrm>
          <a:prstGeom xmlns:a="http://schemas.openxmlformats.org/drawingml/2006/main" prst="rect">
            <a:avLst/>
          </a:prstGeom>
          <a:noFill xmlns:a="http://schemas.openxmlformats.org/drawingml/2006/main"/>
        </p:spPr>
        <p:txBody>
          <a:bodyPr xmlns:a="http://schemas.openxmlformats.org/drawingml/2006/main" lIns="0" tIns="0" rIns="0" bIns="0" anchor="ctr"/>
          <a:lstStyle xmlns:a="http://schemas.openxmlformats.org/drawingml/2006/main">
            <a:lvl1pPr algn="l">
              <a:lnSpc>
                <a:spcPct val="100000"/>
              </a:lnSpc>
              <a:buNone/>
              <a:defRPr sz="1600" b="1" i="0">
                <a:solidFill>
                  <a:schemeClr val="tx1"/>
                </a:solidFill>
                <a:latin typeface="Oracle Sans Tab"/>
                <a:ea typeface="Oracle Sans Tab"/>
                <a:cs typeface="Oracle Sans Tab"/>
              </a:defRPr>
            </a:lvl1pPr>
          </a:lstStyle>
          <a:p xmlns:a="http://schemas.openxmlformats.org/drawingml/2006/main">
            <a:pPr lvl="0">
              <a:buNone/>
            </a:pPr>
            <a:r>
              <a:t>Subhead goes here</a:t>
            </a:r>
            <a:endParaRPr/>
          </a:p>
        </p:txBody>
      </p:sp>
      <p:sp>
        <p:nvSpPr>
          <p:cNvPr id="34" name="Text Placeholder 21">
            <a:extLst xmlns:a="http://schemas.openxmlformats.org/drawingml/2006/main">
              <a:ext uri="{FF2B5EF4-FFF2-40B4-BE49-F238E27FC236}">
                <a16:creationId xmlns:a16="http://schemas.microsoft.com/office/drawing/2014/main" id="{4565DAAC-922E-4C75-A762-C6B54070F7DC}"/>
              </a:ext>
            </a:extLst>
          </p:cNvPr>
          <p:cNvSpPr>
            <a:spLocks xmlns:a="http://schemas.openxmlformats.org/drawingml/2006/main" noGrp="1"/>
          </p:cNvSpPr>
          <p:nvPr>
            <p:ph type="body" idx="41" hasCustomPrompt="1"/>
          </p:nvPr>
        </p:nvSpPr>
        <p:spPr>
          <a:xfrm xmlns:a="http://schemas.openxmlformats.org/drawingml/2006/main">
            <a:off x="8648346" y="4377376"/>
            <a:ext cx="2276930" cy="1244947"/>
          </a:xfrm>
          <a:prstGeom xmlns:a="http://schemas.openxmlformats.org/drawingml/2006/main" prst="rect">
            <a:avLst/>
          </a:prstGeom>
          <a:noFill xmlns:a="http://schemas.openxmlformats.org/drawingml/2006/main"/>
        </p:spPr>
        <p:txBody>
          <a:bodyPr xmlns:a="http://schemas.openxmlformats.org/drawingml/2006/main" lIns="0" tIns="0" rIns="0" bIns="0"/>
          <a:lstStyle xmlns:a="http://schemas.openxmlformats.org/drawingml/2006/main">
            <a:lvl1pPr algn="l">
              <a:lnSpc>
                <a:spcPct val="100000"/>
              </a:lnSpc>
              <a:buNone/>
              <a:defRPr sz="1600" b="0" i="0">
                <a:solidFill>
                  <a:schemeClr val="tx2"/>
                </a:solidFill>
                <a:latin typeface="Oracle Sans Tab"/>
                <a:ea typeface="Oracle Sans Tab"/>
                <a:cs typeface="Oracle Sans Tab"/>
              </a:defRPr>
            </a:lvl1pPr>
          </a:lstStyle>
          <a:p xmlns:a="http://schemas.openxmlformats.org/drawingml/2006/main">
            <a:pPr lvl="0">
              <a:buNone/>
            </a:pPr>
            <a:r>
              <a:t>Lorem ipsum </a:t>
            </a:r>
            <a:r>
              <a:t>dolor</a:t>
            </a:r>
            <a:r>
              <a:t> sit </a:t>
            </a:r>
            <a:r>
              <a:t>amet</a:t>
            </a:r>
            <a:r>
              <a:t>, </a:t>
            </a:r>
            <a:r>
              <a:t>consectetur</a:t>
            </a:r>
            <a:r>
              <a:t> </a:t>
            </a:r>
            <a:r>
              <a:t>adipiscing</a:t>
            </a:r>
            <a:r>
              <a:t> </a:t>
            </a:r>
            <a:r>
              <a:t>elit</a:t>
            </a:r>
            <a:r>
              <a:t>, </a:t>
            </a:r>
            <a:r>
              <a:t>sed</a:t>
            </a:r>
            <a:r>
              <a:t> do </a:t>
            </a:r>
            <a:r>
              <a:t>eiusmod</a:t>
            </a:r>
            <a:r>
              <a:t> </a:t>
            </a:r>
            <a:r>
              <a:t>tempor</a:t>
            </a:r>
            <a:r>
              <a:t> in.</a:t>
            </a:r>
            <a:endParaRPr/>
          </a:p>
        </p:txBody>
      </p:sp>
      <p:sp>
        <p:nvSpPr>
          <p:cNvPr id="11" name="Slide Number Placeholder 10">
            <a:extLst xmlns:a="http://schemas.openxmlformats.org/drawingml/2006/main">
              <a:ext uri="{FF2B5EF4-FFF2-40B4-BE49-F238E27FC236}">
                <a16:creationId xmlns:a16="http://schemas.microsoft.com/office/drawing/2014/main" id="{B35F74D1-A7D7-71F7-1C83-85B91CC54A17}"/>
              </a:ext>
            </a:extLst>
          </p:cNvPr>
          <p:cNvSpPr>
            <a:spLocks xmlns:a="http://schemas.openxmlformats.org/drawingml/2006/main" noGrp="1"/>
          </p:cNvSpPr>
          <p:nvPr>
            <p:ph type="sldNum" idx="44"/>
          </p:nvPr>
        </p:nvSpPr>
        <p:spPr/>
        <p:txBody>
          <a:bodyPr xmlns:a="http://schemas.openxmlformats.org/drawingml/2006/main"/>
          <a:lstStyle xmlns:a="http://schemas.openxmlformats.org/drawingml/2006/main">
            <a:lvl1pPr>
              <a:buNone/>
              <a:defRPr>
                <a:solidFill>
                  <a:srgbClr val="AEA8A2"/>
                </a:solidFill>
              </a:defRPr>
            </a:lvl1pPr>
          </a:lstStyle>
          <a:p xmlns:a="http://schemas.openxmlformats.org/drawingml/2006/main">
            <a:fld id="{345D60D9-5372-5F40-9443-0F9AE5BDC3C8}" type="slidenum">
              <a:t>‹#›</a:t>
            </a:fld>
            <a:endParaRPr/>
          </a:p>
        </p:txBody>
      </p:sp>
      <p:sp>
        <p:nvSpPr>
          <p:cNvPr id="10" name="Footer Placeholder 9">
            <a:extLst xmlns:a="http://schemas.openxmlformats.org/drawingml/2006/main">
              <a:ext uri="{FF2B5EF4-FFF2-40B4-BE49-F238E27FC236}">
                <a16:creationId xmlns:a16="http://schemas.microsoft.com/office/drawing/2014/main" id="{AB744A76-3388-A794-015D-56031177D79D}"/>
              </a:ext>
            </a:extLst>
          </p:cNvPr>
          <p:cNvSpPr>
            <a:spLocks xmlns:a="http://schemas.openxmlformats.org/drawingml/2006/main" noGrp="1"/>
          </p:cNvSpPr>
          <p:nvPr>
            <p:ph type="ftr" idx="43"/>
          </p:nvPr>
        </p:nvSpPr>
        <p:spPr/>
        <p:txBody>
          <a:bodyPr xmlns:a="http://schemas.openxmlformats.org/drawingml/2006/main"/>
          <a:lstStyle xmlns:a="http://schemas.openxmlformats.org/drawingml/2006/main">
            <a:lvl1pPr>
              <a:buNone/>
              <a:defRPr>
                <a:solidFill>
                  <a:srgbClr val="AEA8A2"/>
                </a:solidFill>
              </a:defRPr>
            </a:lvl1pPr>
          </a:lstStyle>
          <a:p xmlns:a="http://schemas.openxmlformats.org/drawingml/2006/main">
            <a:r>
              <a:t>Copyright © 2025, Oracle and/or its affiliates |  Confidential: Internal/Restricted/Highly Restricted</a:t>
            </a:r>
            <a:endParaRPr/>
          </a:p>
        </p:txBody>
      </p:sp>
      <p:sp>
        <p:nvSpPr>
          <p:cNvPr id="9" name="Date Placeholder 8">
            <a:extLst xmlns:a="http://schemas.openxmlformats.org/drawingml/2006/main">
              <a:ext uri="{FF2B5EF4-FFF2-40B4-BE49-F238E27FC236}">
                <a16:creationId xmlns:a16="http://schemas.microsoft.com/office/drawing/2014/main" id="{064EFACD-32BB-A724-F5A6-DF8C6A5C3279}"/>
              </a:ext>
            </a:extLst>
          </p:cNvPr>
          <p:cNvSpPr>
            <a:spLocks xmlns:a="http://schemas.openxmlformats.org/drawingml/2006/main" noGrp="1"/>
          </p:cNvSpPr>
          <p:nvPr>
            <p:ph type="dt" idx="42"/>
          </p:nvPr>
        </p:nvSpPr>
        <p:spPr/>
        <p:txBody>
          <a:bodyPr xmlns:a="http://schemas.openxmlformats.org/drawingml/2006/main"/>
          <a:lstStyle xmlns:a="http://schemas.openxmlformats.org/drawingml/2006/main">
            <a:lvl1pPr>
              <a:buNone/>
              <a:defRPr>
                <a:solidFill>
                  <a:srgbClr val="AEA8A2"/>
                </a:solidFill>
              </a:defRPr>
            </a:lvl1pPr>
          </a:lstStyle>
          <a:p xmlns:a="http://schemas.openxmlformats.org/drawingml/2006/main">
            <a:r>
              <a:t>[Date]</a:t>
            </a:r>
            <a:endParaRPr/>
          </a:p>
        </p:txBody>
      </p:sp>
    </p:spTree>
  </p:cSld>
</p:sldLayout>
</file>

<file path=ppt/slideLayouts/slideLayout83.xml><?xml version="1.0" encoding="utf-8"?>
<p:sldLayout xmlns:p="http://schemas.openxmlformats.org/presentationml/2006/main" preserve="1" userDrawn="1">
  <p:cSld name="Light - 4 Icons, Subhead and text">
    <p:bg>
      <p:bgRef idx="1001">
        <a:schemeClr xmlns:a="http://schemas.openxmlformats.org/drawingml/2006/main" val="bg2"/>
      </p:bgRef>
    </p:bg>
    <p:spTree>
      <p:nvGrpSpPr>
        <p:cNvPr id="1" name=""/>
        <p:cNvGrpSpPr/>
        <p:nvPr/>
      </p:nvGrpSpPr>
      <p:grpSpPr>
        <a:xfrm xmlns:a="http://schemas.openxmlformats.org/drawingml/2006/main"/>
      </p:grpSpPr>
      <p:sp>
        <p:nvSpPr>
          <p:cNvPr id="3" name="Icon 1">
            <a:extLst xmlns:a="http://schemas.openxmlformats.org/drawingml/2006/main">
              <a:ext uri="{FF2B5EF4-FFF2-40B4-BE49-F238E27FC236}">
                <a16:creationId xmlns:a16="http://schemas.microsoft.com/office/drawing/2014/main" id="{C4A0F212-7687-B242-8162-FFAC910A60EF}"/>
              </a:ext>
            </a:extLst>
          </p:cNvPr>
          <p:cNvSpPr>
            <a:spLocks xmlns:a="http://schemas.openxmlformats.org/drawingml/2006/main" noGrp="1"/>
          </p:cNvSpPr>
          <p:nvPr>
            <p:ph type="pic" idx="26" hasCustomPrompt="1"/>
          </p:nvPr>
        </p:nvSpPr>
        <p:spPr>
          <a:xfrm xmlns:a="http://schemas.openxmlformats.org/drawingml/2006/main">
            <a:off x="761999" y="1895271"/>
            <a:ext cx="1621625" cy="1525144"/>
          </a:xfrm>
          <a:prstGeom xmlns:a="http://schemas.openxmlformats.org/drawingml/2006/main" prst="rect">
            <a:avLst/>
          </a:prstGeom>
          <a:noFill xmlns:a="http://schemas.openxmlformats.org/drawingml/2006/main"/>
        </p:spPr>
        <p:txBody>
          <a:bodyPr xmlns:a="http://schemas.openxmlformats.org/drawingml/2006/main"/>
          <a:lstStyle xmlns:a="http://schemas.openxmlformats.org/drawingml/2006/main">
            <a:lvl1pPr>
              <a:buNone/>
              <a:defRPr sz="1200" b="0" i="0">
                <a:latin typeface="Oracle Sans Tab Light"/>
                <a:ea typeface="Oracle Sans Tab Light"/>
                <a:cs typeface="Oracle Sans Tab Light"/>
              </a:defRPr>
            </a:lvl1pPr>
          </a:lstStyle>
          <a:p xmlns:a="http://schemas.openxmlformats.org/drawingml/2006/main">
            <a:r>
              <a:t>Click to insert icon</a:t>
            </a:r>
          </a:p>
        </p:txBody>
      </p:sp>
      <p:sp>
        <p:nvSpPr>
          <p:cNvPr id="14" name="Column 1 Header">
            <a:extLst xmlns:a="http://schemas.openxmlformats.org/drawingml/2006/main">
              <a:ext uri="{FF2B5EF4-FFF2-40B4-BE49-F238E27FC236}">
                <a16:creationId xmlns:a16="http://schemas.microsoft.com/office/drawing/2014/main" id="{920A2EEA-131E-DA4C-92C3-898A80B8B561}"/>
              </a:ext>
            </a:extLst>
          </p:cNvPr>
          <p:cNvSpPr>
            <a:spLocks xmlns:a="http://schemas.openxmlformats.org/drawingml/2006/main" noGrp="1"/>
          </p:cNvSpPr>
          <p:nvPr>
            <p:ph type="body" idx="25" hasCustomPrompt="1"/>
          </p:nvPr>
        </p:nvSpPr>
        <p:spPr>
          <a:xfrm xmlns:a="http://schemas.openxmlformats.org/drawingml/2006/main">
            <a:off x="761999" y="3983730"/>
            <a:ext cx="2146985" cy="323885"/>
          </a:xfrm>
          <a:prstGeom xmlns:a="http://schemas.openxmlformats.org/drawingml/2006/main" prst="rect">
            <a:avLst/>
          </a:prstGeom>
          <a:noFill xmlns:a="http://schemas.openxmlformats.org/drawingml/2006/main"/>
        </p:spPr>
        <p:txBody>
          <a:bodyPr xmlns:a="http://schemas.openxmlformats.org/drawingml/2006/main" lIns="0" tIns="0" rIns="0" bIns="0" anchor="ctr"/>
          <a:lstStyle xmlns:a="http://schemas.openxmlformats.org/drawingml/2006/main">
            <a:lvl1pPr algn="l">
              <a:lnSpc>
                <a:spcPct val="100000"/>
              </a:lnSpc>
              <a:buNone/>
              <a:defRPr sz="1600" b="1" i="0">
                <a:solidFill>
                  <a:schemeClr val="tx1"/>
                </a:solidFill>
                <a:latin typeface="Oracle Sans Tab"/>
                <a:ea typeface="Oracle Sans Tab"/>
                <a:cs typeface="Oracle Sans Tab"/>
              </a:defRPr>
            </a:lvl1pPr>
          </a:lstStyle>
          <a:p xmlns:a="http://schemas.openxmlformats.org/drawingml/2006/main">
            <a:pPr lvl="0">
              <a:buNone/>
            </a:pPr>
            <a:r>
              <a:t>Subhead goes here</a:t>
            </a:r>
            <a:endParaRPr/>
          </a:p>
        </p:txBody>
      </p:sp>
      <p:sp>
        <p:nvSpPr>
          <p:cNvPr id="11" name="Column 1 body">
            <a:extLst xmlns:a="http://schemas.openxmlformats.org/drawingml/2006/main">
              <a:ext uri="{FF2B5EF4-FFF2-40B4-BE49-F238E27FC236}">
                <a16:creationId xmlns:a16="http://schemas.microsoft.com/office/drawing/2014/main" id="{442F0FF9-B575-DD4A-AF68-999EE8B4FE0D}"/>
              </a:ext>
            </a:extLst>
          </p:cNvPr>
          <p:cNvSpPr>
            <a:spLocks xmlns:a="http://schemas.openxmlformats.org/drawingml/2006/main" noGrp="1"/>
          </p:cNvSpPr>
          <p:nvPr>
            <p:ph type="body" idx="24" hasCustomPrompt="1"/>
          </p:nvPr>
        </p:nvSpPr>
        <p:spPr>
          <a:xfrm xmlns:a="http://schemas.openxmlformats.org/drawingml/2006/main">
            <a:off x="761999" y="4377376"/>
            <a:ext cx="2146985" cy="1244947"/>
          </a:xfrm>
          <a:prstGeom xmlns:a="http://schemas.openxmlformats.org/drawingml/2006/main" prst="rect">
            <a:avLst/>
          </a:prstGeom>
          <a:noFill xmlns:a="http://schemas.openxmlformats.org/drawingml/2006/main"/>
        </p:spPr>
        <p:txBody>
          <a:bodyPr xmlns:a="http://schemas.openxmlformats.org/drawingml/2006/main" lIns="0" tIns="0" rIns="0" bIns="0"/>
          <a:lstStyle xmlns:a="http://schemas.openxmlformats.org/drawingml/2006/main">
            <a:lvl1pPr algn="l">
              <a:lnSpc>
                <a:spcPct val="100000"/>
              </a:lnSpc>
              <a:buNone/>
              <a:defRPr sz="1600" b="0" i="0">
                <a:solidFill>
                  <a:schemeClr val="tx2"/>
                </a:solidFill>
                <a:latin typeface="Oracle Sans Tab"/>
                <a:ea typeface="Oracle Sans Tab"/>
                <a:cs typeface="Oracle Sans Tab"/>
              </a:defRPr>
            </a:lvl1pPr>
          </a:lstStyle>
          <a:p xmlns:a="http://schemas.openxmlformats.org/drawingml/2006/main">
            <a:pPr lvl="0">
              <a:buNone/>
            </a:pPr>
            <a:r>
              <a:t>Lorem ipsum </a:t>
            </a:r>
            <a:r>
              <a:t>dolor</a:t>
            </a:r>
            <a:r>
              <a:t> sit </a:t>
            </a:r>
            <a:r>
              <a:t>amet</a:t>
            </a:r>
            <a:r>
              <a:t>, </a:t>
            </a:r>
            <a:r>
              <a:t>consectetur</a:t>
            </a:r>
            <a:r>
              <a:t> </a:t>
            </a:r>
            <a:r>
              <a:t>adipiscing</a:t>
            </a:r>
            <a:r>
              <a:t> </a:t>
            </a:r>
            <a:r>
              <a:t>elit</a:t>
            </a:r>
            <a:endParaRPr/>
          </a:p>
        </p:txBody>
      </p:sp>
      <p:sp>
        <p:nvSpPr>
          <p:cNvPr id="5" name="Divider 1">
            <a:extLst xmlns:a="http://schemas.openxmlformats.org/drawingml/2006/main">
              <a:ext uri="{FF2B5EF4-FFF2-40B4-BE49-F238E27FC236}">
                <a16:creationId xmlns:a16="http://schemas.microsoft.com/office/drawing/2014/main" id="{DC42308B-BF3A-4B18-9A08-E793EDA0E19A}"/>
              </a:ext>
            </a:extLst>
          </p:cNvPr>
          <p:cNvSpPr>
            <a:spLocks xmlns:a="http://schemas.openxmlformats.org/drawingml/2006/main" noGrp="1"/>
          </p:cNvSpPr>
          <p:nvPr/>
        </p:nvSpPr>
        <p:spPr>
          <a:xfrm xmlns:a="http://schemas.openxmlformats.org/drawingml/2006/main">
            <a:off x="3215680" y="1588179"/>
            <a:ext cx="0" cy="4378421"/>
          </a:xfrm>
          <a:prstGeom xmlns:a="http://schemas.openxmlformats.org/drawingml/2006/main" prst="line">
            <a:avLst/>
          </a:prstGeom>
          <a:ln xmlns:a="http://schemas.openxmlformats.org/drawingml/2006/main" w="12700">
            <a:solidFill>
              <a:srgbClr val="8B8580">
                <a:alpha val="50000"/>
              </a:srgbClr>
            </a:solidFill>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sp>
      <p:sp>
        <p:nvSpPr>
          <p:cNvPr id="37" name="Icon 2">
            <a:extLst xmlns:a="http://schemas.openxmlformats.org/drawingml/2006/main">
              <a:ext uri="{FF2B5EF4-FFF2-40B4-BE49-F238E27FC236}">
                <a16:creationId xmlns:a16="http://schemas.microsoft.com/office/drawing/2014/main" id="{452D8958-2BA3-E8C4-A349-9B8D38EFEEBE}"/>
              </a:ext>
            </a:extLst>
          </p:cNvPr>
          <p:cNvSpPr>
            <a:spLocks xmlns:a="http://schemas.openxmlformats.org/drawingml/2006/main" noGrp="1"/>
          </p:cNvSpPr>
          <p:nvPr>
            <p:ph type="pic" idx="42" hasCustomPrompt="1"/>
          </p:nvPr>
        </p:nvSpPr>
        <p:spPr>
          <a:xfrm xmlns:a="http://schemas.openxmlformats.org/drawingml/2006/main">
            <a:off x="3558551" y="1903856"/>
            <a:ext cx="1621625" cy="1525144"/>
          </a:xfrm>
          <a:prstGeom xmlns:a="http://schemas.openxmlformats.org/drawingml/2006/main" prst="rect">
            <a:avLst/>
          </a:prstGeom>
          <a:noFill xmlns:a="http://schemas.openxmlformats.org/drawingml/2006/main"/>
        </p:spPr>
        <p:txBody>
          <a:bodyPr xmlns:a="http://schemas.openxmlformats.org/drawingml/2006/main"/>
          <a:lstStyle xmlns:a="http://schemas.openxmlformats.org/drawingml/2006/main">
            <a:lvl1pPr>
              <a:buNone/>
              <a:defRPr sz="1200" b="0" i="0">
                <a:latin typeface="Oracle Sans Tab Light"/>
                <a:ea typeface="Oracle Sans Tab Light"/>
                <a:cs typeface="Oracle Sans Tab Light"/>
              </a:defRPr>
            </a:lvl1pPr>
          </a:lstStyle>
          <a:p xmlns:a="http://schemas.openxmlformats.org/drawingml/2006/main">
            <a:r>
              <a:t>Click to insert icon</a:t>
            </a:r>
          </a:p>
        </p:txBody>
      </p:sp>
      <p:sp>
        <p:nvSpPr>
          <p:cNvPr id="38" name="Column 2 header">
            <a:extLst xmlns:a="http://schemas.openxmlformats.org/drawingml/2006/main">
              <a:ext uri="{FF2B5EF4-FFF2-40B4-BE49-F238E27FC236}">
                <a16:creationId xmlns:a16="http://schemas.microsoft.com/office/drawing/2014/main" id="{F38723C6-3426-0DED-BB4F-97CEC3A55F6D}"/>
              </a:ext>
            </a:extLst>
          </p:cNvPr>
          <p:cNvSpPr>
            <a:spLocks xmlns:a="http://schemas.openxmlformats.org/drawingml/2006/main" noGrp="1"/>
          </p:cNvSpPr>
          <p:nvPr>
            <p:ph type="body" idx="43" hasCustomPrompt="1"/>
          </p:nvPr>
        </p:nvSpPr>
        <p:spPr>
          <a:xfrm xmlns:a="http://schemas.openxmlformats.org/drawingml/2006/main">
            <a:off x="3555999" y="3983730"/>
            <a:ext cx="2146985" cy="323885"/>
          </a:xfrm>
          <a:prstGeom xmlns:a="http://schemas.openxmlformats.org/drawingml/2006/main" prst="rect">
            <a:avLst/>
          </a:prstGeom>
          <a:noFill xmlns:a="http://schemas.openxmlformats.org/drawingml/2006/main"/>
        </p:spPr>
        <p:txBody>
          <a:bodyPr xmlns:a="http://schemas.openxmlformats.org/drawingml/2006/main" lIns="0" tIns="0" rIns="0" bIns="0" anchor="ctr"/>
          <a:lstStyle xmlns:a="http://schemas.openxmlformats.org/drawingml/2006/main">
            <a:lvl1pPr algn="l">
              <a:lnSpc>
                <a:spcPct val="100000"/>
              </a:lnSpc>
              <a:buNone/>
              <a:defRPr sz="1600" b="1" i="0">
                <a:solidFill>
                  <a:schemeClr val="tx1"/>
                </a:solidFill>
                <a:latin typeface="Oracle Sans Tab"/>
                <a:ea typeface="Oracle Sans Tab"/>
                <a:cs typeface="Oracle Sans Tab"/>
              </a:defRPr>
            </a:lvl1pPr>
          </a:lstStyle>
          <a:p xmlns:a="http://schemas.openxmlformats.org/drawingml/2006/main">
            <a:pPr lvl="0">
              <a:buNone/>
            </a:pPr>
            <a:r>
              <a:t>Subhead goes here</a:t>
            </a:r>
            <a:endParaRPr/>
          </a:p>
        </p:txBody>
      </p:sp>
      <p:sp>
        <p:nvSpPr>
          <p:cNvPr id="39" name="Column 2 body">
            <a:extLst xmlns:a="http://schemas.openxmlformats.org/drawingml/2006/main">
              <a:ext uri="{FF2B5EF4-FFF2-40B4-BE49-F238E27FC236}">
                <a16:creationId xmlns:a16="http://schemas.microsoft.com/office/drawing/2014/main" id="{C5BD3347-4E6D-B757-FB79-D3160FB48D01}"/>
              </a:ext>
            </a:extLst>
          </p:cNvPr>
          <p:cNvSpPr>
            <a:spLocks xmlns:a="http://schemas.openxmlformats.org/drawingml/2006/main" noGrp="1"/>
          </p:cNvSpPr>
          <p:nvPr>
            <p:ph type="body" idx="44" hasCustomPrompt="1"/>
          </p:nvPr>
        </p:nvSpPr>
        <p:spPr>
          <a:xfrm xmlns:a="http://schemas.openxmlformats.org/drawingml/2006/main">
            <a:off x="3555999" y="4377376"/>
            <a:ext cx="2146985" cy="1244947"/>
          </a:xfrm>
          <a:prstGeom xmlns:a="http://schemas.openxmlformats.org/drawingml/2006/main" prst="rect">
            <a:avLst/>
          </a:prstGeom>
          <a:noFill xmlns:a="http://schemas.openxmlformats.org/drawingml/2006/main"/>
        </p:spPr>
        <p:txBody>
          <a:bodyPr xmlns:a="http://schemas.openxmlformats.org/drawingml/2006/main" lIns="0" tIns="0" rIns="0" bIns="0"/>
          <a:lstStyle xmlns:a="http://schemas.openxmlformats.org/drawingml/2006/main">
            <a:lvl1pPr algn="l">
              <a:lnSpc>
                <a:spcPct val="100000"/>
              </a:lnSpc>
              <a:buNone/>
              <a:defRPr sz="1600" b="0" i="0">
                <a:solidFill>
                  <a:schemeClr val="tx2"/>
                </a:solidFill>
                <a:latin typeface="Oracle Sans Tab"/>
                <a:ea typeface="Oracle Sans Tab"/>
                <a:cs typeface="Oracle Sans Tab"/>
              </a:defRPr>
            </a:lvl1pPr>
          </a:lstStyle>
          <a:p xmlns:a="http://schemas.openxmlformats.org/drawingml/2006/main">
            <a:pPr lvl="0">
              <a:buNone/>
            </a:pPr>
            <a:r>
              <a:t>Lorem ipsum </a:t>
            </a:r>
            <a:r>
              <a:t>dolor</a:t>
            </a:r>
            <a:r>
              <a:t> sit </a:t>
            </a:r>
            <a:r>
              <a:t>amet</a:t>
            </a:r>
            <a:r>
              <a:t>, </a:t>
            </a:r>
            <a:r>
              <a:t>consectetur</a:t>
            </a:r>
            <a:r>
              <a:t> </a:t>
            </a:r>
            <a:r>
              <a:t>adipiscing</a:t>
            </a:r>
            <a:r>
              <a:t> </a:t>
            </a:r>
            <a:r>
              <a:t>elit</a:t>
            </a:r>
            <a:endParaRPr/>
          </a:p>
        </p:txBody>
      </p:sp>
      <p:sp>
        <p:nvSpPr>
          <p:cNvPr id="28" name="Divider 2">
            <a:extLst xmlns:a="http://schemas.openxmlformats.org/drawingml/2006/main">
              <a:ext uri="{FF2B5EF4-FFF2-40B4-BE49-F238E27FC236}">
                <a16:creationId xmlns:a16="http://schemas.microsoft.com/office/drawing/2014/main" id="{6D0AE70C-D6E8-4E97-9867-7CA36281EDE8}"/>
              </a:ext>
            </a:extLst>
          </p:cNvPr>
          <p:cNvSpPr>
            <a:spLocks xmlns:a="http://schemas.openxmlformats.org/drawingml/2006/main" noGrp="1"/>
          </p:cNvSpPr>
          <p:nvPr/>
        </p:nvSpPr>
        <p:spPr>
          <a:xfrm xmlns:a="http://schemas.openxmlformats.org/drawingml/2006/main">
            <a:off x="6059996" y="1588179"/>
            <a:ext cx="0" cy="4378421"/>
          </a:xfrm>
          <a:prstGeom xmlns:a="http://schemas.openxmlformats.org/drawingml/2006/main" prst="line">
            <a:avLst/>
          </a:prstGeom>
          <a:ln xmlns:a="http://schemas.openxmlformats.org/drawingml/2006/main" w="12700">
            <a:solidFill>
              <a:srgbClr val="8B8580">
                <a:alpha val="50000"/>
              </a:srgbClr>
            </a:solidFill>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sp>
      <p:sp>
        <p:nvSpPr>
          <p:cNvPr id="40" name="Icon 3">
            <a:extLst xmlns:a="http://schemas.openxmlformats.org/drawingml/2006/main">
              <a:ext uri="{FF2B5EF4-FFF2-40B4-BE49-F238E27FC236}">
                <a16:creationId xmlns:a16="http://schemas.microsoft.com/office/drawing/2014/main" id="{0B8706A7-4339-AEA7-3538-6B11C9DE888F}"/>
              </a:ext>
            </a:extLst>
          </p:cNvPr>
          <p:cNvSpPr>
            <a:spLocks xmlns:a="http://schemas.openxmlformats.org/drawingml/2006/main" noGrp="1"/>
          </p:cNvSpPr>
          <p:nvPr>
            <p:ph type="pic" idx="45" hasCustomPrompt="1"/>
          </p:nvPr>
        </p:nvSpPr>
        <p:spPr>
          <a:xfrm xmlns:a="http://schemas.openxmlformats.org/drawingml/2006/main">
            <a:off x="6397301" y="1909175"/>
            <a:ext cx="1621625" cy="1525144"/>
          </a:xfrm>
          <a:prstGeom xmlns:a="http://schemas.openxmlformats.org/drawingml/2006/main" prst="rect">
            <a:avLst/>
          </a:prstGeom>
          <a:noFill xmlns:a="http://schemas.openxmlformats.org/drawingml/2006/main"/>
        </p:spPr>
        <p:txBody>
          <a:bodyPr xmlns:a="http://schemas.openxmlformats.org/drawingml/2006/main"/>
          <a:lstStyle xmlns:a="http://schemas.openxmlformats.org/drawingml/2006/main">
            <a:lvl1pPr>
              <a:buNone/>
              <a:defRPr sz="1200" b="0" i="0">
                <a:latin typeface="Oracle Sans Tab Light"/>
                <a:ea typeface="Oracle Sans Tab Light"/>
                <a:cs typeface="Oracle Sans Tab Light"/>
              </a:defRPr>
            </a:lvl1pPr>
          </a:lstStyle>
          <a:p xmlns:a="http://schemas.openxmlformats.org/drawingml/2006/main">
            <a:r>
              <a:t>Click to insert icon</a:t>
            </a:r>
          </a:p>
        </p:txBody>
      </p:sp>
      <p:sp>
        <p:nvSpPr>
          <p:cNvPr id="41" name="Column 3 header">
            <a:extLst xmlns:a="http://schemas.openxmlformats.org/drawingml/2006/main">
              <a:ext uri="{FF2B5EF4-FFF2-40B4-BE49-F238E27FC236}">
                <a16:creationId xmlns:a16="http://schemas.microsoft.com/office/drawing/2014/main" id="{7FFC3A72-CD29-1771-F4D6-1FE24E237316}"/>
              </a:ext>
            </a:extLst>
          </p:cNvPr>
          <p:cNvSpPr>
            <a:spLocks xmlns:a="http://schemas.openxmlformats.org/drawingml/2006/main" noGrp="1"/>
          </p:cNvSpPr>
          <p:nvPr>
            <p:ph type="body" idx="46" hasCustomPrompt="1"/>
          </p:nvPr>
        </p:nvSpPr>
        <p:spPr>
          <a:xfrm xmlns:a="http://schemas.openxmlformats.org/drawingml/2006/main">
            <a:off x="6400799" y="3983730"/>
            <a:ext cx="2146985" cy="323885"/>
          </a:xfrm>
          <a:prstGeom xmlns:a="http://schemas.openxmlformats.org/drawingml/2006/main" prst="rect">
            <a:avLst/>
          </a:prstGeom>
          <a:noFill xmlns:a="http://schemas.openxmlformats.org/drawingml/2006/main"/>
        </p:spPr>
        <p:txBody>
          <a:bodyPr xmlns:a="http://schemas.openxmlformats.org/drawingml/2006/main" lIns="0" tIns="0" rIns="0" bIns="0" anchor="ctr"/>
          <a:lstStyle xmlns:a="http://schemas.openxmlformats.org/drawingml/2006/main">
            <a:lvl1pPr algn="l">
              <a:lnSpc>
                <a:spcPct val="100000"/>
              </a:lnSpc>
              <a:buNone/>
              <a:defRPr sz="1600" b="1" i="0">
                <a:solidFill>
                  <a:schemeClr val="tx1"/>
                </a:solidFill>
                <a:latin typeface="Oracle Sans Tab"/>
                <a:ea typeface="Oracle Sans Tab"/>
                <a:cs typeface="Oracle Sans Tab"/>
              </a:defRPr>
            </a:lvl1pPr>
          </a:lstStyle>
          <a:p xmlns:a="http://schemas.openxmlformats.org/drawingml/2006/main">
            <a:pPr lvl="0">
              <a:buNone/>
            </a:pPr>
            <a:r>
              <a:t>Subhead goes here</a:t>
            </a:r>
            <a:endParaRPr/>
          </a:p>
        </p:txBody>
      </p:sp>
      <p:sp>
        <p:nvSpPr>
          <p:cNvPr id="42" name="Column 3 body">
            <a:extLst xmlns:a="http://schemas.openxmlformats.org/drawingml/2006/main">
              <a:ext uri="{FF2B5EF4-FFF2-40B4-BE49-F238E27FC236}">
                <a16:creationId xmlns:a16="http://schemas.microsoft.com/office/drawing/2014/main" id="{3BE75DAD-03B8-A35F-313E-9021E9625E97}"/>
              </a:ext>
            </a:extLst>
          </p:cNvPr>
          <p:cNvSpPr>
            <a:spLocks xmlns:a="http://schemas.openxmlformats.org/drawingml/2006/main" noGrp="1"/>
          </p:cNvSpPr>
          <p:nvPr>
            <p:ph type="body" idx="47" hasCustomPrompt="1"/>
          </p:nvPr>
        </p:nvSpPr>
        <p:spPr>
          <a:xfrm xmlns:a="http://schemas.openxmlformats.org/drawingml/2006/main">
            <a:off x="6400799" y="4377376"/>
            <a:ext cx="2146985" cy="1244947"/>
          </a:xfrm>
          <a:prstGeom xmlns:a="http://schemas.openxmlformats.org/drawingml/2006/main" prst="rect">
            <a:avLst/>
          </a:prstGeom>
          <a:noFill xmlns:a="http://schemas.openxmlformats.org/drawingml/2006/main"/>
        </p:spPr>
        <p:txBody>
          <a:bodyPr xmlns:a="http://schemas.openxmlformats.org/drawingml/2006/main" lIns="0" tIns="0" rIns="0" bIns="0"/>
          <a:lstStyle xmlns:a="http://schemas.openxmlformats.org/drawingml/2006/main">
            <a:lvl1pPr algn="l">
              <a:lnSpc>
                <a:spcPct val="100000"/>
              </a:lnSpc>
              <a:buNone/>
              <a:defRPr sz="1600" b="0" i="0">
                <a:solidFill>
                  <a:schemeClr val="tx2"/>
                </a:solidFill>
                <a:latin typeface="Oracle Sans Tab"/>
                <a:ea typeface="Oracle Sans Tab"/>
                <a:cs typeface="Oracle Sans Tab"/>
              </a:defRPr>
            </a:lvl1pPr>
          </a:lstStyle>
          <a:p xmlns:a="http://schemas.openxmlformats.org/drawingml/2006/main">
            <a:pPr lvl="0">
              <a:buNone/>
            </a:pPr>
            <a:r>
              <a:t>Lorem ipsum </a:t>
            </a:r>
            <a:r>
              <a:t>dolor</a:t>
            </a:r>
            <a:r>
              <a:t> sit </a:t>
            </a:r>
            <a:r>
              <a:t>amet</a:t>
            </a:r>
            <a:r>
              <a:t>, </a:t>
            </a:r>
            <a:r>
              <a:t>consectetur</a:t>
            </a:r>
            <a:r>
              <a:t> </a:t>
            </a:r>
            <a:r>
              <a:t>adipiscing</a:t>
            </a:r>
            <a:r>
              <a:t> </a:t>
            </a:r>
            <a:r>
              <a:t>elit</a:t>
            </a:r>
            <a:endParaRPr/>
          </a:p>
        </p:txBody>
      </p:sp>
      <p:sp>
        <p:nvSpPr>
          <p:cNvPr id="6" name="Divider 3">
            <a:extLst xmlns:a="http://schemas.openxmlformats.org/drawingml/2006/main">
              <a:ext uri="{FF2B5EF4-FFF2-40B4-BE49-F238E27FC236}">
                <a16:creationId xmlns:a16="http://schemas.microsoft.com/office/drawing/2014/main" id="{3FDE9122-D363-4F3A-89B7-4CE4605E8B9F}"/>
              </a:ext>
            </a:extLst>
          </p:cNvPr>
          <p:cNvSpPr>
            <a:spLocks xmlns:a="http://schemas.openxmlformats.org/drawingml/2006/main" noGrp="1"/>
          </p:cNvSpPr>
          <p:nvPr/>
        </p:nvSpPr>
        <p:spPr>
          <a:xfrm xmlns:a="http://schemas.openxmlformats.org/drawingml/2006/main">
            <a:off x="8904312" y="1588179"/>
            <a:ext cx="0" cy="4378421"/>
          </a:xfrm>
          <a:prstGeom xmlns:a="http://schemas.openxmlformats.org/drawingml/2006/main" prst="line">
            <a:avLst/>
          </a:prstGeom>
          <a:ln xmlns:a="http://schemas.openxmlformats.org/drawingml/2006/main" w="12700">
            <a:solidFill>
              <a:srgbClr val="8B8580">
                <a:alpha val="50000"/>
              </a:srgbClr>
            </a:solidFill>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sp>
      <p:sp>
        <p:nvSpPr>
          <p:cNvPr id="43" name="Icon 4">
            <a:extLst xmlns:a="http://schemas.openxmlformats.org/drawingml/2006/main">
              <a:ext uri="{FF2B5EF4-FFF2-40B4-BE49-F238E27FC236}">
                <a16:creationId xmlns:a16="http://schemas.microsoft.com/office/drawing/2014/main" id="{A564445D-3622-F94F-5F5B-64E25C182894}"/>
              </a:ext>
            </a:extLst>
          </p:cNvPr>
          <p:cNvSpPr>
            <a:spLocks xmlns:a="http://schemas.openxmlformats.org/drawingml/2006/main" noGrp="1"/>
          </p:cNvSpPr>
          <p:nvPr>
            <p:ph type="pic" idx="48" hasCustomPrompt="1"/>
          </p:nvPr>
        </p:nvSpPr>
        <p:spPr>
          <a:xfrm xmlns:a="http://schemas.openxmlformats.org/drawingml/2006/main">
            <a:off x="9235439" y="1895271"/>
            <a:ext cx="1621625" cy="1525144"/>
          </a:xfrm>
          <a:prstGeom xmlns:a="http://schemas.openxmlformats.org/drawingml/2006/main" prst="rect">
            <a:avLst/>
          </a:prstGeom>
          <a:noFill xmlns:a="http://schemas.openxmlformats.org/drawingml/2006/main"/>
        </p:spPr>
        <p:txBody>
          <a:bodyPr xmlns:a="http://schemas.openxmlformats.org/drawingml/2006/main"/>
          <a:lstStyle xmlns:a="http://schemas.openxmlformats.org/drawingml/2006/main">
            <a:lvl1pPr>
              <a:buNone/>
              <a:defRPr sz="1200" b="0" i="0">
                <a:latin typeface="Oracle Sans Tab Light"/>
                <a:ea typeface="Oracle Sans Tab Light"/>
                <a:cs typeface="Oracle Sans Tab Light"/>
              </a:defRPr>
            </a:lvl1pPr>
          </a:lstStyle>
          <a:p xmlns:a="http://schemas.openxmlformats.org/drawingml/2006/main">
            <a:r>
              <a:t>Click to insert icon</a:t>
            </a:r>
          </a:p>
        </p:txBody>
      </p:sp>
      <p:sp>
        <p:nvSpPr>
          <p:cNvPr id="44" name="Column 4 header">
            <a:extLst xmlns:a="http://schemas.openxmlformats.org/drawingml/2006/main">
              <a:ext uri="{FF2B5EF4-FFF2-40B4-BE49-F238E27FC236}">
                <a16:creationId xmlns:a16="http://schemas.microsoft.com/office/drawing/2014/main" id="{D73D98F3-F032-F349-D6FF-9956A80B2C0C}"/>
              </a:ext>
            </a:extLst>
          </p:cNvPr>
          <p:cNvSpPr>
            <a:spLocks xmlns:a="http://schemas.openxmlformats.org/drawingml/2006/main" noGrp="1"/>
          </p:cNvSpPr>
          <p:nvPr>
            <p:ph type="body" idx="49" hasCustomPrompt="1"/>
          </p:nvPr>
        </p:nvSpPr>
        <p:spPr>
          <a:xfrm xmlns:a="http://schemas.openxmlformats.org/drawingml/2006/main">
            <a:off x="9235439" y="3983730"/>
            <a:ext cx="2146985" cy="323885"/>
          </a:xfrm>
          <a:prstGeom xmlns:a="http://schemas.openxmlformats.org/drawingml/2006/main" prst="rect">
            <a:avLst/>
          </a:prstGeom>
          <a:noFill xmlns:a="http://schemas.openxmlformats.org/drawingml/2006/main"/>
        </p:spPr>
        <p:txBody>
          <a:bodyPr xmlns:a="http://schemas.openxmlformats.org/drawingml/2006/main" lIns="0" tIns="0" rIns="0" bIns="0" anchor="ctr"/>
          <a:lstStyle xmlns:a="http://schemas.openxmlformats.org/drawingml/2006/main">
            <a:lvl1pPr algn="l">
              <a:lnSpc>
                <a:spcPct val="100000"/>
              </a:lnSpc>
              <a:buNone/>
              <a:defRPr sz="1600" b="1" i="0">
                <a:solidFill>
                  <a:schemeClr val="tx1"/>
                </a:solidFill>
                <a:latin typeface="Oracle Sans Tab"/>
                <a:ea typeface="Oracle Sans Tab"/>
                <a:cs typeface="Oracle Sans Tab"/>
              </a:defRPr>
            </a:lvl1pPr>
          </a:lstStyle>
          <a:p xmlns:a="http://schemas.openxmlformats.org/drawingml/2006/main">
            <a:pPr lvl="0">
              <a:buNone/>
            </a:pPr>
            <a:r>
              <a:t>Subhead goes here</a:t>
            </a:r>
            <a:endParaRPr/>
          </a:p>
        </p:txBody>
      </p:sp>
      <p:sp>
        <p:nvSpPr>
          <p:cNvPr id="45" name="Column 4 body">
            <a:extLst xmlns:a="http://schemas.openxmlformats.org/drawingml/2006/main">
              <a:ext uri="{FF2B5EF4-FFF2-40B4-BE49-F238E27FC236}">
                <a16:creationId xmlns:a16="http://schemas.microsoft.com/office/drawing/2014/main" id="{E7F065D2-DFCA-69F0-EFCE-5436B4BBA960}"/>
              </a:ext>
            </a:extLst>
          </p:cNvPr>
          <p:cNvSpPr>
            <a:spLocks xmlns:a="http://schemas.openxmlformats.org/drawingml/2006/main" noGrp="1"/>
          </p:cNvSpPr>
          <p:nvPr>
            <p:ph type="body" idx="50" hasCustomPrompt="1"/>
          </p:nvPr>
        </p:nvSpPr>
        <p:spPr>
          <a:xfrm xmlns:a="http://schemas.openxmlformats.org/drawingml/2006/main">
            <a:off x="9235439" y="4377376"/>
            <a:ext cx="2146985" cy="1244947"/>
          </a:xfrm>
          <a:prstGeom xmlns:a="http://schemas.openxmlformats.org/drawingml/2006/main" prst="rect">
            <a:avLst/>
          </a:prstGeom>
          <a:noFill xmlns:a="http://schemas.openxmlformats.org/drawingml/2006/main"/>
        </p:spPr>
        <p:txBody>
          <a:bodyPr xmlns:a="http://schemas.openxmlformats.org/drawingml/2006/main" lIns="0" tIns="0" rIns="0" bIns="0"/>
          <a:lstStyle xmlns:a="http://schemas.openxmlformats.org/drawingml/2006/main">
            <a:lvl1pPr algn="l">
              <a:lnSpc>
                <a:spcPct val="100000"/>
              </a:lnSpc>
              <a:buNone/>
              <a:defRPr sz="1600" b="0" i="0">
                <a:solidFill>
                  <a:schemeClr val="tx2"/>
                </a:solidFill>
                <a:latin typeface="Oracle Sans Tab"/>
                <a:ea typeface="Oracle Sans Tab"/>
                <a:cs typeface="Oracle Sans Tab"/>
              </a:defRPr>
            </a:lvl1pPr>
          </a:lstStyle>
          <a:p xmlns:a="http://schemas.openxmlformats.org/drawingml/2006/main">
            <a:pPr lvl="0">
              <a:buNone/>
            </a:pPr>
            <a:r>
              <a:t>Lorem ipsum </a:t>
            </a:r>
            <a:r>
              <a:t>dolor</a:t>
            </a:r>
            <a:r>
              <a:t> sit </a:t>
            </a:r>
            <a:r>
              <a:t>amet</a:t>
            </a:r>
            <a:r>
              <a:t>, </a:t>
            </a:r>
            <a:r>
              <a:t>consectetur</a:t>
            </a:r>
            <a:r>
              <a:t> </a:t>
            </a:r>
            <a:r>
              <a:t>adipiscing</a:t>
            </a:r>
            <a:r>
              <a:t> </a:t>
            </a:r>
            <a:r>
              <a:t>elit</a:t>
            </a:r>
            <a:endParaRPr/>
          </a:p>
        </p:txBody>
      </p:sp>
      <p:sp>
        <p:nvSpPr>
          <p:cNvPr id="10" name="Slide Number Placeholder 9">
            <a:extLst xmlns:a="http://schemas.openxmlformats.org/drawingml/2006/main">
              <a:ext uri="{FF2B5EF4-FFF2-40B4-BE49-F238E27FC236}">
                <a16:creationId xmlns:a16="http://schemas.microsoft.com/office/drawing/2014/main" id="{3A79F2A5-B307-E6C2-A0A7-C9D34E2F7467}"/>
              </a:ext>
            </a:extLst>
          </p:cNvPr>
          <p:cNvSpPr>
            <a:spLocks xmlns:a="http://schemas.openxmlformats.org/drawingml/2006/main" noGrp="1"/>
          </p:cNvSpPr>
          <p:nvPr>
            <p:ph type="sldNum" idx="53"/>
          </p:nvPr>
        </p:nvSpPr>
        <p:spPr/>
        <p:txBody>
          <a:bodyPr xmlns:a="http://schemas.openxmlformats.org/drawingml/2006/main"/>
          <a:lstStyle xmlns:a="http://schemas.openxmlformats.org/drawingml/2006/main">
            <a:lvl1pPr>
              <a:buNone/>
              <a:defRPr>
                <a:solidFill>
                  <a:srgbClr val="514C47"/>
                </a:solidFill>
              </a:defRPr>
            </a:lvl1pPr>
          </a:lstStyle>
          <a:p xmlns:a="http://schemas.openxmlformats.org/drawingml/2006/main">
            <a:fld id="{345D60D9-5372-5F40-9443-0F9AE5BDC3C8}" type="slidenum">
              <a:t>‹#›</a:t>
            </a:fld>
            <a:endParaRPr/>
          </a:p>
        </p:txBody>
      </p:sp>
      <p:sp>
        <p:nvSpPr>
          <p:cNvPr id="8" name="Date Placeholder 7">
            <a:extLst xmlns:a="http://schemas.openxmlformats.org/drawingml/2006/main">
              <a:ext uri="{FF2B5EF4-FFF2-40B4-BE49-F238E27FC236}">
                <a16:creationId xmlns:a16="http://schemas.microsoft.com/office/drawing/2014/main" id="{670E38B5-BB46-6801-B170-496504D1B9E3}"/>
              </a:ext>
            </a:extLst>
          </p:cNvPr>
          <p:cNvSpPr>
            <a:spLocks xmlns:a="http://schemas.openxmlformats.org/drawingml/2006/main" noGrp="1"/>
          </p:cNvSpPr>
          <p:nvPr>
            <p:ph type="dt" idx="51"/>
          </p:nvPr>
        </p:nvSpPr>
        <p:spPr/>
        <p:txBody>
          <a:bodyPr xmlns:a="http://schemas.openxmlformats.org/drawingml/2006/main"/>
          <a:lstStyle xmlns:a="http://schemas.openxmlformats.org/drawingml/2006/main">
            <a:lvl1pPr>
              <a:buNone/>
              <a:defRPr>
                <a:solidFill>
                  <a:srgbClr val="514C47"/>
                </a:solidFill>
              </a:defRPr>
            </a:lvl1pPr>
          </a:lstStyle>
          <a:p xmlns:a="http://schemas.openxmlformats.org/drawingml/2006/main">
            <a:r>
              <a:t>[Date]</a:t>
            </a:r>
            <a:endParaRPr/>
          </a:p>
        </p:txBody>
      </p:sp>
      <p:sp>
        <p:nvSpPr>
          <p:cNvPr id="9" name="Footer Placeholder 8">
            <a:extLst xmlns:a="http://schemas.openxmlformats.org/drawingml/2006/main">
              <a:ext uri="{FF2B5EF4-FFF2-40B4-BE49-F238E27FC236}">
                <a16:creationId xmlns:a16="http://schemas.microsoft.com/office/drawing/2014/main" id="{C810DC55-90E5-32A0-7237-3A10A7B16970}"/>
              </a:ext>
            </a:extLst>
          </p:cNvPr>
          <p:cNvSpPr>
            <a:spLocks xmlns:a="http://schemas.openxmlformats.org/drawingml/2006/main" noGrp="1"/>
          </p:cNvSpPr>
          <p:nvPr>
            <p:ph type="ftr" idx="52"/>
          </p:nvPr>
        </p:nvSpPr>
        <p:spPr/>
        <p:txBody>
          <a:bodyPr xmlns:a="http://schemas.openxmlformats.org/drawingml/2006/main"/>
          <a:lstStyle xmlns:a="http://schemas.openxmlformats.org/drawingml/2006/main">
            <a:lvl1pPr>
              <a:buNone/>
              <a:defRPr>
                <a:solidFill>
                  <a:srgbClr val="514C47"/>
                </a:solidFill>
              </a:defRPr>
            </a:lvl1pPr>
          </a:lstStyle>
          <a:p xmlns:a="http://schemas.openxmlformats.org/drawingml/2006/main">
            <a:r>
              <a:t>Copyright © 2025, Oracle and/or its affiliates |  Confidential: Internal/Restricted/Highly Restricted</a:t>
            </a:r>
            <a:endParaRPr/>
          </a:p>
        </p:txBody>
      </p:sp>
      <p:sp>
        <p:nvSpPr>
          <p:cNvPr id="4" name="Title 7">
            <a:extLst xmlns:a="http://schemas.openxmlformats.org/drawingml/2006/main">
              <a:ext uri="{FF2B5EF4-FFF2-40B4-BE49-F238E27FC236}">
                <a16:creationId xmlns:a16="http://schemas.microsoft.com/office/drawing/2014/main" id="{78F3D588-E944-9CCD-F934-4D109B5905DB}"/>
              </a:ext>
            </a:extLst>
          </p:cNvPr>
          <p:cNvSpPr>
            <a:spLocks xmlns:a="http://schemas.openxmlformats.org/drawingml/2006/main" noGrp="1"/>
          </p:cNvSpPr>
          <p:nvPr>
            <p:ph type="title" idx="0" hasCustomPrompt="1"/>
          </p:nvPr>
        </p:nvSpPr>
        <p:spPr>
          <a:xfrm xmlns:a="http://schemas.openxmlformats.org/drawingml/2006/main">
            <a:off x="768875" y="182403"/>
            <a:ext cx="10671048" cy="822960"/>
          </a:xfrm>
        </p:spPr>
        <p:txBody>
          <a:bodyPr xmlns:a="http://schemas.openxmlformats.org/drawingml/2006/main"/>
          <a:lstStyle xmlns:a="http://schemas.openxmlformats.org/drawingml/2006/main">
            <a:lvl1pPr>
              <a:lnSpc>
                <a:spcPct val="100000"/>
              </a:lnSpc>
              <a:buNone/>
              <a:defRPr b="1" i="0">
                <a:latin typeface="Oracle Sans Tab"/>
                <a:ea typeface="Oracle Sans Tab"/>
                <a:cs typeface="Oracle Sans Tab"/>
              </a:defRPr>
            </a:lvl1pPr>
          </a:lstStyle>
          <a:p xmlns:a="http://schemas.openxmlformats.org/drawingml/2006/main">
            <a:r>
              <a:t>Title</a:t>
            </a:r>
          </a:p>
        </p:txBody>
      </p:sp>
    </p:spTree>
  </p:cSld>
</p:sldLayout>
</file>

<file path=ppt/slideLayouts/slideLayout84.xml><?xml version="1.0" encoding="utf-8"?>
<p:sldLayout xmlns:p="http://schemas.openxmlformats.org/presentationml/2006/main" preserve="1" userDrawn="1">
  <p:cSld name="Dark - 4 Icons, Subhead and text">
    <p:bg>
      <p:bgRef idx="1001">
        <a:schemeClr xmlns:a="http://schemas.openxmlformats.org/drawingml/2006/main" val="bg2"/>
      </p:bgRef>
    </p:bg>
    <p:spTree>
      <p:nvGrpSpPr>
        <p:cNvPr id="1" name=""/>
        <p:cNvGrpSpPr/>
        <p:nvPr/>
      </p:nvGrpSpPr>
      <p:grpSpPr>
        <a:xfrm xmlns:a="http://schemas.openxmlformats.org/drawingml/2006/main"/>
      </p:grpSpPr>
      <p:sp>
        <p:nvSpPr>
          <p:cNvPr id="2" name="Date Placeholder 1">
            <a:extLst xmlns:a="http://schemas.openxmlformats.org/drawingml/2006/main">
              <a:ext uri="{FF2B5EF4-FFF2-40B4-BE49-F238E27FC236}">
                <a16:creationId xmlns:a16="http://schemas.microsoft.com/office/drawing/2014/main" id="{F47FE990-B651-C3E7-8034-84F4271BB4CF}"/>
              </a:ext>
            </a:extLst>
          </p:cNvPr>
          <p:cNvSpPr>
            <a:spLocks xmlns:a="http://schemas.openxmlformats.org/drawingml/2006/main" noGrp="1"/>
          </p:cNvSpPr>
          <p:nvPr>
            <p:ph type="dt" idx="51"/>
          </p:nvPr>
        </p:nvSpPr>
        <p:spPr/>
        <p:txBody>
          <a:bodyPr xmlns:a="http://schemas.openxmlformats.org/drawingml/2006/main"/>
          <a:lstStyle xmlns:a="http://schemas.openxmlformats.org/drawingml/2006/main">
            <a:lvl1pPr>
              <a:buNone/>
              <a:defRPr>
                <a:solidFill>
                  <a:srgbClr val="AEA8A2"/>
                </a:solidFill>
              </a:defRPr>
            </a:lvl1pPr>
          </a:lstStyle>
          <a:p xmlns:a="http://schemas.openxmlformats.org/drawingml/2006/main">
            <a:r>
              <a:t>[Date]</a:t>
            </a:r>
            <a:endParaRPr/>
          </a:p>
        </p:txBody>
      </p:sp>
      <p:sp>
        <p:nvSpPr>
          <p:cNvPr id="4" name="Footer Placeholder 3">
            <a:extLst xmlns:a="http://schemas.openxmlformats.org/drawingml/2006/main">
              <a:ext uri="{FF2B5EF4-FFF2-40B4-BE49-F238E27FC236}">
                <a16:creationId xmlns:a16="http://schemas.microsoft.com/office/drawing/2014/main" id="{CC0667AA-D964-7DEA-B216-0851D801CFAB}"/>
              </a:ext>
            </a:extLst>
          </p:cNvPr>
          <p:cNvSpPr>
            <a:spLocks xmlns:a="http://schemas.openxmlformats.org/drawingml/2006/main" noGrp="1"/>
          </p:cNvSpPr>
          <p:nvPr>
            <p:ph type="ftr" idx="52"/>
          </p:nvPr>
        </p:nvSpPr>
        <p:spPr/>
        <p:txBody>
          <a:bodyPr xmlns:a="http://schemas.openxmlformats.org/drawingml/2006/main"/>
          <a:lstStyle xmlns:a="http://schemas.openxmlformats.org/drawingml/2006/main">
            <a:lvl1pPr>
              <a:buNone/>
              <a:defRPr>
                <a:solidFill>
                  <a:srgbClr val="AEA8A2"/>
                </a:solidFill>
              </a:defRPr>
            </a:lvl1pPr>
          </a:lstStyle>
          <a:p xmlns:a="http://schemas.openxmlformats.org/drawingml/2006/main">
            <a:r>
              <a:t>Copyright © 2025, Oracle and/or its affiliates |  Confidential: Internal/Restricted/Highly Restricted</a:t>
            </a:r>
            <a:endParaRPr/>
          </a:p>
        </p:txBody>
      </p:sp>
      <p:sp>
        <p:nvSpPr>
          <p:cNvPr id="6" name="Slide Number Placeholder 5">
            <a:extLst xmlns:a="http://schemas.openxmlformats.org/drawingml/2006/main">
              <a:ext uri="{FF2B5EF4-FFF2-40B4-BE49-F238E27FC236}">
                <a16:creationId xmlns:a16="http://schemas.microsoft.com/office/drawing/2014/main" id="{EDF8007B-6F90-BFD8-9495-D7278DE9E432}"/>
              </a:ext>
            </a:extLst>
          </p:cNvPr>
          <p:cNvSpPr>
            <a:spLocks xmlns:a="http://schemas.openxmlformats.org/drawingml/2006/main" noGrp="1"/>
          </p:cNvSpPr>
          <p:nvPr>
            <p:ph type="sldNum" idx="53"/>
          </p:nvPr>
        </p:nvSpPr>
        <p:spPr/>
        <p:txBody>
          <a:bodyPr xmlns:a="http://schemas.openxmlformats.org/drawingml/2006/main"/>
          <a:lstStyle xmlns:a="http://schemas.openxmlformats.org/drawingml/2006/main">
            <a:lvl1pPr>
              <a:buNone/>
              <a:defRPr>
                <a:solidFill>
                  <a:srgbClr val="AEA8A2"/>
                </a:solidFill>
              </a:defRPr>
            </a:lvl1pPr>
          </a:lstStyle>
          <a:p xmlns:a="http://schemas.openxmlformats.org/drawingml/2006/main">
            <a:fld id="{345D60D9-5372-5F40-9443-0F9AE5BDC3C8}" type="slidenum">
              <a:t>‹#›</a:t>
            </a:fld>
            <a:endParaRPr/>
          </a:p>
        </p:txBody>
      </p:sp>
      <p:sp>
        <p:nvSpPr>
          <p:cNvPr id="18" name="Icon 1">
            <a:extLst xmlns:a="http://schemas.openxmlformats.org/drawingml/2006/main">
              <a:ext uri="{FF2B5EF4-FFF2-40B4-BE49-F238E27FC236}">
                <a16:creationId xmlns:a16="http://schemas.microsoft.com/office/drawing/2014/main" id="{D7B5CD21-4DD7-F936-8109-65AA2FAAABD3}"/>
              </a:ext>
            </a:extLst>
          </p:cNvPr>
          <p:cNvSpPr>
            <a:spLocks xmlns:a="http://schemas.openxmlformats.org/drawingml/2006/main" noGrp="1"/>
          </p:cNvSpPr>
          <p:nvPr>
            <p:ph type="pic" idx="26" hasCustomPrompt="1"/>
          </p:nvPr>
        </p:nvSpPr>
        <p:spPr>
          <a:xfrm xmlns:a="http://schemas.openxmlformats.org/drawingml/2006/main">
            <a:off x="761999" y="1895271"/>
            <a:ext cx="1621625" cy="1525144"/>
          </a:xfrm>
          <a:prstGeom xmlns:a="http://schemas.openxmlformats.org/drawingml/2006/main" prst="rect">
            <a:avLst/>
          </a:prstGeom>
          <a:noFill xmlns:a="http://schemas.openxmlformats.org/drawingml/2006/main"/>
        </p:spPr>
        <p:txBody>
          <a:bodyPr xmlns:a="http://schemas.openxmlformats.org/drawingml/2006/main"/>
          <a:lstStyle xmlns:a="http://schemas.openxmlformats.org/drawingml/2006/main">
            <a:lvl1pPr>
              <a:buNone/>
              <a:defRPr sz="1200" b="0" i="0">
                <a:latin typeface="Oracle Sans Tab Light"/>
                <a:ea typeface="Oracle Sans Tab Light"/>
                <a:cs typeface="Oracle Sans Tab Light"/>
              </a:defRPr>
            </a:lvl1pPr>
          </a:lstStyle>
          <a:p xmlns:a="http://schemas.openxmlformats.org/drawingml/2006/main">
            <a:r>
              <a:t>Click to insert icon</a:t>
            </a:r>
          </a:p>
        </p:txBody>
      </p:sp>
      <p:sp>
        <p:nvSpPr>
          <p:cNvPr id="19" name="Column 1 Header">
            <a:extLst xmlns:a="http://schemas.openxmlformats.org/drawingml/2006/main">
              <a:ext uri="{FF2B5EF4-FFF2-40B4-BE49-F238E27FC236}">
                <a16:creationId xmlns:a16="http://schemas.microsoft.com/office/drawing/2014/main" id="{10EEDB7A-9A85-DC86-94E9-0E2F22B43885}"/>
              </a:ext>
            </a:extLst>
          </p:cNvPr>
          <p:cNvSpPr>
            <a:spLocks xmlns:a="http://schemas.openxmlformats.org/drawingml/2006/main" noGrp="1"/>
          </p:cNvSpPr>
          <p:nvPr>
            <p:ph type="body" idx="25" hasCustomPrompt="1"/>
          </p:nvPr>
        </p:nvSpPr>
        <p:spPr>
          <a:xfrm xmlns:a="http://schemas.openxmlformats.org/drawingml/2006/main">
            <a:off x="761999" y="3983730"/>
            <a:ext cx="2146985" cy="323885"/>
          </a:xfrm>
          <a:prstGeom xmlns:a="http://schemas.openxmlformats.org/drawingml/2006/main" prst="rect">
            <a:avLst/>
          </a:prstGeom>
          <a:noFill xmlns:a="http://schemas.openxmlformats.org/drawingml/2006/main"/>
        </p:spPr>
        <p:txBody>
          <a:bodyPr xmlns:a="http://schemas.openxmlformats.org/drawingml/2006/main" lIns="0" tIns="0" rIns="0" bIns="0" anchor="ctr"/>
          <a:lstStyle xmlns:a="http://schemas.openxmlformats.org/drawingml/2006/main">
            <a:lvl1pPr algn="l">
              <a:lnSpc>
                <a:spcPct val="100000"/>
              </a:lnSpc>
              <a:buNone/>
              <a:defRPr sz="1600" b="1" i="0">
                <a:solidFill>
                  <a:schemeClr val="tx1"/>
                </a:solidFill>
                <a:latin typeface="Oracle Sans Tab"/>
                <a:ea typeface="Oracle Sans Tab"/>
                <a:cs typeface="Oracle Sans Tab"/>
              </a:defRPr>
            </a:lvl1pPr>
          </a:lstStyle>
          <a:p xmlns:a="http://schemas.openxmlformats.org/drawingml/2006/main">
            <a:pPr lvl="0">
              <a:buNone/>
            </a:pPr>
            <a:r>
              <a:t>Subhead goes here</a:t>
            </a:r>
            <a:endParaRPr/>
          </a:p>
        </p:txBody>
      </p:sp>
      <p:sp>
        <p:nvSpPr>
          <p:cNvPr id="21" name="Column 1 body">
            <a:extLst xmlns:a="http://schemas.openxmlformats.org/drawingml/2006/main">
              <a:ext uri="{FF2B5EF4-FFF2-40B4-BE49-F238E27FC236}">
                <a16:creationId xmlns:a16="http://schemas.microsoft.com/office/drawing/2014/main" id="{02016CD8-41CD-C86E-0617-6004BF4F7960}"/>
              </a:ext>
            </a:extLst>
          </p:cNvPr>
          <p:cNvSpPr>
            <a:spLocks xmlns:a="http://schemas.openxmlformats.org/drawingml/2006/main" noGrp="1"/>
          </p:cNvSpPr>
          <p:nvPr>
            <p:ph type="body" idx="24" hasCustomPrompt="1"/>
          </p:nvPr>
        </p:nvSpPr>
        <p:spPr>
          <a:xfrm xmlns:a="http://schemas.openxmlformats.org/drawingml/2006/main">
            <a:off x="761999" y="4377376"/>
            <a:ext cx="2146985" cy="1244947"/>
          </a:xfrm>
          <a:prstGeom xmlns:a="http://schemas.openxmlformats.org/drawingml/2006/main" prst="rect">
            <a:avLst/>
          </a:prstGeom>
          <a:noFill xmlns:a="http://schemas.openxmlformats.org/drawingml/2006/main"/>
        </p:spPr>
        <p:txBody>
          <a:bodyPr xmlns:a="http://schemas.openxmlformats.org/drawingml/2006/main" lIns="0" tIns="0" rIns="0" bIns="0"/>
          <a:lstStyle xmlns:a="http://schemas.openxmlformats.org/drawingml/2006/main">
            <a:lvl1pPr algn="l">
              <a:lnSpc>
                <a:spcPct val="100000"/>
              </a:lnSpc>
              <a:buNone/>
              <a:defRPr sz="1600" b="0" i="0">
                <a:solidFill>
                  <a:schemeClr val="tx2"/>
                </a:solidFill>
                <a:latin typeface="Oracle Sans Tab"/>
                <a:ea typeface="Oracle Sans Tab"/>
                <a:cs typeface="Oracle Sans Tab"/>
              </a:defRPr>
            </a:lvl1pPr>
          </a:lstStyle>
          <a:p xmlns:a="http://schemas.openxmlformats.org/drawingml/2006/main">
            <a:pPr lvl="0">
              <a:buNone/>
            </a:pPr>
            <a:r>
              <a:t>Lorem ipsum </a:t>
            </a:r>
            <a:r>
              <a:t>dolor</a:t>
            </a:r>
            <a:r>
              <a:t> sit </a:t>
            </a:r>
            <a:r>
              <a:t>amet</a:t>
            </a:r>
            <a:r>
              <a:t>, </a:t>
            </a:r>
            <a:r>
              <a:t>consectetur</a:t>
            </a:r>
            <a:r>
              <a:t> </a:t>
            </a:r>
            <a:r>
              <a:t>adipiscing</a:t>
            </a:r>
            <a:r>
              <a:t> </a:t>
            </a:r>
            <a:r>
              <a:t>elit</a:t>
            </a:r>
            <a:endParaRPr/>
          </a:p>
        </p:txBody>
      </p:sp>
      <p:sp>
        <p:nvSpPr>
          <p:cNvPr id="22" name="Divider 1">
            <a:extLst xmlns:a="http://schemas.openxmlformats.org/drawingml/2006/main">
              <a:ext uri="{FF2B5EF4-FFF2-40B4-BE49-F238E27FC236}">
                <a16:creationId xmlns:a16="http://schemas.microsoft.com/office/drawing/2014/main" id="{C4EAE41E-1DB5-4A32-9FC0-27822648678D}"/>
              </a:ext>
            </a:extLst>
          </p:cNvPr>
          <p:cNvSpPr>
            <a:spLocks xmlns:a="http://schemas.openxmlformats.org/drawingml/2006/main" noGrp="1"/>
          </p:cNvSpPr>
          <p:nvPr/>
        </p:nvSpPr>
        <p:spPr>
          <a:xfrm xmlns:a="http://schemas.openxmlformats.org/drawingml/2006/main">
            <a:off x="3215680" y="1588179"/>
            <a:ext cx="0" cy="4378421"/>
          </a:xfrm>
          <a:prstGeom xmlns:a="http://schemas.openxmlformats.org/drawingml/2006/main" prst="line">
            <a:avLst/>
          </a:prstGeom>
          <a:ln xmlns:a="http://schemas.openxmlformats.org/drawingml/2006/main" w="12700">
            <a:solidFill>
              <a:srgbClr val="8B8580">
                <a:alpha val="50000"/>
              </a:srgbClr>
            </a:solidFill>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sp>
      <p:sp>
        <p:nvSpPr>
          <p:cNvPr id="23" name="Icon 2">
            <a:extLst xmlns:a="http://schemas.openxmlformats.org/drawingml/2006/main">
              <a:ext uri="{FF2B5EF4-FFF2-40B4-BE49-F238E27FC236}">
                <a16:creationId xmlns:a16="http://schemas.microsoft.com/office/drawing/2014/main" id="{7A362649-C49E-B2E0-1EBB-6B4205DADC7B}"/>
              </a:ext>
            </a:extLst>
          </p:cNvPr>
          <p:cNvSpPr>
            <a:spLocks xmlns:a="http://schemas.openxmlformats.org/drawingml/2006/main" noGrp="1"/>
          </p:cNvSpPr>
          <p:nvPr>
            <p:ph type="pic" idx="42" hasCustomPrompt="1"/>
          </p:nvPr>
        </p:nvSpPr>
        <p:spPr>
          <a:xfrm xmlns:a="http://schemas.openxmlformats.org/drawingml/2006/main">
            <a:off x="3558551" y="1903856"/>
            <a:ext cx="1621625" cy="1525144"/>
          </a:xfrm>
          <a:prstGeom xmlns:a="http://schemas.openxmlformats.org/drawingml/2006/main" prst="rect">
            <a:avLst/>
          </a:prstGeom>
          <a:noFill xmlns:a="http://schemas.openxmlformats.org/drawingml/2006/main"/>
        </p:spPr>
        <p:txBody>
          <a:bodyPr xmlns:a="http://schemas.openxmlformats.org/drawingml/2006/main"/>
          <a:lstStyle xmlns:a="http://schemas.openxmlformats.org/drawingml/2006/main">
            <a:lvl1pPr>
              <a:buNone/>
              <a:defRPr sz="1200" b="0" i="0">
                <a:latin typeface="Oracle Sans Tab Light"/>
                <a:ea typeface="Oracle Sans Tab Light"/>
                <a:cs typeface="Oracle Sans Tab Light"/>
              </a:defRPr>
            </a:lvl1pPr>
          </a:lstStyle>
          <a:p xmlns:a="http://schemas.openxmlformats.org/drawingml/2006/main">
            <a:r>
              <a:t>Click to insert icon</a:t>
            </a:r>
          </a:p>
        </p:txBody>
      </p:sp>
      <p:sp>
        <p:nvSpPr>
          <p:cNvPr id="26" name="Column 2 header">
            <a:extLst xmlns:a="http://schemas.openxmlformats.org/drawingml/2006/main">
              <a:ext uri="{FF2B5EF4-FFF2-40B4-BE49-F238E27FC236}">
                <a16:creationId xmlns:a16="http://schemas.microsoft.com/office/drawing/2014/main" id="{11DD71F6-9080-E444-6D28-1CA7EAA2CCF5}"/>
              </a:ext>
            </a:extLst>
          </p:cNvPr>
          <p:cNvSpPr>
            <a:spLocks xmlns:a="http://schemas.openxmlformats.org/drawingml/2006/main" noGrp="1"/>
          </p:cNvSpPr>
          <p:nvPr>
            <p:ph type="body" idx="43" hasCustomPrompt="1"/>
          </p:nvPr>
        </p:nvSpPr>
        <p:spPr>
          <a:xfrm xmlns:a="http://schemas.openxmlformats.org/drawingml/2006/main">
            <a:off x="3555999" y="3983730"/>
            <a:ext cx="2146985" cy="323885"/>
          </a:xfrm>
          <a:prstGeom xmlns:a="http://schemas.openxmlformats.org/drawingml/2006/main" prst="rect">
            <a:avLst/>
          </a:prstGeom>
          <a:noFill xmlns:a="http://schemas.openxmlformats.org/drawingml/2006/main"/>
        </p:spPr>
        <p:txBody>
          <a:bodyPr xmlns:a="http://schemas.openxmlformats.org/drawingml/2006/main" lIns="0" tIns="0" rIns="0" bIns="0" anchor="ctr"/>
          <a:lstStyle xmlns:a="http://schemas.openxmlformats.org/drawingml/2006/main">
            <a:lvl1pPr algn="l">
              <a:lnSpc>
                <a:spcPct val="100000"/>
              </a:lnSpc>
              <a:buNone/>
              <a:defRPr sz="1600" b="1" i="0">
                <a:solidFill>
                  <a:schemeClr val="tx1"/>
                </a:solidFill>
                <a:latin typeface="Oracle Sans Tab"/>
                <a:ea typeface="Oracle Sans Tab"/>
                <a:cs typeface="Oracle Sans Tab"/>
              </a:defRPr>
            </a:lvl1pPr>
          </a:lstStyle>
          <a:p xmlns:a="http://schemas.openxmlformats.org/drawingml/2006/main">
            <a:pPr lvl="0">
              <a:buNone/>
            </a:pPr>
            <a:r>
              <a:t>Subhead goes here</a:t>
            </a:r>
            <a:endParaRPr/>
          </a:p>
        </p:txBody>
      </p:sp>
      <p:sp>
        <p:nvSpPr>
          <p:cNvPr id="27" name="Column 2 body">
            <a:extLst xmlns:a="http://schemas.openxmlformats.org/drawingml/2006/main">
              <a:ext uri="{FF2B5EF4-FFF2-40B4-BE49-F238E27FC236}">
                <a16:creationId xmlns:a16="http://schemas.microsoft.com/office/drawing/2014/main" id="{8C5083C1-91B0-590A-D3D4-4F47F054BC41}"/>
              </a:ext>
            </a:extLst>
          </p:cNvPr>
          <p:cNvSpPr>
            <a:spLocks xmlns:a="http://schemas.openxmlformats.org/drawingml/2006/main" noGrp="1"/>
          </p:cNvSpPr>
          <p:nvPr>
            <p:ph type="body" idx="44" hasCustomPrompt="1"/>
          </p:nvPr>
        </p:nvSpPr>
        <p:spPr>
          <a:xfrm xmlns:a="http://schemas.openxmlformats.org/drawingml/2006/main">
            <a:off x="3555999" y="4377376"/>
            <a:ext cx="2146985" cy="1244947"/>
          </a:xfrm>
          <a:prstGeom xmlns:a="http://schemas.openxmlformats.org/drawingml/2006/main" prst="rect">
            <a:avLst/>
          </a:prstGeom>
          <a:noFill xmlns:a="http://schemas.openxmlformats.org/drawingml/2006/main"/>
        </p:spPr>
        <p:txBody>
          <a:bodyPr xmlns:a="http://schemas.openxmlformats.org/drawingml/2006/main" lIns="0" tIns="0" rIns="0" bIns="0"/>
          <a:lstStyle xmlns:a="http://schemas.openxmlformats.org/drawingml/2006/main">
            <a:lvl1pPr algn="l">
              <a:lnSpc>
                <a:spcPct val="100000"/>
              </a:lnSpc>
              <a:buNone/>
              <a:defRPr sz="1600" b="0" i="0">
                <a:solidFill>
                  <a:schemeClr val="tx2"/>
                </a:solidFill>
                <a:latin typeface="Oracle Sans Tab"/>
                <a:ea typeface="Oracle Sans Tab"/>
                <a:cs typeface="Oracle Sans Tab"/>
              </a:defRPr>
            </a:lvl1pPr>
          </a:lstStyle>
          <a:p xmlns:a="http://schemas.openxmlformats.org/drawingml/2006/main">
            <a:pPr lvl="0">
              <a:buNone/>
            </a:pPr>
            <a:r>
              <a:t>Lorem ipsum </a:t>
            </a:r>
            <a:r>
              <a:t>dolor</a:t>
            </a:r>
            <a:r>
              <a:t> sit </a:t>
            </a:r>
            <a:r>
              <a:t>amet</a:t>
            </a:r>
            <a:r>
              <a:t>, </a:t>
            </a:r>
            <a:r>
              <a:t>consectetur</a:t>
            </a:r>
            <a:r>
              <a:t> </a:t>
            </a:r>
            <a:r>
              <a:t>adipiscing</a:t>
            </a:r>
            <a:r>
              <a:t> </a:t>
            </a:r>
            <a:r>
              <a:t>elit</a:t>
            </a:r>
            <a:endParaRPr/>
          </a:p>
        </p:txBody>
      </p:sp>
      <p:sp>
        <p:nvSpPr>
          <p:cNvPr id="28" name="Divider 2">
            <a:extLst xmlns:a="http://schemas.openxmlformats.org/drawingml/2006/main">
              <a:ext uri="{FF2B5EF4-FFF2-40B4-BE49-F238E27FC236}">
                <a16:creationId xmlns:a16="http://schemas.microsoft.com/office/drawing/2014/main" id="{AF009FF7-4992-4ABE-88E0-8D22E1B685EE}"/>
              </a:ext>
            </a:extLst>
          </p:cNvPr>
          <p:cNvSpPr>
            <a:spLocks xmlns:a="http://schemas.openxmlformats.org/drawingml/2006/main" noGrp="1"/>
          </p:cNvSpPr>
          <p:nvPr/>
        </p:nvSpPr>
        <p:spPr>
          <a:xfrm xmlns:a="http://schemas.openxmlformats.org/drawingml/2006/main">
            <a:off x="6059996" y="1588179"/>
            <a:ext cx="0" cy="4378421"/>
          </a:xfrm>
          <a:prstGeom xmlns:a="http://schemas.openxmlformats.org/drawingml/2006/main" prst="line">
            <a:avLst/>
          </a:prstGeom>
          <a:ln xmlns:a="http://schemas.openxmlformats.org/drawingml/2006/main" w="12700">
            <a:solidFill>
              <a:srgbClr val="8B8580">
                <a:alpha val="50000"/>
              </a:srgbClr>
            </a:solidFill>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sp>
      <p:sp>
        <p:nvSpPr>
          <p:cNvPr id="29" name="Icon 3">
            <a:extLst xmlns:a="http://schemas.openxmlformats.org/drawingml/2006/main">
              <a:ext uri="{FF2B5EF4-FFF2-40B4-BE49-F238E27FC236}">
                <a16:creationId xmlns:a16="http://schemas.microsoft.com/office/drawing/2014/main" id="{7EE9209C-55AF-784B-DB4D-42B6F5641729}"/>
              </a:ext>
            </a:extLst>
          </p:cNvPr>
          <p:cNvSpPr>
            <a:spLocks xmlns:a="http://schemas.openxmlformats.org/drawingml/2006/main" noGrp="1"/>
          </p:cNvSpPr>
          <p:nvPr>
            <p:ph type="pic" idx="45" hasCustomPrompt="1"/>
          </p:nvPr>
        </p:nvSpPr>
        <p:spPr>
          <a:xfrm xmlns:a="http://schemas.openxmlformats.org/drawingml/2006/main">
            <a:off x="6397301" y="1909175"/>
            <a:ext cx="1621625" cy="1525144"/>
          </a:xfrm>
          <a:prstGeom xmlns:a="http://schemas.openxmlformats.org/drawingml/2006/main" prst="rect">
            <a:avLst/>
          </a:prstGeom>
          <a:noFill xmlns:a="http://schemas.openxmlformats.org/drawingml/2006/main"/>
        </p:spPr>
        <p:txBody>
          <a:bodyPr xmlns:a="http://schemas.openxmlformats.org/drawingml/2006/main"/>
          <a:lstStyle xmlns:a="http://schemas.openxmlformats.org/drawingml/2006/main">
            <a:lvl1pPr>
              <a:buNone/>
              <a:defRPr sz="1200" b="0" i="0">
                <a:latin typeface="Oracle Sans Tab Light"/>
                <a:ea typeface="Oracle Sans Tab Light"/>
                <a:cs typeface="Oracle Sans Tab Light"/>
              </a:defRPr>
            </a:lvl1pPr>
          </a:lstStyle>
          <a:p xmlns:a="http://schemas.openxmlformats.org/drawingml/2006/main">
            <a:r>
              <a:t>Click to insert icon</a:t>
            </a:r>
          </a:p>
        </p:txBody>
      </p:sp>
      <p:sp>
        <p:nvSpPr>
          <p:cNvPr id="30" name="Column 3 header">
            <a:extLst xmlns:a="http://schemas.openxmlformats.org/drawingml/2006/main">
              <a:ext uri="{FF2B5EF4-FFF2-40B4-BE49-F238E27FC236}">
                <a16:creationId xmlns:a16="http://schemas.microsoft.com/office/drawing/2014/main" id="{CC2AE930-51E3-48D8-9C76-AD88C016BFFF}"/>
              </a:ext>
            </a:extLst>
          </p:cNvPr>
          <p:cNvSpPr>
            <a:spLocks xmlns:a="http://schemas.openxmlformats.org/drawingml/2006/main" noGrp="1"/>
          </p:cNvSpPr>
          <p:nvPr>
            <p:ph type="body" idx="46" hasCustomPrompt="1"/>
          </p:nvPr>
        </p:nvSpPr>
        <p:spPr>
          <a:xfrm xmlns:a="http://schemas.openxmlformats.org/drawingml/2006/main">
            <a:off x="6400799" y="3983730"/>
            <a:ext cx="2146985" cy="323885"/>
          </a:xfrm>
          <a:prstGeom xmlns:a="http://schemas.openxmlformats.org/drawingml/2006/main" prst="rect">
            <a:avLst/>
          </a:prstGeom>
          <a:noFill xmlns:a="http://schemas.openxmlformats.org/drawingml/2006/main"/>
        </p:spPr>
        <p:txBody>
          <a:bodyPr xmlns:a="http://schemas.openxmlformats.org/drawingml/2006/main" lIns="0" tIns="0" rIns="0" bIns="0" anchor="ctr"/>
          <a:lstStyle xmlns:a="http://schemas.openxmlformats.org/drawingml/2006/main">
            <a:lvl1pPr algn="l">
              <a:lnSpc>
                <a:spcPct val="100000"/>
              </a:lnSpc>
              <a:buNone/>
              <a:defRPr sz="1600" b="1" i="0">
                <a:solidFill>
                  <a:schemeClr val="tx1"/>
                </a:solidFill>
                <a:latin typeface="Oracle Sans Tab"/>
                <a:ea typeface="Oracle Sans Tab"/>
                <a:cs typeface="Oracle Sans Tab"/>
              </a:defRPr>
            </a:lvl1pPr>
          </a:lstStyle>
          <a:p xmlns:a="http://schemas.openxmlformats.org/drawingml/2006/main">
            <a:pPr lvl="0">
              <a:buNone/>
            </a:pPr>
            <a:r>
              <a:t>Subhead goes here</a:t>
            </a:r>
            <a:endParaRPr/>
          </a:p>
        </p:txBody>
      </p:sp>
      <p:sp>
        <p:nvSpPr>
          <p:cNvPr id="31" name="Column 3 body">
            <a:extLst xmlns:a="http://schemas.openxmlformats.org/drawingml/2006/main">
              <a:ext uri="{FF2B5EF4-FFF2-40B4-BE49-F238E27FC236}">
                <a16:creationId xmlns:a16="http://schemas.microsoft.com/office/drawing/2014/main" id="{625601CC-C6AD-511C-CE3E-73A412076FBC}"/>
              </a:ext>
            </a:extLst>
          </p:cNvPr>
          <p:cNvSpPr>
            <a:spLocks xmlns:a="http://schemas.openxmlformats.org/drawingml/2006/main" noGrp="1"/>
          </p:cNvSpPr>
          <p:nvPr>
            <p:ph type="body" idx="47" hasCustomPrompt="1"/>
          </p:nvPr>
        </p:nvSpPr>
        <p:spPr>
          <a:xfrm xmlns:a="http://schemas.openxmlformats.org/drawingml/2006/main">
            <a:off x="6400799" y="4377376"/>
            <a:ext cx="2146985" cy="1244947"/>
          </a:xfrm>
          <a:prstGeom xmlns:a="http://schemas.openxmlformats.org/drawingml/2006/main" prst="rect">
            <a:avLst/>
          </a:prstGeom>
          <a:noFill xmlns:a="http://schemas.openxmlformats.org/drawingml/2006/main"/>
        </p:spPr>
        <p:txBody>
          <a:bodyPr xmlns:a="http://schemas.openxmlformats.org/drawingml/2006/main" lIns="0" tIns="0" rIns="0" bIns="0"/>
          <a:lstStyle xmlns:a="http://schemas.openxmlformats.org/drawingml/2006/main">
            <a:lvl1pPr algn="l">
              <a:lnSpc>
                <a:spcPct val="100000"/>
              </a:lnSpc>
              <a:buNone/>
              <a:defRPr sz="1600" b="0" i="0">
                <a:solidFill>
                  <a:schemeClr val="tx2"/>
                </a:solidFill>
                <a:latin typeface="Oracle Sans Tab"/>
                <a:ea typeface="Oracle Sans Tab"/>
                <a:cs typeface="Oracle Sans Tab"/>
              </a:defRPr>
            </a:lvl1pPr>
          </a:lstStyle>
          <a:p xmlns:a="http://schemas.openxmlformats.org/drawingml/2006/main">
            <a:pPr lvl="0">
              <a:buNone/>
            </a:pPr>
            <a:r>
              <a:t>Lorem ipsum </a:t>
            </a:r>
            <a:r>
              <a:t>dolor</a:t>
            </a:r>
            <a:r>
              <a:t> sit </a:t>
            </a:r>
            <a:r>
              <a:t>amet</a:t>
            </a:r>
            <a:r>
              <a:t>, </a:t>
            </a:r>
            <a:r>
              <a:t>consectetur</a:t>
            </a:r>
            <a:r>
              <a:t> </a:t>
            </a:r>
            <a:r>
              <a:t>adipiscing</a:t>
            </a:r>
            <a:r>
              <a:t> </a:t>
            </a:r>
            <a:r>
              <a:t>elit</a:t>
            </a:r>
            <a:endParaRPr/>
          </a:p>
        </p:txBody>
      </p:sp>
      <p:sp>
        <p:nvSpPr>
          <p:cNvPr id="32" name="Divider 3">
            <a:extLst xmlns:a="http://schemas.openxmlformats.org/drawingml/2006/main">
              <a:ext uri="{FF2B5EF4-FFF2-40B4-BE49-F238E27FC236}">
                <a16:creationId xmlns:a16="http://schemas.microsoft.com/office/drawing/2014/main" id="{34AED4DC-DF47-478E-A350-27C4378EC5F8}"/>
              </a:ext>
            </a:extLst>
          </p:cNvPr>
          <p:cNvSpPr>
            <a:spLocks xmlns:a="http://schemas.openxmlformats.org/drawingml/2006/main" noGrp="1"/>
          </p:cNvSpPr>
          <p:nvPr/>
        </p:nvSpPr>
        <p:spPr>
          <a:xfrm xmlns:a="http://schemas.openxmlformats.org/drawingml/2006/main">
            <a:off x="8904312" y="1588179"/>
            <a:ext cx="0" cy="4378421"/>
          </a:xfrm>
          <a:prstGeom xmlns:a="http://schemas.openxmlformats.org/drawingml/2006/main" prst="line">
            <a:avLst/>
          </a:prstGeom>
          <a:ln xmlns:a="http://schemas.openxmlformats.org/drawingml/2006/main" w="12700">
            <a:solidFill>
              <a:srgbClr val="8B8580">
                <a:alpha val="50000"/>
              </a:srgbClr>
            </a:solidFill>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sp>
      <p:sp>
        <p:nvSpPr>
          <p:cNvPr id="33" name="Icon 4">
            <a:extLst xmlns:a="http://schemas.openxmlformats.org/drawingml/2006/main">
              <a:ext uri="{FF2B5EF4-FFF2-40B4-BE49-F238E27FC236}">
                <a16:creationId xmlns:a16="http://schemas.microsoft.com/office/drawing/2014/main" id="{1D5109BD-DD12-1F75-C31F-D6C059B1A8E2}"/>
              </a:ext>
            </a:extLst>
          </p:cNvPr>
          <p:cNvSpPr>
            <a:spLocks xmlns:a="http://schemas.openxmlformats.org/drawingml/2006/main" noGrp="1"/>
          </p:cNvSpPr>
          <p:nvPr>
            <p:ph type="pic" idx="48" hasCustomPrompt="1"/>
          </p:nvPr>
        </p:nvSpPr>
        <p:spPr>
          <a:xfrm xmlns:a="http://schemas.openxmlformats.org/drawingml/2006/main">
            <a:off x="9235439" y="1895271"/>
            <a:ext cx="1621625" cy="1525144"/>
          </a:xfrm>
          <a:prstGeom xmlns:a="http://schemas.openxmlformats.org/drawingml/2006/main" prst="rect">
            <a:avLst/>
          </a:prstGeom>
          <a:noFill xmlns:a="http://schemas.openxmlformats.org/drawingml/2006/main"/>
        </p:spPr>
        <p:txBody>
          <a:bodyPr xmlns:a="http://schemas.openxmlformats.org/drawingml/2006/main"/>
          <a:lstStyle xmlns:a="http://schemas.openxmlformats.org/drawingml/2006/main">
            <a:lvl1pPr>
              <a:buNone/>
              <a:defRPr sz="1200" b="0" i="0">
                <a:latin typeface="Oracle Sans Tab Light"/>
                <a:ea typeface="Oracle Sans Tab Light"/>
                <a:cs typeface="Oracle Sans Tab Light"/>
              </a:defRPr>
            </a:lvl1pPr>
          </a:lstStyle>
          <a:p xmlns:a="http://schemas.openxmlformats.org/drawingml/2006/main">
            <a:r>
              <a:t>Click to insert icon</a:t>
            </a:r>
          </a:p>
        </p:txBody>
      </p:sp>
      <p:sp>
        <p:nvSpPr>
          <p:cNvPr id="34" name="Column 4 header">
            <a:extLst xmlns:a="http://schemas.openxmlformats.org/drawingml/2006/main">
              <a:ext uri="{FF2B5EF4-FFF2-40B4-BE49-F238E27FC236}">
                <a16:creationId xmlns:a16="http://schemas.microsoft.com/office/drawing/2014/main" id="{E473564E-FA78-F033-3F28-5FD25256A1FE}"/>
              </a:ext>
            </a:extLst>
          </p:cNvPr>
          <p:cNvSpPr>
            <a:spLocks xmlns:a="http://schemas.openxmlformats.org/drawingml/2006/main" noGrp="1"/>
          </p:cNvSpPr>
          <p:nvPr>
            <p:ph type="body" idx="49" hasCustomPrompt="1"/>
          </p:nvPr>
        </p:nvSpPr>
        <p:spPr>
          <a:xfrm xmlns:a="http://schemas.openxmlformats.org/drawingml/2006/main">
            <a:off x="9235439" y="3983730"/>
            <a:ext cx="2146985" cy="323885"/>
          </a:xfrm>
          <a:prstGeom xmlns:a="http://schemas.openxmlformats.org/drawingml/2006/main" prst="rect">
            <a:avLst/>
          </a:prstGeom>
          <a:noFill xmlns:a="http://schemas.openxmlformats.org/drawingml/2006/main"/>
        </p:spPr>
        <p:txBody>
          <a:bodyPr xmlns:a="http://schemas.openxmlformats.org/drawingml/2006/main" lIns="0" tIns="0" rIns="0" bIns="0" anchor="ctr"/>
          <a:lstStyle xmlns:a="http://schemas.openxmlformats.org/drawingml/2006/main">
            <a:lvl1pPr algn="l">
              <a:lnSpc>
                <a:spcPct val="100000"/>
              </a:lnSpc>
              <a:buNone/>
              <a:defRPr sz="1600" b="1" i="0">
                <a:solidFill>
                  <a:schemeClr val="tx1"/>
                </a:solidFill>
                <a:latin typeface="Oracle Sans Tab"/>
                <a:ea typeface="Oracle Sans Tab"/>
                <a:cs typeface="Oracle Sans Tab"/>
              </a:defRPr>
            </a:lvl1pPr>
          </a:lstStyle>
          <a:p xmlns:a="http://schemas.openxmlformats.org/drawingml/2006/main">
            <a:pPr lvl="0">
              <a:buNone/>
            </a:pPr>
            <a:r>
              <a:t>Subhead goes here</a:t>
            </a:r>
            <a:endParaRPr/>
          </a:p>
        </p:txBody>
      </p:sp>
      <p:sp>
        <p:nvSpPr>
          <p:cNvPr id="35" name="Column 4 body">
            <a:extLst xmlns:a="http://schemas.openxmlformats.org/drawingml/2006/main">
              <a:ext uri="{FF2B5EF4-FFF2-40B4-BE49-F238E27FC236}">
                <a16:creationId xmlns:a16="http://schemas.microsoft.com/office/drawing/2014/main" id="{BDE27B49-6B98-F470-0364-79D3D53A8652}"/>
              </a:ext>
            </a:extLst>
          </p:cNvPr>
          <p:cNvSpPr>
            <a:spLocks xmlns:a="http://schemas.openxmlformats.org/drawingml/2006/main" noGrp="1"/>
          </p:cNvSpPr>
          <p:nvPr>
            <p:ph type="body" idx="50" hasCustomPrompt="1"/>
          </p:nvPr>
        </p:nvSpPr>
        <p:spPr>
          <a:xfrm xmlns:a="http://schemas.openxmlformats.org/drawingml/2006/main">
            <a:off x="9235439" y="4377376"/>
            <a:ext cx="2146985" cy="1244947"/>
          </a:xfrm>
          <a:prstGeom xmlns:a="http://schemas.openxmlformats.org/drawingml/2006/main" prst="rect">
            <a:avLst/>
          </a:prstGeom>
          <a:noFill xmlns:a="http://schemas.openxmlformats.org/drawingml/2006/main"/>
        </p:spPr>
        <p:txBody>
          <a:bodyPr xmlns:a="http://schemas.openxmlformats.org/drawingml/2006/main" lIns="0" tIns="0" rIns="0" bIns="0"/>
          <a:lstStyle xmlns:a="http://schemas.openxmlformats.org/drawingml/2006/main">
            <a:lvl1pPr algn="l">
              <a:lnSpc>
                <a:spcPct val="100000"/>
              </a:lnSpc>
              <a:buNone/>
              <a:defRPr sz="1600" b="0" i="0">
                <a:solidFill>
                  <a:schemeClr val="tx2"/>
                </a:solidFill>
                <a:latin typeface="Oracle Sans Tab"/>
                <a:ea typeface="Oracle Sans Tab"/>
                <a:cs typeface="Oracle Sans Tab"/>
              </a:defRPr>
            </a:lvl1pPr>
          </a:lstStyle>
          <a:p xmlns:a="http://schemas.openxmlformats.org/drawingml/2006/main">
            <a:pPr lvl="0">
              <a:buNone/>
            </a:pPr>
            <a:r>
              <a:t>Lorem ipsum </a:t>
            </a:r>
            <a:r>
              <a:t>dolor</a:t>
            </a:r>
            <a:r>
              <a:t> sit </a:t>
            </a:r>
            <a:r>
              <a:t>amet</a:t>
            </a:r>
            <a:r>
              <a:t>, </a:t>
            </a:r>
            <a:r>
              <a:t>consectetur</a:t>
            </a:r>
            <a:r>
              <a:t> </a:t>
            </a:r>
            <a:r>
              <a:t>adipiscing</a:t>
            </a:r>
            <a:r>
              <a:t> </a:t>
            </a:r>
            <a:r>
              <a:t>elit</a:t>
            </a:r>
            <a:endParaRPr/>
          </a:p>
        </p:txBody>
      </p:sp>
      <p:sp>
        <p:nvSpPr>
          <p:cNvPr id="3" name="Title 7">
            <a:extLst xmlns:a="http://schemas.openxmlformats.org/drawingml/2006/main">
              <a:ext uri="{FF2B5EF4-FFF2-40B4-BE49-F238E27FC236}">
                <a16:creationId xmlns:a16="http://schemas.microsoft.com/office/drawing/2014/main" id="{D02FABB3-C5FA-6642-90DB-5692722BDC16}"/>
              </a:ext>
            </a:extLst>
          </p:cNvPr>
          <p:cNvSpPr>
            <a:spLocks xmlns:a="http://schemas.openxmlformats.org/drawingml/2006/main" noGrp="1"/>
          </p:cNvSpPr>
          <p:nvPr>
            <p:ph type="title" idx="0" hasCustomPrompt="1"/>
          </p:nvPr>
        </p:nvSpPr>
        <p:spPr>
          <a:xfrm xmlns:a="http://schemas.openxmlformats.org/drawingml/2006/main">
            <a:off x="768875" y="182403"/>
            <a:ext cx="10671048" cy="822960"/>
          </a:xfrm>
        </p:spPr>
        <p:txBody>
          <a:bodyPr xmlns:a="http://schemas.openxmlformats.org/drawingml/2006/main"/>
          <a:lstStyle xmlns:a="http://schemas.openxmlformats.org/drawingml/2006/main">
            <a:lvl1pPr>
              <a:lnSpc>
                <a:spcPct val="100000"/>
              </a:lnSpc>
              <a:buNone/>
              <a:defRPr b="1" i="0">
                <a:latin typeface="Oracle Sans Tab"/>
                <a:ea typeface="Oracle Sans Tab"/>
                <a:cs typeface="Oracle Sans Tab"/>
              </a:defRPr>
            </a:lvl1pPr>
          </a:lstStyle>
          <a:p xmlns:a="http://schemas.openxmlformats.org/drawingml/2006/main">
            <a:r>
              <a:t>Title</a:t>
            </a:r>
          </a:p>
        </p:txBody>
      </p:sp>
    </p:spTree>
  </p:cSld>
</p:sldLayout>
</file>

<file path=ppt/slideLayouts/slideLayout85.xml><?xml version="1.0" encoding="utf-8"?>
<p:sldLayout xmlns:p="http://schemas.openxmlformats.org/presentationml/2006/main" preserve="1" userDrawn="1">
  <p:cSld name="Dark - Blank">
    <p:bg>
      <p:bgRef idx="1001">
        <a:schemeClr xmlns:a="http://schemas.openxmlformats.org/drawingml/2006/main" val="bg2"/>
      </p:bgRef>
    </p:bg>
    <p:spTree>
      <p:nvGrpSpPr>
        <p:cNvPr id="1" name=""/>
        <p:cNvGrpSpPr/>
        <p:nvPr/>
      </p:nvGrpSpPr>
      <p:grpSpPr>
        <a:xfrm xmlns:a="http://schemas.openxmlformats.org/drawingml/2006/main"/>
      </p:grpSpPr>
      <p:sp>
        <p:nvSpPr>
          <p:cNvPr id="3" name="Slide Number Placeholder 7">
            <a:extLst xmlns:a="http://schemas.openxmlformats.org/drawingml/2006/main">
              <a:ext uri="{FF2B5EF4-FFF2-40B4-BE49-F238E27FC236}">
                <a16:creationId xmlns:a16="http://schemas.microsoft.com/office/drawing/2014/main" id="{B9BE1098-CB0B-6118-9F18-F82F79BCD072}"/>
              </a:ext>
            </a:extLst>
          </p:cNvPr>
          <p:cNvSpPr>
            <a:spLocks xmlns:a="http://schemas.openxmlformats.org/drawingml/2006/main" noGrp="1"/>
          </p:cNvSpPr>
          <p:nvPr>
            <p:ph type="sldNum" idx="17"/>
          </p:nvPr>
        </p:nvSpPr>
        <p:spPr>
          <a:xfrm xmlns:a="http://schemas.openxmlformats.org/drawingml/2006/main">
            <a:off x="762000" y="6423660"/>
            <a:ext cx="365760" cy="365760"/>
          </a:xfrm>
        </p:spPr>
        <p:txBody>
          <a:bodyPr xmlns:a="http://schemas.openxmlformats.org/drawingml/2006/main"/>
          <a:lstStyle xmlns:a="http://schemas.openxmlformats.org/drawingml/2006/main">
            <a:lvl1pPr>
              <a:buNone/>
              <a:defRPr>
                <a:solidFill>
                  <a:srgbClr val="AEA8A2"/>
                </a:solidFill>
              </a:defRPr>
            </a:lvl1pPr>
          </a:lstStyle>
          <a:p xmlns:a="http://schemas.openxmlformats.org/drawingml/2006/main">
            <a:fld id="{345D60D9-5372-5F40-9443-0F9AE5BDC3C8}" type="slidenum">
              <a:t>‹#›</a:t>
            </a:fld>
            <a:endParaRPr/>
          </a:p>
        </p:txBody>
      </p:sp>
      <p:sp>
        <p:nvSpPr>
          <p:cNvPr id="4" name="Footer Placeholder 6">
            <a:extLst xmlns:a="http://schemas.openxmlformats.org/drawingml/2006/main">
              <a:ext uri="{FF2B5EF4-FFF2-40B4-BE49-F238E27FC236}">
                <a16:creationId xmlns:a16="http://schemas.microsoft.com/office/drawing/2014/main" id="{8EF60680-0B89-E284-0AFC-7DCC64BF7750}"/>
              </a:ext>
            </a:extLst>
          </p:cNvPr>
          <p:cNvSpPr>
            <a:spLocks xmlns:a="http://schemas.openxmlformats.org/drawingml/2006/main" noGrp="1"/>
          </p:cNvSpPr>
          <p:nvPr>
            <p:ph type="ftr" idx="16"/>
          </p:nvPr>
        </p:nvSpPr>
        <p:spPr>
          <a:xfrm xmlns:a="http://schemas.openxmlformats.org/drawingml/2006/main">
            <a:off x="1127759" y="6423978"/>
            <a:ext cx="5745379" cy="365125"/>
          </a:xfrm>
        </p:spPr>
        <p:txBody>
          <a:bodyPr xmlns:a="http://schemas.openxmlformats.org/drawingml/2006/main"/>
          <a:lstStyle xmlns:a="http://schemas.openxmlformats.org/drawingml/2006/main">
            <a:lvl1pPr>
              <a:buNone/>
              <a:defRPr>
                <a:solidFill>
                  <a:srgbClr val="AEA8A2"/>
                </a:solidFill>
              </a:defRPr>
            </a:lvl1pPr>
          </a:lstStyle>
          <a:p xmlns:a="http://schemas.openxmlformats.org/drawingml/2006/main">
            <a:r>
              <a:t>Copyright © 2025, Oracle and/or its affiliates |  Confidential: Internal/Restricted/Highly Restricted</a:t>
            </a:r>
            <a:endParaRPr/>
          </a:p>
        </p:txBody>
      </p:sp>
      <p:sp>
        <p:nvSpPr>
          <p:cNvPr id="5" name="Date Placeholder 4">
            <a:extLst xmlns:a="http://schemas.openxmlformats.org/drawingml/2006/main">
              <a:ext uri="{FF2B5EF4-FFF2-40B4-BE49-F238E27FC236}">
                <a16:creationId xmlns:a16="http://schemas.microsoft.com/office/drawing/2014/main" id="{033EE420-175F-A11D-96CB-D1ABB088F9CF}"/>
              </a:ext>
            </a:extLst>
          </p:cNvPr>
          <p:cNvSpPr>
            <a:spLocks xmlns:a="http://schemas.openxmlformats.org/drawingml/2006/main" noGrp="1"/>
          </p:cNvSpPr>
          <p:nvPr>
            <p:ph type="dt" idx="15"/>
          </p:nvPr>
        </p:nvSpPr>
        <p:spPr>
          <a:xfrm xmlns:a="http://schemas.openxmlformats.org/drawingml/2006/main">
            <a:off x="6873138" y="6425604"/>
            <a:ext cx="2743200" cy="363500"/>
          </a:xfrm>
        </p:spPr>
        <p:txBody>
          <a:bodyPr xmlns:a="http://schemas.openxmlformats.org/drawingml/2006/main"/>
          <a:lstStyle xmlns:a="http://schemas.openxmlformats.org/drawingml/2006/main">
            <a:lvl1pPr>
              <a:buNone/>
              <a:defRPr>
                <a:solidFill>
                  <a:srgbClr val="AEA8A2"/>
                </a:solidFill>
              </a:defRPr>
            </a:lvl1pPr>
          </a:lstStyle>
          <a:p xmlns:a="http://schemas.openxmlformats.org/drawingml/2006/main">
            <a:r>
              <a:t>[Date]</a:t>
            </a:r>
            <a:endParaRPr/>
          </a:p>
        </p:txBody>
      </p:sp>
    </p:spTree>
  </p:cSld>
</p:sldLayout>
</file>

<file path=ppt/slideLayouts/slideLayout86.xml><?xml version="1.0" encoding="utf-8"?>
<p:sldLayout xmlns:p="http://schemas.openxmlformats.org/presentationml/2006/main" preserve="1" userDrawn="1">
  <p:cSld name="Light - Blank">
    <p:bg>
      <p:bgRef idx="1001">
        <a:schemeClr xmlns:a="http://schemas.openxmlformats.org/drawingml/2006/main" val="bg2"/>
      </p:bgRef>
    </p:bg>
    <p:spTree>
      <p:nvGrpSpPr>
        <p:cNvPr id="1" name=""/>
        <p:cNvGrpSpPr/>
        <p:nvPr/>
      </p:nvGrpSpPr>
      <p:grpSpPr>
        <a:xfrm xmlns:a="http://schemas.openxmlformats.org/drawingml/2006/main"/>
      </p:grpSpPr>
      <p:sp>
        <p:nvSpPr>
          <p:cNvPr id="3" name="Slide Number Placeholder 5">
            <a:extLst xmlns:a="http://schemas.openxmlformats.org/drawingml/2006/main">
              <a:ext uri="{FF2B5EF4-FFF2-40B4-BE49-F238E27FC236}">
                <a16:creationId xmlns:a16="http://schemas.microsoft.com/office/drawing/2014/main" id="{986FB920-929F-CD50-52DB-2267C19E529C}"/>
              </a:ext>
            </a:extLst>
          </p:cNvPr>
          <p:cNvSpPr>
            <a:spLocks xmlns:a="http://schemas.openxmlformats.org/drawingml/2006/main" noGrp="1"/>
          </p:cNvSpPr>
          <p:nvPr>
            <p:ph type="sldNum" idx="40"/>
          </p:nvPr>
        </p:nvSpPr>
        <p:spPr>
          <a:xfrm xmlns:a="http://schemas.openxmlformats.org/drawingml/2006/main">
            <a:off x="762000" y="6423660"/>
            <a:ext cx="365760" cy="365760"/>
          </a:xfrm>
        </p:spPr>
        <p:txBody>
          <a:bodyPr xmlns:a="http://schemas.openxmlformats.org/drawingml/2006/main"/>
          <a:lstStyle xmlns:a="http://schemas.openxmlformats.org/drawingml/2006/main">
            <a:lvl1pPr>
              <a:buNone/>
              <a:defRPr>
                <a:solidFill>
                  <a:srgbClr val="514C47"/>
                </a:solidFill>
              </a:defRPr>
            </a:lvl1pPr>
          </a:lstStyle>
          <a:p xmlns:a="http://schemas.openxmlformats.org/drawingml/2006/main">
            <a:fld id="{345D60D9-5372-5F40-9443-0F9AE5BDC3C8}" type="slidenum">
              <a:t>‹#›</a:t>
            </a:fld>
            <a:endParaRPr/>
          </a:p>
        </p:txBody>
      </p:sp>
      <p:sp>
        <p:nvSpPr>
          <p:cNvPr id="4" name="Footer Placeholder 4">
            <a:extLst xmlns:a="http://schemas.openxmlformats.org/drawingml/2006/main">
              <a:ext uri="{FF2B5EF4-FFF2-40B4-BE49-F238E27FC236}">
                <a16:creationId xmlns:a16="http://schemas.microsoft.com/office/drawing/2014/main" id="{8B934CA2-9189-BBDA-2D47-6B62E59B566E}"/>
              </a:ext>
            </a:extLst>
          </p:cNvPr>
          <p:cNvSpPr>
            <a:spLocks xmlns:a="http://schemas.openxmlformats.org/drawingml/2006/main" noGrp="1"/>
          </p:cNvSpPr>
          <p:nvPr>
            <p:ph type="ftr" idx="39"/>
          </p:nvPr>
        </p:nvSpPr>
        <p:spPr>
          <a:xfrm xmlns:a="http://schemas.openxmlformats.org/drawingml/2006/main">
            <a:off x="1127759" y="6423978"/>
            <a:ext cx="5745379" cy="365125"/>
          </a:xfrm>
        </p:spPr>
        <p:txBody>
          <a:bodyPr xmlns:a="http://schemas.openxmlformats.org/drawingml/2006/main"/>
          <a:lstStyle xmlns:a="http://schemas.openxmlformats.org/drawingml/2006/main">
            <a:lvl1pPr>
              <a:buNone/>
              <a:defRPr>
                <a:solidFill>
                  <a:srgbClr val="514C47"/>
                </a:solidFill>
              </a:defRPr>
            </a:lvl1pPr>
          </a:lstStyle>
          <a:p xmlns:a="http://schemas.openxmlformats.org/drawingml/2006/main">
            <a:r>
              <a:t>Copyright © 2025, Oracle and/or its affiliates |  Confidential: Internal/Restricted/Highly Restricted</a:t>
            </a:r>
            <a:endParaRPr/>
          </a:p>
        </p:txBody>
      </p:sp>
      <p:sp>
        <p:nvSpPr>
          <p:cNvPr id="5" name="Date Placeholder 3">
            <a:extLst xmlns:a="http://schemas.openxmlformats.org/drawingml/2006/main">
              <a:ext uri="{FF2B5EF4-FFF2-40B4-BE49-F238E27FC236}">
                <a16:creationId xmlns:a16="http://schemas.microsoft.com/office/drawing/2014/main" id="{1EB26826-CB7B-F2D0-E18C-8AA5414C58D7}"/>
              </a:ext>
            </a:extLst>
          </p:cNvPr>
          <p:cNvSpPr>
            <a:spLocks xmlns:a="http://schemas.openxmlformats.org/drawingml/2006/main" noGrp="1"/>
          </p:cNvSpPr>
          <p:nvPr>
            <p:ph type="dt" idx="38"/>
          </p:nvPr>
        </p:nvSpPr>
        <p:spPr>
          <a:xfrm xmlns:a="http://schemas.openxmlformats.org/drawingml/2006/main">
            <a:off x="6873138" y="6425604"/>
            <a:ext cx="2743200" cy="363500"/>
          </a:xfrm>
        </p:spPr>
        <p:txBody>
          <a:bodyPr xmlns:a="http://schemas.openxmlformats.org/drawingml/2006/main"/>
          <a:lstStyle xmlns:a="http://schemas.openxmlformats.org/drawingml/2006/main">
            <a:lvl1pPr>
              <a:buNone/>
              <a:defRPr>
                <a:solidFill>
                  <a:srgbClr val="514C47"/>
                </a:solidFill>
              </a:defRPr>
            </a:lvl1pPr>
          </a:lstStyle>
          <a:p xmlns:a="http://schemas.openxmlformats.org/drawingml/2006/main">
            <a:r>
              <a:t>[Date]</a:t>
            </a:r>
            <a:endParaRPr/>
          </a:p>
        </p:txBody>
      </p:sp>
    </p:spTree>
  </p:cSld>
</p:sldLayout>
</file>

<file path=ppt/slideLayouts/slideLayout87.xml><?xml version="1.0" encoding="utf-8"?>
<p:sldLayout xmlns:p="http://schemas.openxmlformats.org/presentationml/2006/main" preserve="1" userDrawn="1">
  <p:cSld name="Dark - Split content with line">
    <p:bg>
      <p:bgRef idx="1001">
        <a:schemeClr xmlns:a="http://schemas.openxmlformats.org/drawingml/2006/main" val="bg2"/>
      </p:bgRef>
    </p:bg>
    <p:spTree>
      <p:nvGrpSpPr>
        <p:cNvPr id="1" name=""/>
        <p:cNvGrpSpPr/>
        <p:nvPr/>
      </p:nvGrpSpPr>
      <p:grpSpPr>
        <a:xfrm xmlns:a="http://schemas.openxmlformats.org/drawingml/2006/main"/>
      </p:grpSpPr>
      <p:sp>
        <p:nvSpPr>
          <p:cNvPr id="3" name="Title 12">
            <a:extLst xmlns:a="http://schemas.openxmlformats.org/drawingml/2006/main">
              <a:ext uri="{FF2B5EF4-FFF2-40B4-BE49-F238E27FC236}">
                <a16:creationId xmlns:a16="http://schemas.microsoft.com/office/drawing/2014/main" id="{6B0DF820-DA27-4A53-F431-314E40C10345}"/>
              </a:ext>
            </a:extLst>
          </p:cNvPr>
          <p:cNvSpPr>
            <a:spLocks xmlns:a="http://schemas.openxmlformats.org/drawingml/2006/main" noGrp="1"/>
          </p:cNvSpPr>
          <p:nvPr>
            <p:ph type="title" idx="0" hasCustomPrompt="1"/>
          </p:nvPr>
        </p:nvSpPr>
        <p:spPr>
          <a:xfrm xmlns:a="http://schemas.openxmlformats.org/drawingml/2006/main">
            <a:off x="768875" y="3017520"/>
            <a:ext cx="3132585" cy="822960"/>
          </a:xfrm>
        </p:spPr>
        <p:txBody>
          <a:bodyPr xmlns:a="http://schemas.openxmlformats.org/drawingml/2006/main" anchor="ctr"/>
          <a:lstStyle xmlns:a="http://schemas.openxmlformats.org/drawingml/2006/main">
            <a:lvl1pPr>
              <a:lnSpc>
                <a:spcPct val="100000"/>
              </a:lnSpc>
              <a:buNone/>
              <a:defRPr sz="3200" b="1" i="0">
                <a:latin typeface="Oracle Sans Tab"/>
                <a:ea typeface="Oracle Sans Tab"/>
                <a:cs typeface="Oracle Sans Tab"/>
              </a:defRPr>
            </a:lvl1pPr>
          </a:lstStyle>
          <a:p xmlns:a="http://schemas.openxmlformats.org/drawingml/2006/main">
            <a:r>
              <a:t>Title</a:t>
            </a:r>
          </a:p>
        </p:txBody>
      </p:sp>
      <p:sp>
        <p:nvSpPr>
          <p:cNvPr id="5" name="Subtitle">
            <a:extLst xmlns:a="http://schemas.openxmlformats.org/drawingml/2006/main">
              <a:ext uri="{FF2B5EF4-FFF2-40B4-BE49-F238E27FC236}">
                <a16:creationId xmlns:a16="http://schemas.microsoft.com/office/drawing/2014/main" id="{72D292EF-93B3-0F2E-7BED-9B5FDD1F1B94}"/>
              </a:ext>
            </a:extLst>
          </p:cNvPr>
          <p:cNvSpPr>
            <a:spLocks xmlns:a="http://schemas.openxmlformats.org/drawingml/2006/main" noGrp="1"/>
          </p:cNvSpPr>
          <p:nvPr>
            <p:ph type="body" idx="11" hasCustomPrompt="1"/>
          </p:nvPr>
        </p:nvSpPr>
        <p:spPr>
          <a:xfrm xmlns:a="http://schemas.openxmlformats.org/drawingml/2006/main">
            <a:off x="4708865" y="2630927"/>
            <a:ext cx="6728946" cy="1596145"/>
          </a:xfrm>
          <a:prstGeom xmlns:a="http://schemas.openxmlformats.org/drawingml/2006/main" prst="rect">
            <a:avLst/>
          </a:prstGeom>
        </p:spPr>
        <p:txBody>
          <a:bodyPr xmlns:a="http://schemas.openxmlformats.org/drawingml/2006/main" lIns="0" anchor="ctr">
            <a:noAutofit/>
          </a:bodyPr>
          <a:lstStyle xmlns:a="http://schemas.openxmlformats.org/drawingml/2006/main">
            <a:lvl1pPr marL="0" indent="0">
              <a:lnSpc>
                <a:spcPct val="100000"/>
              </a:lnSpc>
              <a:spcAft>
                <a:spcPts val="0"/>
              </a:spcAft>
              <a:buNone/>
              <a:defRPr sz="2400" b="0" i="0">
                <a:latin typeface="Oracle Sans Tab"/>
                <a:ea typeface="Oracle Sans Tab"/>
                <a:cs typeface="Oracle Sans Tab"/>
              </a:defRPr>
            </a:lvl1pPr>
          </a:lstStyle>
          <a:p xmlns:a="http://schemas.openxmlformats.org/drawingml/2006/main">
            <a:pPr lvl="0">
              <a:buNone/>
            </a:pPr>
            <a:r>
              <a:t>Subtitle</a:t>
            </a:r>
          </a:p>
        </p:txBody>
      </p:sp>
      <p:sp>
        <p:nvSpPr>
          <p:cNvPr id="2" name="Slide Number Placeholder 7">
            <a:extLst xmlns:a="http://schemas.openxmlformats.org/drawingml/2006/main">
              <a:ext uri="{FF2B5EF4-FFF2-40B4-BE49-F238E27FC236}">
                <a16:creationId xmlns:a16="http://schemas.microsoft.com/office/drawing/2014/main" id="{E1B5D46F-65FA-89E8-E05A-6E937CA1C2EC}"/>
              </a:ext>
            </a:extLst>
          </p:cNvPr>
          <p:cNvSpPr>
            <a:spLocks xmlns:a="http://schemas.openxmlformats.org/drawingml/2006/main" noGrp="1"/>
          </p:cNvSpPr>
          <p:nvPr>
            <p:ph type="sldNum" idx="17"/>
          </p:nvPr>
        </p:nvSpPr>
        <p:spPr>
          <a:xfrm xmlns:a="http://schemas.openxmlformats.org/drawingml/2006/main">
            <a:off x="762000" y="6423660"/>
            <a:ext cx="365760" cy="365760"/>
          </a:xfrm>
        </p:spPr>
        <p:txBody>
          <a:bodyPr xmlns:a="http://schemas.openxmlformats.org/drawingml/2006/main"/>
          <a:lstStyle xmlns:a="http://schemas.openxmlformats.org/drawingml/2006/main">
            <a:lvl1pPr>
              <a:buNone/>
              <a:defRPr>
                <a:solidFill>
                  <a:srgbClr val="AEA8A2"/>
                </a:solidFill>
              </a:defRPr>
            </a:lvl1pPr>
          </a:lstStyle>
          <a:p xmlns:a="http://schemas.openxmlformats.org/drawingml/2006/main">
            <a:fld id="{345D60D9-5372-5F40-9443-0F9AE5BDC3C8}" type="slidenum">
              <a:t>‹#›</a:t>
            </a:fld>
            <a:endParaRPr/>
          </a:p>
        </p:txBody>
      </p:sp>
      <p:sp>
        <p:nvSpPr>
          <p:cNvPr id="6" name="Footer Placeholder 6">
            <a:extLst xmlns:a="http://schemas.openxmlformats.org/drawingml/2006/main">
              <a:ext uri="{FF2B5EF4-FFF2-40B4-BE49-F238E27FC236}">
                <a16:creationId xmlns:a16="http://schemas.microsoft.com/office/drawing/2014/main" id="{4D9122D4-F69F-A7AA-EEA8-7C5565E7647C}"/>
              </a:ext>
            </a:extLst>
          </p:cNvPr>
          <p:cNvSpPr>
            <a:spLocks xmlns:a="http://schemas.openxmlformats.org/drawingml/2006/main" noGrp="1"/>
          </p:cNvSpPr>
          <p:nvPr>
            <p:ph type="ftr" idx="16"/>
          </p:nvPr>
        </p:nvSpPr>
        <p:spPr>
          <a:xfrm xmlns:a="http://schemas.openxmlformats.org/drawingml/2006/main">
            <a:off x="1127759" y="6423978"/>
            <a:ext cx="5745379" cy="365125"/>
          </a:xfrm>
        </p:spPr>
        <p:txBody>
          <a:bodyPr xmlns:a="http://schemas.openxmlformats.org/drawingml/2006/main"/>
          <a:lstStyle xmlns:a="http://schemas.openxmlformats.org/drawingml/2006/main">
            <a:lvl1pPr>
              <a:buNone/>
              <a:defRPr>
                <a:solidFill>
                  <a:srgbClr val="AEA8A2"/>
                </a:solidFill>
              </a:defRPr>
            </a:lvl1pPr>
          </a:lstStyle>
          <a:p xmlns:a="http://schemas.openxmlformats.org/drawingml/2006/main">
            <a:r>
              <a:t>Copyright © 2025, Oracle and/or its affiliates |  Confidential: Internal/Restricted/Highly Restricted</a:t>
            </a:r>
            <a:endParaRPr/>
          </a:p>
        </p:txBody>
      </p:sp>
      <p:sp>
        <p:nvSpPr>
          <p:cNvPr id="7" name="Date Placeholder 4">
            <a:extLst xmlns:a="http://schemas.openxmlformats.org/drawingml/2006/main">
              <a:ext uri="{FF2B5EF4-FFF2-40B4-BE49-F238E27FC236}">
                <a16:creationId xmlns:a16="http://schemas.microsoft.com/office/drawing/2014/main" id="{CA222E66-0FD4-1E10-21D6-748A24D406C5}"/>
              </a:ext>
            </a:extLst>
          </p:cNvPr>
          <p:cNvSpPr>
            <a:spLocks xmlns:a="http://schemas.openxmlformats.org/drawingml/2006/main" noGrp="1"/>
          </p:cNvSpPr>
          <p:nvPr>
            <p:ph type="dt" idx="15"/>
          </p:nvPr>
        </p:nvSpPr>
        <p:spPr>
          <a:xfrm xmlns:a="http://schemas.openxmlformats.org/drawingml/2006/main">
            <a:off x="6873138" y="6425604"/>
            <a:ext cx="2743200" cy="363500"/>
          </a:xfrm>
        </p:spPr>
        <p:txBody>
          <a:bodyPr xmlns:a="http://schemas.openxmlformats.org/drawingml/2006/main"/>
          <a:lstStyle xmlns:a="http://schemas.openxmlformats.org/drawingml/2006/main">
            <a:lvl1pPr>
              <a:buNone/>
              <a:defRPr>
                <a:solidFill>
                  <a:srgbClr val="AEA8A2"/>
                </a:solidFill>
              </a:defRPr>
            </a:lvl1pPr>
          </a:lstStyle>
          <a:p xmlns:a="http://schemas.openxmlformats.org/drawingml/2006/main">
            <a:r>
              <a:t>[Date]</a:t>
            </a:r>
            <a:endParaRPr/>
          </a:p>
        </p:txBody>
      </p:sp>
      <p:sp>
        <p:nvSpPr>
          <p:cNvPr id="9" name="Straight Connector 8">
            <a:extLst xmlns:a="http://schemas.openxmlformats.org/drawingml/2006/main">
              <a:ext uri="{FF2B5EF4-FFF2-40B4-BE49-F238E27FC236}">
                <a16:creationId xmlns:a16="http://schemas.microsoft.com/office/drawing/2014/main" id="{1269CB44-213C-47F8-98C0-7499C39B44AC}"/>
              </a:ext>
            </a:extLst>
          </p:cNvPr>
          <p:cNvSpPr>
            <a:spLocks xmlns:a="http://schemas.openxmlformats.org/drawingml/2006/main" noGrp="1"/>
          </p:cNvSpPr>
          <p:nvPr/>
        </p:nvSpPr>
        <p:spPr>
          <a:xfrm xmlns:a="http://schemas.openxmlformats.org/drawingml/2006/main">
            <a:off x="4076567" y="1600210"/>
            <a:ext cx="0" cy="3657580"/>
          </a:xfrm>
          <a:prstGeom xmlns:a="http://schemas.openxmlformats.org/drawingml/2006/main" prst="line">
            <a:avLst/>
          </a:prstGeom>
          <a:ln xmlns:a="http://schemas.openxmlformats.org/drawingml/2006/main" w="12700">
            <a:solidFill>
              <a:srgbClr val="8B8580"/>
            </a:solidFill>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sp>
    </p:spTree>
  </p:cSld>
</p:sldLayout>
</file>

<file path=ppt/slideLayouts/slideLayout88.xml><?xml version="1.0" encoding="utf-8"?>
<p:sldLayout xmlns:p="http://schemas.openxmlformats.org/presentationml/2006/main" preserve="1" userDrawn="1">
  <p:cSld name="Light - Split content with line">
    <p:bg>
      <p:bgRef idx="1001">
        <a:schemeClr xmlns:a="http://schemas.openxmlformats.org/drawingml/2006/main" val="bg2"/>
      </p:bgRef>
    </p:bg>
    <p:spTree>
      <p:nvGrpSpPr>
        <p:cNvPr id="1" name=""/>
        <p:cNvGrpSpPr/>
        <p:nvPr/>
      </p:nvGrpSpPr>
      <p:grpSpPr>
        <a:xfrm xmlns:a="http://schemas.openxmlformats.org/drawingml/2006/main"/>
      </p:grpSpPr>
      <p:sp>
        <p:nvSpPr>
          <p:cNvPr id="9" name="Title 12">
            <a:extLst xmlns:a="http://schemas.openxmlformats.org/drawingml/2006/main">
              <a:ext uri="{FF2B5EF4-FFF2-40B4-BE49-F238E27FC236}">
                <a16:creationId xmlns:a16="http://schemas.microsoft.com/office/drawing/2014/main" id="{C2D0AE67-1167-2B52-146F-5E0AA0D86441}"/>
              </a:ext>
            </a:extLst>
          </p:cNvPr>
          <p:cNvSpPr>
            <a:spLocks xmlns:a="http://schemas.openxmlformats.org/drawingml/2006/main" noGrp="1"/>
          </p:cNvSpPr>
          <p:nvPr>
            <p:ph type="title" idx="0" hasCustomPrompt="1"/>
          </p:nvPr>
        </p:nvSpPr>
        <p:spPr>
          <a:xfrm xmlns:a="http://schemas.openxmlformats.org/drawingml/2006/main">
            <a:off x="768875" y="3017520"/>
            <a:ext cx="3132585" cy="822960"/>
          </a:xfrm>
        </p:spPr>
        <p:txBody>
          <a:bodyPr xmlns:a="http://schemas.openxmlformats.org/drawingml/2006/main" anchor="ctr"/>
          <a:lstStyle xmlns:a="http://schemas.openxmlformats.org/drawingml/2006/main">
            <a:lvl1pPr>
              <a:lnSpc>
                <a:spcPct val="100000"/>
              </a:lnSpc>
              <a:buNone/>
              <a:defRPr sz="3200" b="1" i="0">
                <a:latin typeface="Oracle Sans Tab"/>
                <a:ea typeface="Oracle Sans Tab"/>
                <a:cs typeface="Oracle Sans Tab"/>
              </a:defRPr>
            </a:lvl1pPr>
          </a:lstStyle>
          <a:p xmlns:a="http://schemas.openxmlformats.org/drawingml/2006/main">
            <a:r>
              <a:t>Title</a:t>
            </a:r>
          </a:p>
        </p:txBody>
      </p:sp>
      <p:sp>
        <p:nvSpPr>
          <p:cNvPr id="8" name="Subtitle">
            <a:extLst xmlns:a="http://schemas.openxmlformats.org/drawingml/2006/main">
              <a:ext uri="{FF2B5EF4-FFF2-40B4-BE49-F238E27FC236}">
                <a16:creationId xmlns:a16="http://schemas.microsoft.com/office/drawing/2014/main" id="{C8ADFC4F-C961-366D-5252-9B4CC4102CB3}"/>
              </a:ext>
            </a:extLst>
          </p:cNvPr>
          <p:cNvSpPr>
            <a:spLocks xmlns:a="http://schemas.openxmlformats.org/drawingml/2006/main" noGrp="1"/>
          </p:cNvSpPr>
          <p:nvPr>
            <p:ph type="body" idx="11" hasCustomPrompt="1"/>
          </p:nvPr>
        </p:nvSpPr>
        <p:spPr>
          <a:xfrm xmlns:a="http://schemas.openxmlformats.org/drawingml/2006/main">
            <a:off x="4708865" y="2630927"/>
            <a:ext cx="6728946" cy="1596145"/>
          </a:xfrm>
          <a:prstGeom xmlns:a="http://schemas.openxmlformats.org/drawingml/2006/main" prst="rect">
            <a:avLst/>
          </a:prstGeom>
        </p:spPr>
        <p:txBody>
          <a:bodyPr xmlns:a="http://schemas.openxmlformats.org/drawingml/2006/main" lIns="0" anchor="ctr">
            <a:noAutofit/>
          </a:bodyPr>
          <a:lstStyle xmlns:a="http://schemas.openxmlformats.org/drawingml/2006/main">
            <a:lvl1pPr marL="0" indent="0">
              <a:lnSpc>
                <a:spcPct val="100000"/>
              </a:lnSpc>
              <a:spcAft>
                <a:spcPts val="0"/>
              </a:spcAft>
              <a:buNone/>
              <a:defRPr sz="2400" b="0" i="0">
                <a:latin typeface="Oracle Sans Tab"/>
                <a:ea typeface="Oracle Sans Tab"/>
                <a:cs typeface="Oracle Sans Tab"/>
              </a:defRPr>
            </a:lvl1pPr>
          </a:lstStyle>
          <a:p xmlns:a="http://schemas.openxmlformats.org/drawingml/2006/main">
            <a:pPr lvl="0">
              <a:buNone/>
            </a:pPr>
            <a:r>
              <a:t>Subtitle</a:t>
            </a:r>
          </a:p>
        </p:txBody>
      </p:sp>
      <p:sp>
        <p:nvSpPr>
          <p:cNvPr id="4" name="Straight Connector 3">
            <a:extLst xmlns:a="http://schemas.openxmlformats.org/drawingml/2006/main">
              <a:ext uri="{FF2B5EF4-FFF2-40B4-BE49-F238E27FC236}">
                <a16:creationId xmlns:a16="http://schemas.microsoft.com/office/drawing/2014/main" id="{6CAE11E0-43AD-4469-9D32-B986D956DB79}"/>
              </a:ext>
            </a:extLst>
          </p:cNvPr>
          <p:cNvSpPr>
            <a:spLocks xmlns:a="http://schemas.openxmlformats.org/drawingml/2006/main" noGrp="1"/>
          </p:cNvSpPr>
          <p:nvPr/>
        </p:nvSpPr>
        <p:spPr>
          <a:xfrm xmlns:a="http://schemas.openxmlformats.org/drawingml/2006/main">
            <a:off x="4076567" y="1600210"/>
            <a:ext cx="0" cy="3657580"/>
          </a:xfrm>
          <a:prstGeom xmlns:a="http://schemas.openxmlformats.org/drawingml/2006/main" prst="line">
            <a:avLst/>
          </a:prstGeom>
          <a:ln xmlns:a="http://schemas.openxmlformats.org/drawingml/2006/main" w="19050">
            <a:solidFill>
              <a:srgbClr val="8B8580"/>
            </a:solidFill>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sp>
      <p:sp>
        <p:nvSpPr>
          <p:cNvPr id="2" name="Slide Number Placeholder 5">
            <a:extLst xmlns:a="http://schemas.openxmlformats.org/drawingml/2006/main">
              <a:ext uri="{FF2B5EF4-FFF2-40B4-BE49-F238E27FC236}">
                <a16:creationId xmlns:a16="http://schemas.microsoft.com/office/drawing/2014/main" id="{FDA8E918-B2CE-9B3B-6306-4B5A17E9A430}"/>
              </a:ext>
            </a:extLst>
          </p:cNvPr>
          <p:cNvSpPr>
            <a:spLocks xmlns:a="http://schemas.openxmlformats.org/drawingml/2006/main" noGrp="1"/>
          </p:cNvSpPr>
          <p:nvPr>
            <p:ph type="sldNum" idx="40"/>
          </p:nvPr>
        </p:nvSpPr>
        <p:spPr>
          <a:xfrm xmlns:a="http://schemas.openxmlformats.org/drawingml/2006/main">
            <a:off x="762000" y="6423660"/>
            <a:ext cx="365760" cy="365760"/>
          </a:xfrm>
        </p:spPr>
        <p:txBody>
          <a:bodyPr xmlns:a="http://schemas.openxmlformats.org/drawingml/2006/main"/>
          <a:lstStyle xmlns:a="http://schemas.openxmlformats.org/drawingml/2006/main">
            <a:lvl1pPr>
              <a:buNone/>
              <a:defRPr>
                <a:solidFill>
                  <a:srgbClr val="514C47"/>
                </a:solidFill>
              </a:defRPr>
            </a:lvl1pPr>
          </a:lstStyle>
          <a:p xmlns:a="http://schemas.openxmlformats.org/drawingml/2006/main">
            <a:fld id="{345D60D9-5372-5F40-9443-0F9AE5BDC3C8}" type="slidenum">
              <a:t>‹#›</a:t>
            </a:fld>
            <a:endParaRPr/>
          </a:p>
        </p:txBody>
      </p:sp>
      <p:sp>
        <p:nvSpPr>
          <p:cNvPr id="6" name="Footer Placeholder 4">
            <a:extLst xmlns:a="http://schemas.openxmlformats.org/drawingml/2006/main">
              <a:ext uri="{FF2B5EF4-FFF2-40B4-BE49-F238E27FC236}">
                <a16:creationId xmlns:a16="http://schemas.microsoft.com/office/drawing/2014/main" id="{3C072B30-0FE5-8289-77F0-1D24085A4EF2}"/>
              </a:ext>
            </a:extLst>
          </p:cNvPr>
          <p:cNvSpPr>
            <a:spLocks xmlns:a="http://schemas.openxmlformats.org/drawingml/2006/main" noGrp="1"/>
          </p:cNvSpPr>
          <p:nvPr>
            <p:ph type="ftr" idx="39"/>
          </p:nvPr>
        </p:nvSpPr>
        <p:spPr>
          <a:xfrm xmlns:a="http://schemas.openxmlformats.org/drawingml/2006/main">
            <a:off x="1127759" y="6423978"/>
            <a:ext cx="5745379" cy="365125"/>
          </a:xfrm>
        </p:spPr>
        <p:txBody>
          <a:bodyPr xmlns:a="http://schemas.openxmlformats.org/drawingml/2006/main"/>
          <a:lstStyle xmlns:a="http://schemas.openxmlformats.org/drawingml/2006/main">
            <a:lvl1pPr>
              <a:buNone/>
              <a:defRPr>
                <a:solidFill>
                  <a:srgbClr val="514C47"/>
                </a:solidFill>
              </a:defRPr>
            </a:lvl1pPr>
          </a:lstStyle>
          <a:p xmlns:a="http://schemas.openxmlformats.org/drawingml/2006/main">
            <a:r>
              <a:t>Copyright © 2025, Oracle and/or its affiliates |  Confidential: Internal/Restricted/Highly Restricted</a:t>
            </a:r>
            <a:endParaRPr/>
          </a:p>
        </p:txBody>
      </p:sp>
      <p:sp>
        <p:nvSpPr>
          <p:cNvPr id="7" name="Date Placeholder 3">
            <a:extLst xmlns:a="http://schemas.openxmlformats.org/drawingml/2006/main">
              <a:ext uri="{FF2B5EF4-FFF2-40B4-BE49-F238E27FC236}">
                <a16:creationId xmlns:a16="http://schemas.microsoft.com/office/drawing/2014/main" id="{B54B9E9C-E71A-D85E-B49A-0603C0A1552B}"/>
              </a:ext>
            </a:extLst>
          </p:cNvPr>
          <p:cNvSpPr>
            <a:spLocks xmlns:a="http://schemas.openxmlformats.org/drawingml/2006/main" noGrp="1"/>
          </p:cNvSpPr>
          <p:nvPr>
            <p:ph type="dt" idx="38"/>
          </p:nvPr>
        </p:nvSpPr>
        <p:spPr>
          <a:xfrm xmlns:a="http://schemas.openxmlformats.org/drawingml/2006/main">
            <a:off x="6873138" y="6425604"/>
            <a:ext cx="2743200" cy="363500"/>
          </a:xfrm>
        </p:spPr>
        <p:txBody>
          <a:bodyPr xmlns:a="http://schemas.openxmlformats.org/drawingml/2006/main"/>
          <a:lstStyle xmlns:a="http://schemas.openxmlformats.org/drawingml/2006/main">
            <a:lvl1pPr>
              <a:buNone/>
              <a:defRPr>
                <a:solidFill>
                  <a:srgbClr val="514C47"/>
                </a:solidFill>
              </a:defRPr>
            </a:lvl1pPr>
          </a:lstStyle>
          <a:p xmlns:a="http://schemas.openxmlformats.org/drawingml/2006/main">
            <a:r>
              <a:t>[Date]</a:t>
            </a:r>
            <a:endParaRPr/>
          </a:p>
        </p:txBody>
      </p:sp>
    </p:spTree>
  </p:cSld>
</p:sldLayout>
</file>

<file path=ppt/slideLayouts/slideLayout89.xml><?xml version="1.0" encoding="utf-8"?>
<p:sldLayout xmlns:p="http://schemas.openxmlformats.org/presentationml/2006/main" preserve="1" userDrawn="1">
  <p:cSld name="Photo Collage + Content Dark">
    <p:bg>
      <p:bgRef idx="1001">
        <a:schemeClr xmlns:a="http://schemas.openxmlformats.org/drawingml/2006/main" val="bg2"/>
      </p:bgRef>
    </p:bg>
    <p:spTree>
      <p:nvGrpSpPr>
        <p:cNvPr id="1" name=""/>
        <p:cNvGrpSpPr/>
        <p:nvPr/>
      </p:nvGrpSpPr>
      <p:grpSpPr>
        <a:xfrm xmlns:a="http://schemas.openxmlformats.org/drawingml/2006/main"/>
      </p:grpSpPr>
      <p:sp>
        <p:nvSpPr>
          <p:cNvPr id="4" name="Title 1">
            <a:extLst xmlns:a="http://schemas.openxmlformats.org/drawingml/2006/main">
              <a:ext uri="{FF2B5EF4-FFF2-40B4-BE49-F238E27FC236}">
                <a16:creationId xmlns:a16="http://schemas.microsoft.com/office/drawing/2014/main" id="{AE9CD95A-1265-2999-4C85-664DC8CE8978}"/>
              </a:ext>
            </a:extLst>
          </p:cNvPr>
          <p:cNvSpPr>
            <a:spLocks xmlns:a="http://schemas.openxmlformats.org/drawingml/2006/main" noGrp="1"/>
          </p:cNvSpPr>
          <p:nvPr>
            <p:ph type="title" idx="0" hasCustomPrompt="1"/>
          </p:nvPr>
        </p:nvSpPr>
        <p:spPr>
          <a:xfrm xmlns:a="http://schemas.openxmlformats.org/drawingml/2006/main">
            <a:off x="768875" y="182403"/>
            <a:ext cx="4961369" cy="822960"/>
          </a:xfrm>
        </p:spPr>
        <p:txBody>
          <a:bodyPr xmlns:a="http://schemas.openxmlformats.org/drawingml/2006/main"/>
          <a:lstStyle xmlns:a="http://schemas.openxmlformats.org/drawingml/2006/main">
            <a:lvl1pPr>
              <a:lnSpc>
                <a:spcPct val="100000"/>
              </a:lnSpc>
              <a:buNone/>
              <a:defRPr b="1" i="0">
                <a:latin typeface="Oracle Sans Tab"/>
                <a:ea typeface="Oracle Sans Tab"/>
                <a:cs typeface="Oracle Sans Tab"/>
              </a:defRPr>
            </a:lvl1pPr>
          </a:lstStyle>
          <a:p xmlns:a="http://schemas.openxmlformats.org/drawingml/2006/main">
            <a:r>
              <a:t>Title</a:t>
            </a:r>
          </a:p>
        </p:txBody>
      </p:sp>
      <p:sp>
        <p:nvSpPr>
          <p:cNvPr id="3" name="Text Placeholder 2">
            <a:extLst xmlns:a="http://schemas.openxmlformats.org/drawingml/2006/main">
              <a:ext uri="{FF2B5EF4-FFF2-40B4-BE49-F238E27FC236}">
                <a16:creationId xmlns:a16="http://schemas.microsoft.com/office/drawing/2014/main" id="{A12F5E0A-F774-0941-0246-D4704DBA0B25}"/>
              </a:ext>
            </a:extLst>
          </p:cNvPr>
          <p:cNvSpPr>
            <a:spLocks xmlns:a="http://schemas.openxmlformats.org/drawingml/2006/main" noGrp="1"/>
          </p:cNvSpPr>
          <p:nvPr>
            <p:ph type="body" idx="29"/>
          </p:nvPr>
        </p:nvSpPr>
        <p:spPr>
          <a:xfrm xmlns:a="http://schemas.openxmlformats.org/drawingml/2006/main">
            <a:off x="792537" y="1751671"/>
            <a:ext cx="4899101" cy="1410405"/>
          </a:xfrm>
          <a:prstGeom xmlns:a="http://schemas.openxmlformats.org/drawingml/2006/main" prst="rect">
            <a:avLst/>
          </a:prstGeom>
        </p:spPr>
        <p:txBody>
          <a:bodyPr xmlns:a="http://schemas.openxmlformats.org/drawingml/2006/main"/>
          <a:lstStyle xmlns:a="http://schemas.openxmlformats.org/drawingml/2006/main">
            <a:lvl1pPr marL="0" marR="0" indent="0" algn="l" defTabSz="914172">
              <a:lnSpc>
                <a:spcPct val="100000"/>
              </a:lnSpc>
              <a:spcBef>
                <a:spcPts val="1000"/>
              </a:spcBef>
              <a:spcAft>
                <a:spcPts val="0"/>
              </a:spcAft>
              <a:buClrTx/>
              <a:buSzTx/>
              <a:buFont typeface="Arial"/>
              <a:buNone/>
              <a:defRPr sz="1600" b="1" i="0" kern="1200">
                <a:solidFill>
                  <a:schemeClr val="tx1"/>
                </a:solidFill>
                <a:latin typeface="Oracle Sans Tab"/>
                <a:ea typeface="Oracle Sans Tab"/>
                <a:cs typeface="Oracle Sans Tab"/>
              </a:defRPr>
            </a:lvl1pPr>
            <a:lvl2pPr marL="0" marR="0" indent="0" algn="l" defTabSz="914172">
              <a:lnSpc>
                <a:spcPct val="100000"/>
              </a:lnSpc>
              <a:spcBef>
                <a:spcPts val="500"/>
              </a:spcBef>
              <a:spcAft>
                <a:spcPts val="0"/>
              </a:spcAft>
              <a:buClrTx/>
              <a:buSzTx/>
              <a:buFont typeface="Arial"/>
              <a:buNone/>
              <a:defRPr sz="1600" b="0" i="0" kern="1200">
                <a:solidFill>
                  <a:schemeClr val="tx1"/>
                </a:solidFill>
                <a:latin typeface="Oracle Sans Tab"/>
                <a:ea typeface="Oracle Sans Tab"/>
                <a:cs typeface="Oracle Sans Tab"/>
              </a:defRPr>
            </a:lvl2pPr>
            <a:lvl3pPr marL="119833" marR="0" indent="0" algn="l" defTabSz="914172">
              <a:lnSpc>
                <a:spcPct val="100000"/>
              </a:lnSpc>
              <a:spcBef>
                <a:spcPts val="500"/>
              </a:spcBef>
              <a:spcAft>
                <a:spcPts val="0"/>
              </a:spcAft>
              <a:buClrTx/>
              <a:buSzTx/>
              <a:buFont typeface="Arial"/>
              <a:buNone/>
              <a:defRPr sz="1600" b="0" i="0" kern="1200">
                <a:solidFill>
                  <a:schemeClr val="tx1"/>
                </a:solidFill>
                <a:latin typeface="Oracle Sans Tab"/>
                <a:ea typeface="Oracle Sans Tab"/>
                <a:cs typeface="Oracle Sans Tab"/>
              </a:defRPr>
            </a:lvl3pPr>
          </a:lstStyle>
          <a:p xmlns:a="http://schemas.openxmlformats.org/drawingml/2006/main">
            <a:pPr marL="342831" lvl="0" indent="-342831" algn="l" defTabSz="914172">
              <a:lnSpc>
                <a:spcPct val="110000"/>
              </a:lnSpc>
              <a:spcBef>
                <a:spcPts val="300"/>
              </a:spcBef>
              <a:buNone/>
            </a:pPr>
            <a:r>
              <a:t>Click to edit Master text styles</a:t>
            </a:r>
          </a:p>
          <a:p xmlns:a="http://schemas.openxmlformats.org/drawingml/2006/main">
            <a:pPr marL="342831" lvl="1" indent="-342831" algn="l" defTabSz="914172">
              <a:lnSpc>
                <a:spcPct val="110000"/>
              </a:lnSpc>
              <a:spcBef>
                <a:spcPts val="300"/>
              </a:spcBef>
              <a:buNone/>
            </a:pPr>
            <a:r>
              <a:t>Second level</a:t>
            </a:r>
          </a:p>
          <a:p xmlns:a="http://schemas.openxmlformats.org/drawingml/2006/main">
            <a:pPr marL="342831" lvl="2" indent="-342831" algn="l" defTabSz="914172">
              <a:lnSpc>
                <a:spcPct val="110000"/>
              </a:lnSpc>
              <a:spcBef>
                <a:spcPts val="300"/>
              </a:spcBef>
              <a:buNone/>
            </a:pPr>
            <a:r>
              <a:t>Third level</a:t>
            </a:r>
          </a:p>
        </p:txBody>
      </p:sp>
      <p:sp>
        <p:nvSpPr>
          <p:cNvPr id="10" name="Text Placeholder 2">
            <a:extLst xmlns:a="http://schemas.openxmlformats.org/drawingml/2006/main">
              <a:ext uri="{FF2B5EF4-FFF2-40B4-BE49-F238E27FC236}">
                <a16:creationId xmlns:a16="http://schemas.microsoft.com/office/drawing/2014/main" id="{FB6C8AB0-7757-DF1D-9CCE-4510B7276134}"/>
              </a:ext>
            </a:extLst>
          </p:cNvPr>
          <p:cNvSpPr>
            <a:spLocks xmlns:a="http://schemas.openxmlformats.org/drawingml/2006/main" noGrp="1"/>
          </p:cNvSpPr>
          <p:nvPr>
            <p:ph type="body" idx="38"/>
          </p:nvPr>
        </p:nvSpPr>
        <p:spPr>
          <a:xfrm xmlns:a="http://schemas.openxmlformats.org/drawingml/2006/main">
            <a:off x="792537" y="3378765"/>
            <a:ext cx="4899101" cy="1410405"/>
          </a:xfrm>
          <a:prstGeom xmlns:a="http://schemas.openxmlformats.org/drawingml/2006/main" prst="rect">
            <a:avLst/>
          </a:prstGeom>
        </p:spPr>
        <p:txBody>
          <a:bodyPr xmlns:a="http://schemas.openxmlformats.org/drawingml/2006/main"/>
          <a:lstStyle xmlns:a="http://schemas.openxmlformats.org/drawingml/2006/main">
            <a:lvl1pPr marL="0" marR="0" indent="0" algn="l" defTabSz="914172">
              <a:lnSpc>
                <a:spcPct val="100000"/>
              </a:lnSpc>
              <a:spcBef>
                <a:spcPts val="1000"/>
              </a:spcBef>
              <a:spcAft>
                <a:spcPts val="0"/>
              </a:spcAft>
              <a:buClrTx/>
              <a:buSzTx/>
              <a:buFont typeface="Arial"/>
              <a:buNone/>
              <a:defRPr sz="1600" b="1" i="0" kern="1200">
                <a:solidFill>
                  <a:schemeClr val="tx1"/>
                </a:solidFill>
                <a:latin typeface="Oracle Sans Tab"/>
                <a:ea typeface="Oracle Sans Tab"/>
                <a:cs typeface="Oracle Sans Tab"/>
              </a:defRPr>
            </a:lvl1pPr>
            <a:lvl2pPr marL="0" marR="0" indent="0" algn="l" defTabSz="914172">
              <a:lnSpc>
                <a:spcPct val="100000"/>
              </a:lnSpc>
              <a:spcBef>
                <a:spcPts val="500"/>
              </a:spcBef>
              <a:spcAft>
                <a:spcPts val="0"/>
              </a:spcAft>
              <a:buClrTx/>
              <a:buSzTx/>
              <a:buFont typeface="Arial"/>
              <a:buNone/>
              <a:defRPr sz="1600" b="0" i="0" kern="1200">
                <a:solidFill>
                  <a:schemeClr val="tx1"/>
                </a:solidFill>
                <a:latin typeface="Oracle Sans Tab"/>
                <a:ea typeface="Oracle Sans Tab"/>
                <a:cs typeface="Oracle Sans Tab"/>
              </a:defRPr>
            </a:lvl2pPr>
            <a:lvl3pPr marL="119833" marR="0" indent="0" algn="l" defTabSz="914172">
              <a:lnSpc>
                <a:spcPct val="100000"/>
              </a:lnSpc>
              <a:spcBef>
                <a:spcPts val="500"/>
              </a:spcBef>
              <a:spcAft>
                <a:spcPts val="0"/>
              </a:spcAft>
              <a:buClrTx/>
              <a:buSzTx/>
              <a:buFont typeface="Arial"/>
              <a:buNone/>
              <a:defRPr sz="1600" b="0" i="0" kern="1200">
                <a:solidFill>
                  <a:schemeClr val="tx1"/>
                </a:solidFill>
                <a:latin typeface="Oracle Sans Tab"/>
                <a:ea typeface="Oracle Sans Tab"/>
                <a:cs typeface="Oracle Sans Tab"/>
              </a:defRPr>
            </a:lvl3pPr>
          </a:lstStyle>
          <a:p xmlns:a="http://schemas.openxmlformats.org/drawingml/2006/main">
            <a:pPr marL="342831" lvl="0" indent="-342831" algn="l" defTabSz="914172">
              <a:lnSpc>
                <a:spcPct val="110000"/>
              </a:lnSpc>
              <a:spcBef>
                <a:spcPts val="300"/>
              </a:spcBef>
              <a:buNone/>
            </a:pPr>
            <a:r>
              <a:t>Click to edit Master text styles</a:t>
            </a:r>
          </a:p>
          <a:p xmlns:a="http://schemas.openxmlformats.org/drawingml/2006/main">
            <a:pPr marL="342831" lvl="1" indent="-342831" algn="l" defTabSz="914172">
              <a:lnSpc>
                <a:spcPct val="110000"/>
              </a:lnSpc>
              <a:spcBef>
                <a:spcPts val="300"/>
              </a:spcBef>
              <a:buNone/>
            </a:pPr>
            <a:r>
              <a:t>Second level</a:t>
            </a:r>
          </a:p>
          <a:p xmlns:a="http://schemas.openxmlformats.org/drawingml/2006/main">
            <a:pPr marL="342831" lvl="2" indent="-342831" algn="l" defTabSz="914172">
              <a:lnSpc>
                <a:spcPct val="110000"/>
              </a:lnSpc>
              <a:spcBef>
                <a:spcPts val="300"/>
              </a:spcBef>
              <a:buNone/>
            </a:pPr>
            <a:r>
              <a:t>Third level</a:t>
            </a:r>
          </a:p>
        </p:txBody>
      </p:sp>
      <p:sp>
        <p:nvSpPr>
          <p:cNvPr id="8" name="Text Placeholder 2">
            <a:extLst xmlns:a="http://schemas.openxmlformats.org/drawingml/2006/main">
              <a:ext uri="{FF2B5EF4-FFF2-40B4-BE49-F238E27FC236}">
                <a16:creationId xmlns:a16="http://schemas.microsoft.com/office/drawing/2014/main" id="{5EF42849-DE58-A637-B663-CB6753E7BB76}"/>
              </a:ext>
            </a:extLst>
          </p:cNvPr>
          <p:cNvSpPr>
            <a:spLocks xmlns:a="http://schemas.openxmlformats.org/drawingml/2006/main" noGrp="1"/>
          </p:cNvSpPr>
          <p:nvPr>
            <p:ph type="body" idx="37"/>
          </p:nvPr>
        </p:nvSpPr>
        <p:spPr>
          <a:xfrm xmlns:a="http://schemas.openxmlformats.org/drawingml/2006/main">
            <a:off x="792537" y="5005861"/>
            <a:ext cx="4899101" cy="1128240"/>
          </a:xfrm>
          <a:prstGeom xmlns:a="http://schemas.openxmlformats.org/drawingml/2006/main" prst="rect">
            <a:avLst/>
          </a:prstGeom>
        </p:spPr>
        <p:txBody>
          <a:bodyPr xmlns:a="http://schemas.openxmlformats.org/drawingml/2006/main"/>
          <a:lstStyle xmlns:a="http://schemas.openxmlformats.org/drawingml/2006/main">
            <a:lvl1pPr marL="0" marR="0" indent="0" algn="l" defTabSz="914172">
              <a:lnSpc>
                <a:spcPct val="100000"/>
              </a:lnSpc>
              <a:spcBef>
                <a:spcPts val="1000"/>
              </a:spcBef>
              <a:spcAft>
                <a:spcPts val="0"/>
              </a:spcAft>
              <a:buClrTx/>
              <a:buSzTx/>
              <a:buFont typeface="Arial"/>
              <a:buNone/>
              <a:defRPr sz="1600" b="1" i="0" kern="1200">
                <a:solidFill>
                  <a:schemeClr val="tx1"/>
                </a:solidFill>
                <a:latin typeface="Oracle Sans Tab"/>
                <a:ea typeface="Oracle Sans Tab"/>
                <a:cs typeface="Oracle Sans Tab"/>
              </a:defRPr>
            </a:lvl1pPr>
            <a:lvl2pPr marL="0" marR="0" indent="0" algn="l" defTabSz="914172">
              <a:lnSpc>
                <a:spcPct val="100000"/>
              </a:lnSpc>
              <a:spcBef>
                <a:spcPts val="500"/>
              </a:spcBef>
              <a:spcAft>
                <a:spcPts val="0"/>
              </a:spcAft>
              <a:buClrTx/>
              <a:buSzTx/>
              <a:buFont typeface="Arial"/>
              <a:buNone/>
              <a:defRPr sz="1600" b="0" i="0" kern="1200">
                <a:solidFill>
                  <a:schemeClr val="tx1"/>
                </a:solidFill>
                <a:latin typeface="Oracle Sans Tab"/>
                <a:ea typeface="Oracle Sans Tab"/>
                <a:cs typeface="Oracle Sans Tab"/>
              </a:defRPr>
            </a:lvl2pPr>
            <a:lvl3pPr marL="119833" marR="0" indent="0" algn="l" defTabSz="914172">
              <a:lnSpc>
                <a:spcPct val="100000"/>
              </a:lnSpc>
              <a:spcBef>
                <a:spcPts val="500"/>
              </a:spcBef>
              <a:spcAft>
                <a:spcPts val="0"/>
              </a:spcAft>
              <a:buClrTx/>
              <a:buSzTx/>
              <a:buFont typeface="Arial"/>
              <a:buNone/>
              <a:defRPr sz="1600" b="0" i="0" kern="1200">
                <a:solidFill>
                  <a:schemeClr val="tx1"/>
                </a:solidFill>
                <a:latin typeface="Oracle Sans Tab"/>
                <a:ea typeface="Oracle Sans Tab"/>
                <a:cs typeface="Oracle Sans Tab"/>
              </a:defRPr>
            </a:lvl3pPr>
          </a:lstStyle>
          <a:p xmlns:a="http://schemas.openxmlformats.org/drawingml/2006/main">
            <a:pPr marL="342831" lvl="0" indent="-342831" algn="l" defTabSz="914172">
              <a:lnSpc>
                <a:spcPct val="110000"/>
              </a:lnSpc>
              <a:spcBef>
                <a:spcPts val="300"/>
              </a:spcBef>
              <a:buNone/>
            </a:pPr>
            <a:r>
              <a:t>Click to edit Master text styles</a:t>
            </a:r>
          </a:p>
          <a:p xmlns:a="http://schemas.openxmlformats.org/drawingml/2006/main">
            <a:pPr marL="342831" lvl="1" indent="-342831" algn="l" defTabSz="914172">
              <a:lnSpc>
                <a:spcPct val="110000"/>
              </a:lnSpc>
              <a:spcBef>
                <a:spcPts val="300"/>
              </a:spcBef>
              <a:buNone/>
            </a:pPr>
            <a:r>
              <a:t>Second level</a:t>
            </a:r>
          </a:p>
          <a:p xmlns:a="http://schemas.openxmlformats.org/drawingml/2006/main">
            <a:pPr marL="342831" lvl="2" indent="-342831" algn="l" defTabSz="914172">
              <a:lnSpc>
                <a:spcPct val="110000"/>
              </a:lnSpc>
              <a:spcBef>
                <a:spcPts val="300"/>
              </a:spcBef>
              <a:buNone/>
            </a:pPr>
            <a:r>
              <a:t>Third level</a:t>
            </a:r>
          </a:p>
        </p:txBody>
      </p:sp>
      <p:sp>
        <p:nvSpPr>
          <p:cNvPr id="20" name="Picture Placeholder 17">
            <a:extLst xmlns:a="http://schemas.openxmlformats.org/drawingml/2006/main">
              <a:ext uri="{FF2B5EF4-FFF2-40B4-BE49-F238E27FC236}">
                <a16:creationId xmlns:a16="http://schemas.microsoft.com/office/drawing/2014/main" id="{445E1E13-5767-FE9A-C855-C6FD3055FC6A}"/>
              </a:ext>
            </a:extLst>
          </p:cNvPr>
          <p:cNvSpPr>
            <a:spLocks xmlns:a="http://schemas.openxmlformats.org/drawingml/2006/main" noGrp="1"/>
          </p:cNvSpPr>
          <p:nvPr>
            <p:ph type="pic" idx="36" hasCustomPrompt="1"/>
          </p:nvPr>
        </p:nvSpPr>
        <p:spPr>
          <a:xfrm xmlns:a="http://schemas.openxmlformats.org/drawingml/2006/main">
            <a:off x="6095603" y="5457103"/>
            <a:ext cx="2885888" cy="1400897"/>
          </a:xfrm>
          <a:prstGeom xmlns:a="http://schemas.openxmlformats.org/drawingml/2006/main" prst="rect">
            <a:avLst/>
          </a:prstGeom>
        </p:spPr>
        <p:txBody>
          <a:bodyPr xmlns:a="http://schemas.openxmlformats.org/drawingml/2006/main" anchor="ctr"/>
          <a:lstStyle xmlns:a="http://schemas.openxmlformats.org/drawingml/2006/main">
            <a:lvl1pPr marL="0" indent="0" algn="ctr">
              <a:buNone/>
              <a:defRPr>
                <a:solidFill>
                  <a:schemeClr val="tx1"/>
                </a:solidFill>
              </a:defRPr>
            </a:lvl1pPr>
          </a:lstStyle>
          <a:p xmlns:a="http://schemas.openxmlformats.org/drawingml/2006/main">
            <a:r>
              <a:t>Click to add photo or illustration</a:t>
            </a:r>
          </a:p>
          <a:p xmlns:a="http://schemas.openxmlformats.org/drawingml/2006/main">
            <a:endParaRPr/>
          </a:p>
          <a:p xmlns:a="http://schemas.openxmlformats.org/drawingml/2006/main">
            <a:endParaRPr/>
          </a:p>
        </p:txBody>
      </p:sp>
      <p:sp>
        <p:nvSpPr>
          <p:cNvPr id="19" name="Picture Placeholder 17">
            <a:extLst xmlns:a="http://schemas.openxmlformats.org/drawingml/2006/main">
              <a:ext uri="{FF2B5EF4-FFF2-40B4-BE49-F238E27FC236}">
                <a16:creationId xmlns:a16="http://schemas.microsoft.com/office/drawing/2014/main" id="{128E96FD-9D3F-692F-EB8E-C1CA80E5D55D}"/>
              </a:ext>
            </a:extLst>
          </p:cNvPr>
          <p:cNvSpPr>
            <a:spLocks xmlns:a="http://schemas.openxmlformats.org/drawingml/2006/main" noGrp="1"/>
          </p:cNvSpPr>
          <p:nvPr>
            <p:ph type="pic" idx="35" hasCustomPrompt="1"/>
          </p:nvPr>
        </p:nvSpPr>
        <p:spPr>
          <a:xfrm xmlns:a="http://schemas.openxmlformats.org/drawingml/2006/main">
            <a:off x="6095603" y="2726373"/>
            <a:ext cx="2885888" cy="2662069"/>
          </a:xfrm>
          <a:prstGeom xmlns:a="http://schemas.openxmlformats.org/drawingml/2006/main" prst="rect">
            <a:avLst/>
          </a:prstGeom>
        </p:spPr>
        <p:txBody>
          <a:bodyPr xmlns:a="http://schemas.openxmlformats.org/drawingml/2006/main" anchor="ctr"/>
          <a:lstStyle xmlns:a="http://schemas.openxmlformats.org/drawingml/2006/main">
            <a:lvl1pPr marL="0" indent="0" algn="ctr">
              <a:buNone/>
              <a:defRPr>
                <a:solidFill>
                  <a:schemeClr val="tx1"/>
                </a:solidFill>
              </a:defRPr>
            </a:lvl1pPr>
          </a:lstStyle>
          <a:p xmlns:a="http://schemas.openxmlformats.org/drawingml/2006/main">
            <a:r>
              <a:t>Click to add photo or illustration</a:t>
            </a:r>
          </a:p>
          <a:p xmlns:a="http://schemas.openxmlformats.org/drawingml/2006/main">
            <a:endParaRPr/>
          </a:p>
          <a:p xmlns:a="http://schemas.openxmlformats.org/drawingml/2006/main">
            <a:endParaRPr/>
          </a:p>
          <a:p xmlns:a="http://schemas.openxmlformats.org/drawingml/2006/main">
            <a:endParaRPr/>
          </a:p>
        </p:txBody>
      </p:sp>
      <p:sp>
        <p:nvSpPr>
          <p:cNvPr id="18" name="Picture Placeholder 17">
            <a:extLst xmlns:a="http://schemas.openxmlformats.org/drawingml/2006/main">
              <a:ext uri="{FF2B5EF4-FFF2-40B4-BE49-F238E27FC236}">
                <a16:creationId xmlns:a16="http://schemas.microsoft.com/office/drawing/2014/main" id="{17CD157F-D3C9-1E3B-56AC-86F51CBDA2C5}"/>
              </a:ext>
            </a:extLst>
          </p:cNvPr>
          <p:cNvSpPr>
            <a:spLocks xmlns:a="http://schemas.openxmlformats.org/drawingml/2006/main" noGrp="1"/>
          </p:cNvSpPr>
          <p:nvPr>
            <p:ph type="pic" idx="34" hasCustomPrompt="1"/>
          </p:nvPr>
        </p:nvSpPr>
        <p:spPr>
          <a:xfrm xmlns:a="http://schemas.openxmlformats.org/drawingml/2006/main">
            <a:off x="6095603" y="-1"/>
            <a:ext cx="2885888" cy="2662069"/>
          </a:xfrm>
          <a:prstGeom xmlns:a="http://schemas.openxmlformats.org/drawingml/2006/main" prst="rect">
            <a:avLst/>
          </a:prstGeom>
        </p:spPr>
        <p:txBody>
          <a:bodyPr xmlns:a="http://schemas.openxmlformats.org/drawingml/2006/main" anchor="ctr"/>
          <a:lstStyle xmlns:a="http://schemas.openxmlformats.org/drawingml/2006/main">
            <a:lvl1pPr marL="0" indent="0" algn="ctr">
              <a:buNone/>
              <a:defRPr>
                <a:solidFill>
                  <a:schemeClr val="tx1"/>
                </a:solidFill>
              </a:defRPr>
            </a:lvl1pPr>
          </a:lstStyle>
          <a:p xmlns:a="http://schemas.openxmlformats.org/drawingml/2006/main">
            <a:r>
              <a:t>Click to add photo or illustration</a:t>
            </a:r>
          </a:p>
          <a:p xmlns:a="http://schemas.openxmlformats.org/drawingml/2006/main">
            <a:endParaRPr/>
          </a:p>
          <a:p xmlns:a="http://schemas.openxmlformats.org/drawingml/2006/main">
            <a:endParaRPr/>
          </a:p>
          <a:p xmlns:a="http://schemas.openxmlformats.org/drawingml/2006/main">
            <a:endParaRPr/>
          </a:p>
        </p:txBody>
      </p:sp>
      <p:sp>
        <p:nvSpPr>
          <p:cNvPr id="11" name="Picture Placeholder 10">
            <a:extLst xmlns:a="http://schemas.openxmlformats.org/drawingml/2006/main">
              <a:ext uri="{FF2B5EF4-FFF2-40B4-BE49-F238E27FC236}">
                <a16:creationId xmlns:a16="http://schemas.microsoft.com/office/drawing/2014/main" id="{D9A0A2C7-B129-2C84-4EC5-9BE7DAA226FD}"/>
              </a:ext>
            </a:extLst>
          </p:cNvPr>
          <p:cNvSpPr>
            <a:spLocks xmlns:a="http://schemas.openxmlformats.org/drawingml/2006/main" noGrp="1"/>
          </p:cNvSpPr>
          <p:nvPr>
            <p:ph type="pic" idx="33" hasCustomPrompt="1"/>
          </p:nvPr>
        </p:nvSpPr>
        <p:spPr>
          <a:xfrm xmlns:a="http://schemas.openxmlformats.org/drawingml/2006/main">
            <a:off x="9049339" y="4122738"/>
            <a:ext cx="3142661" cy="2735263"/>
          </a:xfrm>
          <a:prstGeom xmlns:a="http://schemas.openxmlformats.org/drawingml/2006/main" prst="rect">
            <a:avLst/>
          </a:prstGeom>
        </p:spPr>
        <p:txBody>
          <a:bodyPr xmlns:a="http://schemas.openxmlformats.org/drawingml/2006/main" anchor="ctr"/>
          <a:lstStyle xmlns:a="http://schemas.openxmlformats.org/drawingml/2006/main">
            <a:lvl1pPr marL="0" indent="0" algn="ctr">
              <a:buNone/>
              <a:defRPr>
                <a:solidFill>
                  <a:schemeClr val="tx1"/>
                </a:solidFill>
              </a:defRPr>
            </a:lvl1pPr>
          </a:lstStyle>
          <a:p xmlns:a="http://schemas.openxmlformats.org/drawingml/2006/main">
            <a:r>
              <a:t>Click to add photo or illustration</a:t>
            </a:r>
          </a:p>
          <a:p xmlns:a="http://schemas.openxmlformats.org/drawingml/2006/main">
            <a:endParaRPr/>
          </a:p>
          <a:p xmlns:a="http://schemas.openxmlformats.org/drawingml/2006/main">
            <a:endParaRPr/>
          </a:p>
        </p:txBody>
      </p:sp>
      <p:sp>
        <p:nvSpPr>
          <p:cNvPr id="9" name="Picture Placeholder 8">
            <a:extLst xmlns:a="http://schemas.openxmlformats.org/drawingml/2006/main">
              <a:ext uri="{FF2B5EF4-FFF2-40B4-BE49-F238E27FC236}">
                <a16:creationId xmlns:a16="http://schemas.microsoft.com/office/drawing/2014/main" id="{1E2386B7-272F-BDAB-2DCD-298558469EDB}"/>
              </a:ext>
            </a:extLst>
          </p:cNvPr>
          <p:cNvSpPr>
            <a:spLocks xmlns:a="http://schemas.openxmlformats.org/drawingml/2006/main" noGrp="1"/>
          </p:cNvSpPr>
          <p:nvPr>
            <p:ph type="pic" idx="32" hasCustomPrompt="1"/>
          </p:nvPr>
        </p:nvSpPr>
        <p:spPr>
          <a:xfrm xmlns:a="http://schemas.openxmlformats.org/drawingml/2006/main">
            <a:off x="9049131" y="0"/>
            <a:ext cx="3142870" cy="4060563"/>
          </a:xfrm>
          <a:prstGeom xmlns:a="http://schemas.openxmlformats.org/drawingml/2006/main" prst="rect">
            <a:avLst/>
          </a:prstGeom>
        </p:spPr>
        <p:txBody>
          <a:bodyPr xmlns:a="http://schemas.openxmlformats.org/drawingml/2006/main" anchor="ctr"/>
          <a:lstStyle xmlns:a="http://schemas.openxmlformats.org/drawingml/2006/main">
            <a:lvl1pPr marL="0" indent="0" algn="ctr">
              <a:buNone/>
              <a:defRPr>
                <a:solidFill>
                  <a:schemeClr val="tx1"/>
                </a:solidFill>
              </a:defRPr>
            </a:lvl1pPr>
          </a:lstStyle>
          <a:p xmlns:a="http://schemas.openxmlformats.org/drawingml/2006/main">
            <a:r>
              <a:t>Click to add photo or illustration</a:t>
            </a:r>
          </a:p>
          <a:p xmlns:a="http://schemas.openxmlformats.org/drawingml/2006/main">
            <a:endParaRPr/>
          </a:p>
          <a:p xmlns:a="http://schemas.openxmlformats.org/drawingml/2006/main">
            <a:endParaRPr/>
          </a:p>
          <a:p xmlns:a="http://schemas.openxmlformats.org/drawingml/2006/main">
            <a:endParaRPr/>
          </a:p>
        </p:txBody>
      </p:sp>
      <p:sp>
        <p:nvSpPr>
          <p:cNvPr id="2" name="Slide Number Placeholder 5">
            <a:extLst xmlns:a="http://schemas.openxmlformats.org/drawingml/2006/main">
              <a:ext uri="{FF2B5EF4-FFF2-40B4-BE49-F238E27FC236}">
                <a16:creationId xmlns:a16="http://schemas.microsoft.com/office/drawing/2014/main" id="{FBD94B30-BCEE-59B6-7AE0-7786317741C5}"/>
              </a:ext>
            </a:extLst>
          </p:cNvPr>
          <p:cNvSpPr>
            <a:spLocks xmlns:a="http://schemas.openxmlformats.org/drawingml/2006/main" noGrp="1"/>
          </p:cNvSpPr>
          <p:nvPr>
            <p:ph type="sldNum" idx="40"/>
          </p:nvPr>
        </p:nvSpPr>
        <p:spPr>
          <a:xfrm xmlns:a="http://schemas.openxmlformats.org/drawingml/2006/main">
            <a:off x="762000" y="6423660"/>
            <a:ext cx="365760" cy="365760"/>
          </a:xfrm>
        </p:spPr>
        <p:txBody>
          <a:bodyPr xmlns:a="http://schemas.openxmlformats.org/drawingml/2006/main"/>
          <a:lstStyle xmlns:a="http://schemas.openxmlformats.org/drawingml/2006/main">
            <a:lvl1pPr>
              <a:buNone/>
              <a:defRPr>
                <a:solidFill>
                  <a:srgbClr val="AEA8A2"/>
                </a:solidFill>
              </a:defRPr>
            </a:lvl1pPr>
          </a:lstStyle>
          <a:p xmlns:a="http://schemas.openxmlformats.org/drawingml/2006/main">
            <a:fld id="{345D60D9-5372-5F40-9443-0F9AE5BDC3C8}" type="slidenum">
              <a:t>‹#›</a:t>
            </a:fld>
            <a:endParaRPr/>
          </a:p>
        </p:txBody>
      </p:sp>
      <p:sp>
        <p:nvSpPr>
          <p:cNvPr id="6" name="Footer Placeholder 4">
            <a:extLst xmlns:a="http://schemas.openxmlformats.org/drawingml/2006/main">
              <a:ext uri="{FF2B5EF4-FFF2-40B4-BE49-F238E27FC236}">
                <a16:creationId xmlns:a16="http://schemas.microsoft.com/office/drawing/2014/main" id="{D39C8B0E-97D7-991C-2025-14272B07B525}"/>
              </a:ext>
            </a:extLst>
          </p:cNvPr>
          <p:cNvSpPr>
            <a:spLocks xmlns:a="http://schemas.openxmlformats.org/drawingml/2006/main" noGrp="1"/>
          </p:cNvSpPr>
          <p:nvPr>
            <p:ph type="ftr" idx="39"/>
          </p:nvPr>
        </p:nvSpPr>
        <p:spPr>
          <a:xfrm xmlns:a="http://schemas.openxmlformats.org/drawingml/2006/main">
            <a:off x="1127759" y="6423978"/>
            <a:ext cx="5745379" cy="365125"/>
          </a:xfrm>
        </p:spPr>
        <p:txBody>
          <a:bodyPr xmlns:a="http://schemas.openxmlformats.org/drawingml/2006/main"/>
          <a:lstStyle xmlns:a="http://schemas.openxmlformats.org/drawingml/2006/main">
            <a:lvl1pPr>
              <a:buNone/>
              <a:defRPr>
                <a:solidFill>
                  <a:srgbClr val="AEA8A2"/>
                </a:solidFill>
              </a:defRPr>
            </a:lvl1pPr>
          </a:lstStyle>
          <a:p xmlns:a="http://schemas.openxmlformats.org/drawingml/2006/main">
            <a:r>
              <a:t>Copyright © 2025, Oracle and/or its affiliates |  Confidential: Internal/Restricted/Highly Restricted</a:t>
            </a:r>
            <a:endParaRPr/>
          </a:p>
        </p:txBody>
      </p:sp>
      <p:sp>
        <p:nvSpPr>
          <p:cNvPr id="12" name="Date Placeholder 3">
            <a:extLst xmlns:a="http://schemas.openxmlformats.org/drawingml/2006/main">
              <a:ext uri="{FF2B5EF4-FFF2-40B4-BE49-F238E27FC236}">
                <a16:creationId xmlns:a16="http://schemas.microsoft.com/office/drawing/2014/main" id="{CB7D4F94-59C8-86AE-466F-98696039DFD2}"/>
              </a:ext>
            </a:extLst>
          </p:cNvPr>
          <p:cNvSpPr>
            <a:spLocks xmlns:a="http://schemas.openxmlformats.org/drawingml/2006/main" noGrp="1"/>
          </p:cNvSpPr>
          <p:nvPr>
            <p:ph type="dt" idx="41"/>
          </p:nvPr>
        </p:nvSpPr>
        <p:spPr>
          <a:xfrm xmlns:a="http://schemas.openxmlformats.org/drawingml/2006/main">
            <a:off x="6873138" y="6425604"/>
            <a:ext cx="2743200" cy="363500"/>
          </a:xfrm>
        </p:spPr>
        <p:txBody>
          <a:bodyPr xmlns:a="http://schemas.openxmlformats.org/drawingml/2006/main"/>
          <a:lstStyle xmlns:a="http://schemas.openxmlformats.org/drawingml/2006/main">
            <a:lvl1pPr>
              <a:buNone/>
              <a:defRPr>
                <a:solidFill>
                  <a:srgbClr val="AEA8A2"/>
                </a:solidFill>
              </a:defRPr>
            </a:lvl1pPr>
          </a:lstStyle>
          <a:p xmlns:a="http://schemas.openxmlformats.org/drawingml/2006/main">
            <a:r>
              <a:t>[Date]</a:t>
            </a:r>
            <a:endParaRPr/>
          </a:p>
        </p:txBody>
      </p:sp>
    </p:spTree>
  </p:cSld>
</p:sldLayout>
</file>

<file path=ppt/slideLayouts/slideLayout90.xml><?xml version="1.0" encoding="utf-8"?>
<p:sldLayout xmlns:p="http://schemas.openxmlformats.org/presentationml/2006/main" preserve="1" userDrawn="1">
  <p:cSld name="Photo Collage + Content Light">
    <p:bg>
      <p:bgRef idx="1001">
        <a:schemeClr xmlns:a="http://schemas.openxmlformats.org/drawingml/2006/main" val="bg2"/>
      </p:bgRef>
    </p:bg>
    <p:spTree>
      <p:nvGrpSpPr>
        <p:cNvPr id="1" name=""/>
        <p:cNvGrpSpPr/>
        <p:nvPr/>
      </p:nvGrpSpPr>
      <p:grpSpPr>
        <a:xfrm xmlns:a="http://schemas.openxmlformats.org/drawingml/2006/main"/>
      </p:grpSpPr>
      <p:sp>
        <p:nvSpPr>
          <p:cNvPr id="4" name="Title 1">
            <a:extLst xmlns:a="http://schemas.openxmlformats.org/drawingml/2006/main">
              <a:ext uri="{FF2B5EF4-FFF2-40B4-BE49-F238E27FC236}">
                <a16:creationId xmlns:a16="http://schemas.microsoft.com/office/drawing/2014/main" id="{AE9CD95A-1265-2999-4C85-664DC8CE8978}"/>
              </a:ext>
            </a:extLst>
          </p:cNvPr>
          <p:cNvSpPr>
            <a:spLocks xmlns:a="http://schemas.openxmlformats.org/drawingml/2006/main" noGrp="1"/>
          </p:cNvSpPr>
          <p:nvPr>
            <p:ph type="title" idx="0" hasCustomPrompt="1"/>
          </p:nvPr>
        </p:nvSpPr>
        <p:spPr>
          <a:xfrm xmlns:a="http://schemas.openxmlformats.org/drawingml/2006/main">
            <a:off x="768875" y="182403"/>
            <a:ext cx="4961369" cy="822960"/>
          </a:xfrm>
        </p:spPr>
        <p:txBody>
          <a:bodyPr xmlns:a="http://schemas.openxmlformats.org/drawingml/2006/main"/>
          <a:lstStyle xmlns:a="http://schemas.openxmlformats.org/drawingml/2006/main">
            <a:lvl1pPr>
              <a:lnSpc>
                <a:spcPct val="100000"/>
              </a:lnSpc>
              <a:buNone/>
              <a:defRPr b="1" i="0">
                <a:latin typeface="Oracle Sans Tab"/>
                <a:ea typeface="Oracle Sans Tab"/>
                <a:cs typeface="Oracle Sans Tab"/>
              </a:defRPr>
            </a:lvl1pPr>
          </a:lstStyle>
          <a:p xmlns:a="http://schemas.openxmlformats.org/drawingml/2006/main">
            <a:r>
              <a:t>Title</a:t>
            </a:r>
          </a:p>
        </p:txBody>
      </p:sp>
      <p:sp>
        <p:nvSpPr>
          <p:cNvPr id="3" name="Text Placeholder 2">
            <a:extLst xmlns:a="http://schemas.openxmlformats.org/drawingml/2006/main">
              <a:ext uri="{FF2B5EF4-FFF2-40B4-BE49-F238E27FC236}">
                <a16:creationId xmlns:a16="http://schemas.microsoft.com/office/drawing/2014/main" id="{A12F5E0A-F774-0941-0246-D4704DBA0B25}"/>
              </a:ext>
            </a:extLst>
          </p:cNvPr>
          <p:cNvSpPr>
            <a:spLocks xmlns:a="http://schemas.openxmlformats.org/drawingml/2006/main" noGrp="1"/>
          </p:cNvSpPr>
          <p:nvPr>
            <p:ph type="body" idx="29"/>
          </p:nvPr>
        </p:nvSpPr>
        <p:spPr>
          <a:xfrm xmlns:a="http://schemas.openxmlformats.org/drawingml/2006/main">
            <a:off x="792537" y="1751671"/>
            <a:ext cx="4899101" cy="1410405"/>
          </a:xfrm>
          <a:prstGeom xmlns:a="http://schemas.openxmlformats.org/drawingml/2006/main" prst="rect">
            <a:avLst/>
          </a:prstGeom>
        </p:spPr>
        <p:txBody>
          <a:bodyPr xmlns:a="http://schemas.openxmlformats.org/drawingml/2006/main"/>
          <a:lstStyle xmlns:a="http://schemas.openxmlformats.org/drawingml/2006/main">
            <a:lvl1pPr marL="0" marR="0" indent="0" algn="l" defTabSz="914172">
              <a:lnSpc>
                <a:spcPct val="100000"/>
              </a:lnSpc>
              <a:spcBef>
                <a:spcPts val="1000"/>
              </a:spcBef>
              <a:spcAft>
                <a:spcPts val="0"/>
              </a:spcAft>
              <a:buClrTx/>
              <a:buSzTx/>
              <a:buFont typeface="Arial"/>
              <a:buNone/>
              <a:defRPr sz="1600" b="1" i="0" kern="1200">
                <a:solidFill>
                  <a:schemeClr val="tx1"/>
                </a:solidFill>
                <a:latin typeface="Oracle Sans Tab"/>
                <a:ea typeface="Oracle Sans Tab"/>
                <a:cs typeface="Oracle Sans Tab"/>
              </a:defRPr>
            </a:lvl1pPr>
            <a:lvl2pPr marL="0" marR="0" indent="0" algn="l" defTabSz="914172">
              <a:lnSpc>
                <a:spcPct val="100000"/>
              </a:lnSpc>
              <a:spcBef>
                <a:spcPts val="500"/>
              </a:spcBef>
              <a:spcAft>
                <a:spcPts val="0"/>
              </a:spcAft>
              <a:buClrTx/>
              <a:buSzTx/>
              <a:buFont typeface="Arial"/>
              <a:buNone/>
              <a:defRPr sz="1600" b="0" i="0" kern="1200">
                <a:solidFill>
                  <a:schemeClr val="tx1"/>
                </a:solidFill>
                <a:latin typeface="Oracle Sans Tab"/>
                <a:ea typeface="Oracle Sans Tab"/>
                <a:cs typeface="Oracle Sans Tab"/>
              </a:defRPr>
            </a:lvl2pPr>
            <a:lvl3pPr marL="119833" marR="0" indent="0" algn="l" defTabSz="914172">
              <a:lnSpc>
                <a:spcPct val="100000"/>
              </a:lnSpc>
              <a:spcBef>
                <a:spcPts val="500"/>
              </a:spcBef>
              <a:spcAft>
                <a:spcPts val="0"/>
              </a:spcAft>
              <a:buClrTx/>
              <a:buSzTx/>
              <a:buFont typeface="Arial"/>
              <a:buNone/>
              <a:defRPr sz="1600" b="0" i="0" kern="1200">
                <a:solidFill>
                  <a:schemeClr val="tx1"/>
                </a:solidFill>
                <a:latin typeface="Oracle Sans Tab"/>
                <a:ea typeface="Oracle Sans Tab"/>
                <a:cs typeface="Oracle Sans Tab"/>
              </a:defRPr>
            </a:lvl3pPr>
          </a:lstStyle>
          <a:p xmlns:a="http://schemas.openxmlformats.org/drawingml/2006/main">
            <a:pPr marL="342831" lvl="0" indent="-342831" algn="l" defTabSz="914172">
              <a:lnSpc>
                <a:spcPct val="110000"/>
              </a:lnSpc>
              <a:spcBef>
                <a:spcPts val="300"/>
              </a:spcBef>
              <a:buNone/>
            </a:pPr>
            <a:r>
              <a:t>Click to edit Master text styles</a:t>
            </a:r>
          </a:p>
          <a:p xmlns:a="http://schemas.openxmlformats.org/drawingml/2006/main">
            <a:pPr marL="342831" lvl="1" indent="-342831" algn="l" defTabSz="914172">
              <a:lnSpc>
                <a:spcPct val="110000"/>
              </a:lnSpc>
              <a:spcBef>
                <a:spcPts val="300"/>
              </a:spcBef>
              <a:buNone/>
            </a:pPr>
            <a:r>
              <a:t>Second level</a:t>
            </a:r>
          </a:p>
          <a:p xmlns:a="http://schemas.openxmlformats.org/drawingml/2006/main">
            <a:pPr marL="342831" lvl="2" indent="-342831" algn="l" defTabSz="914172">
              <a:lnSpc>
                <a:spcPct val="110000"/>
              </a:lnSpc>
              <a:spcBef>
                <a:spcPts val="300"/>
              </a:spcBef>
              <a:buNone/>
            </a:pPr>
            <a:r>
              <a:t>Third level</a:t>
            </a:r>
          </a:p>
        </p:txBody>
      </p:sp>
      <p:sp>
        <p:nvSpPr>
          <p:cNvPr id="10" name="Text Placeholder 2">
            <a:extLst xmlns:a="http://schemas.openxmlformats.org/drawingml/2006/main">
              <a:ext uri="{FF2B5EF4-FFF2-40B4-BE49-F238E27FC236}">
                <a16:creationId xmlns:a16="http://schemas.microsoft.com/office/drawing/2014/main" id="{FB6C8AB0-7757-DF1D-9CCE-4510B7276134}"/>
              </a:ext>
            </a:extLst>
          </p:cNvPr>
          <p:cNvSpPr>
            <a:spLocks xmlns:a="http://schemas.openxmlformats.org/drawingml/2006/main" noGrp="1"/>
          </p:cNvSpPr>
          <p:nvPr>
            <p:ph type="body" idx="38"/>
          </p:nvPr>
        </p:nvSpPr>
        <p:spPr>
          <a:xfrm xmlns:a="http://schemas.openxmlformats.org/drawingml/2006/main">
            <a:off x="792537" y="3378765"/>
            <a:ext cx="4899101" cy="1410405"/>
          </a:xfrm>
          <a:prstGeom xmlns:a="http://schemas.openxmlformats.org/drawingml/2006/main" prst="rect">
            <a:avLst/>
          </a:prstGeom>
        </p:spPr>
        <p:txBody>
          <a:bodyPr xmlns:a="http://schemas.openxmlformats.org/drawingml/2006/main"/>
          <a:lstStyle xmlns:a="http://schemas.openxmlformats.org/drawingml/2006/main">
            <a:lvl1pPr marL="0" marR="0" indent="0" algn="l" defTabSz="914172">
              <a:lnSpc>
                <a:spcPct val="100000"/>
              </a:lnSpc>
              <a:spcBef>
                <a:spcPts val="1000"/>
              </a:spcBef>
              <a:spcAft>
                <a:spcPts val="0"/>
              </a:spcAft>
              <a:buClrTx/>
              <a:buSzTx/>
              <a:buFont typeface="Arial"/>
              <a:buNone/>
              <a:defRPr sz="1600" b="1" i="0" kern="1200">
                <a:solidFill>
                  <a:schemeClr val="tx1"/>
                </a:solidFill>
                <a:latin typeface="Oracle Sans Tab"/>
                <a:ea typeface="Oracle Sans Tab"/>
                <a:cs typeface="Oracle Sans Tab"/>
              </a:defRPr>
            </a:lvl1pPr>
            <a:lvl2pPr marL="0" marR="0" indent="0" algn="l" defTabSz="914172">
              <a:lnSpc>
                <a:spcPct val="100000"/>
              </a:lnSpc>
              <a:spcBef>
                <a:spcPts val="500"/>
              </a:spcBef>
              <a:spcAft>
                <a:spcPts val="0"/>
              </a:spcAft>
              <a:buClrTx/>
              <a:buSzTx/>
              <a:buFont typeface="Arial"/>
              <a:buNone/>
              <a:defRPr sz="1600" b="0" i="0" kern="1200">
                <a:solidFill>
                  <a:schemeClr val="tx1"/>
                </a:solidFill>
                <a:latin typeface="Oracle Sans Tab"/>
                <a:ea typeface="Oracle Sans Tab"/>
                <a:cs typeface="Oracle Sans Tab"/>
              </a:defRPr>
            </a:lvl2pPr>
            <a:lvl3pPr marL="119833" marR="0" indent="0" algn="l" defTabSz="914172">
              <a:lnSpc>
                <a:spcPct val="100000"/>
              </a:lnSpc>
              <a:spcBef>
                <a:spcPts val="500"/>
              </a:spcBef>
              <a:spcAft>
                <a:spcPts val="0"/>
              </a:spcAft>
              <a:buClrTx/>
              <a:buSzTx/>
              <a:buFont typeface="Arial"/>
              <a:buNone/>
              <a:defRPr sz="1600" b="0" i="0" kern="1200">
                <a:solidFill>
                  <a:schemeClr val="tx1"/>
                </a:solidFill>
                <a:latin typeface="Oracle Sans Tab"/>
                <a:ea typeface="Oracle Sans Tab"/>
                <a:cs typeface="Oracle Sans Tab"/>
              </a:defRPr>
            </a:lvl3pPr>
          </a:lstStyle>
          <a:p xmlns:a="http://schemas.openxmlformats.org/drawingml/2006/main">
            <a:pPr marL="342831" lvl="0" indent="-342831" algn="l" defTabSz="914172">
              <a:lnSpc>
                <a:spcPct val="110000"/>
              </a:lnSpc>
              <a:spcBef>
                <a:spcPts val="300"/>
              </a:spcBef>
              <a:buNone/>
            </a:pPr>
            <a:r>
              <a:t>Click to edit Master text styles</a:t>
            </a:r>
          </a:p>
          <a:p xmlns:a="http://schemas.openxmlformats.org/drawingml/2006/main">
            <a:pPr marL="342831" lvl="1" indent="-342831" algn="l" defTabSz="914172">
              <a:lnSpc>
                <a:spcPct val="110000"/>
              </a:lnSpc>
              <a:spcBef>
                <a:spcPts val="300"/>
              </a:spcBef>
              <a:buNone/>
            </a:pPr>
            <a:r>
              <a:t>Second level</a:t>
            </a:r>
          </a:p>
          <a:p xmlns:a="http://schemas.openxmlformats.org/drawingml/2006/main">
            <a:pPr marL="342831" lvl="2" indent="-342831" algn="l" defTabSz="914172">
              <a:lnSpc>
                <a:spcPct val="110000"/>
              </a:lnSpc>
              <a:spcBef>
                <a:spcPts val="300"/>
              </a:spcBef>
              <a:buNone/>
            </a:pPr>
            <a:r>
              <a:t>Third level</a:t>
            </a:r>
          </a:p>
        </p:txBody>
      </p:sp>
      <p:sp>
        <p:nvSpPr>
          <p:cNvPr id="8" name="Text Placeholder 2">
            <a:extLst xmlns:a="http://schemas.openxmlformats.org/drawingml/2006/main">
              <a:ext uri="{FF2B5EF4-FFF2-40B4-BE49-F238E27FC236}">
                <a16:creationId xmlns:a16="http://schemas.microsoft.com/office/drawing/2014/main" id="{5EF42849-DE58-A637-B663-CB6753E7BB76}"/>
              </a:ext>
            </a:extLst>
          </p:cNvPr>
          <p:cNvSpPr>
            <a:spLocks xmlns:a="http://schemas.openxmlformats.org/drawingml/2006/main" noGrp="1"/>
          </p:cNvSpPr>
          <p:nvPr>
            <p:ph type="body" idx="37"/>
          </p:nvPr>
        </p:nvSpPr>
        <p:spPr>
          <a:xfrm xmlns:a="http://schemas.openxmlformats.org/drawingml/2006/main">
            <a:off x="792537" y="5005861"/>
            <a:ext cx="4899101" cy="1128240"/>
          </a:xfrm>
          <a:prstGeom xmlns:a="http://schemas.openxmlformats.org/drawingml/2006/main" prst="rect">
            <a:avLst/>
          </a:prstGeom>
        </p:spPr>
        <p:txBody>
          <a:bodyPr xmlns:a="http://schemas.openxmlformats.org/drawingml/2006/main"/>
          <a:lstStyle xmlns:a="http://schemas.openxmlformats.org/drawingml/2006/main">
            <a:lvl1pPr marL="0" marR="0" indent="0" algn="l" defTabSz="914172">
              <a:lnSpc>
                <a:spcPct val="100000"/>
              </a:lnSpc>
              <a:spcBef>
                <a:spcPts val="1000"/>
              </a:spcBef>
              <a:spcAft>
                <a:spcPts val="0"/>
              </a:spcAft>
              <a:buClrTx/>
              <a:buSzTx/>
              <a:buFont typeface="Arial"/>
              <a:buNone/>
              <a:defRPr sz="1600" b="1" i="0" kern="1200">
                <a:solidFill>
                  <a:schemeClr val="tx1"/>
                </a:solidFill>
                <a:latin typeface="Oracle Sans Tab"/>
                <a:ea typeface="Oracle Sans Tab"/>
                <a:cs typeface="Oracle Sans Tab"/>
              </a:defRPr>
            </a:lvl1pPr>
            <a:lvl2pPr marL="0" marR="0" indent="0" algn="l" defTabSz="914172">
              <a:lnSpc>
                <a:spcPct val="100000"/>
              </a:lnSpc>
              <a:spcBef>
                <a:spcPts val="500"/>
              </a:spcBef>
              <a:spcAft>
                <a:spcPts val="0"/>
              </a:spcAft>
              <a:buClrTx/>
              <a:buSzTx/>
              <a:buFont typeface="Arial"/>
              <a:buNone/>
              <a:defRPr sz="1600" b="0" i="0" kern="1200">
                <a:solidFill>
                  <a:schemeClr val="tx1"/>
                </a:solidFill>
                <a:latin typeface="Oracle Sans Tab"/>
                <a:ea typeface="Oracle Sans Tab"/>
                <a:cs typeface="Oracle Sans Tab"/>
              </a:defRPr>
            </a:lvl2pPr>
            <a:lvl3pPr marL="119833" marR="0" indent="0" algn="l" defTabSz="914172">
              <a:lnSpc>
                <a:spcPct val="100000"/>
              </a:lnSpc>
              <a:spcBef>
                <a:spcPts val="500"/>
              </a:spcBef>
              <a:spcAft>
                <a:spcPts val="0"/>
              </a:spcAft>
              <a:buClrTx/>
              <a:buSzTx/>
              <a:buFont typeface="Arial"/>
              <a:buNone/>
              <a:defRPr sz="1600" b="0" i="0" kern="1200">
                <a:solidFill>
                  <a:schemeClr val="tx1"/>
                </a:solidFill>
                <a:latin typeface="Oracle Sans Tab"/>
                <a:ea typeface="Oracle Sans Tab"/>
                <a:cs typeface="Oracle Sans Tab"/>
              </a:defRPr>
            </a:lvl3pPr>
          </a:lstStyle>
          <a:p xmlns:a="http://schemas.openxmlformats.org/drawingml/2006/main">
            <a:pPr marL="342831" lvl="0" indent="-342831" algn="l" defTabSz="914172">
              <a:lnSpc>
                <a:spcPct val="110000"/>
              </a:lnSpc>
              <a:spcBef>
                <a:spcPts val="300"/>
              </a:spcBef>
              <a:buNone/>
            </a:pPr>
            <a:r>
              <a:t>Click to edit Master text styles</a:t>
            </a:r>
          </a:p>
          <a:p xmlns:a="http://schemas.openxmlformats.org/drawingml/2006/main">
            <a:pPr marL="342831" lvl="1" indent="-342831" algn="l" defTabSz="914172">
              <a:lnSpc>
                <a:spcPct val="110000"/>
              </a:lnSpc>
              <a:spcBef>
                <a:spcPts val="300"/>
              </a:spcBef>
              <a:buNone/>
            </a:pPr>
            <a:r>
              <a:t>Second level</a:t>
            </a:r>
          </a:p>
          <a:p xmlns:a="http://schemas.openxmlformats.org/drawingml/2006/main">
            <a:pPr marL="342831" lvl="2" indent="-342831" algn="l" defTabSz="914172">
              <a:lnSpc>
                <a:spcPct val="110000"/>
              </a:lnSpc>
              <a:spcBef>
                <a:spcPts val="300"/>
              </a:spcBef>
              <a:buNone/>
            </a:pPr>
            <a:r>
              <a:t>Third level</a:t>
            </a:r>
          </a:p>
        </p:txBody>
      </p:sp>
      <p:sp>
        <p:nvSpPr>
          <p:cNvPr id="20" name="Picture Placeholder 17">
            <a:extLst xmlns:a="http://schemas.openxmlformats.org/drawingml/2006/main">
              <a:ext uri="{FF2B5EF4-FFF2-40B4-BE49-F238E27FC236}">
                <a16:creationId xmlns:a16="http://schemas.microsoft.com/office/drawing/2014/main" id="{445E1E13-5767-FE9A-C855-C6FD3055FC6A}"/>
              </a:ext>
            </a:extLst>
          </p:cNvPr>
          <p:cNvSpPr>
            <a:spLocks xmlns:a="http://schemas.openxmlformats.org/drawingml/2006/main" noGrp="1"/>
          </p:cNvSpPr>
          <p:nvPr>
            <p:ph type="pic" idx="36" hasCustomPrompt="1"/>
          </p:nvPr>
        </p:nvSpPr>
        <p:spPr>
          <a:xfrm xmlns:a="http://schemas.openxmlformats.org/drawingml/2006/main">
            <a:off x="6095603" y="5457103"/>
            <a:ext cx="2885888" cy="1400897"/>
          </a:xfrm>
          <a:prstGeom xmlns:a="http://schemas.openxmlformats.org/drawingml/2006/main" prst="rect">
            <a:avLst/>
          </a:prstGeom>
        </p:spPr>
        <p:txBody>
          <a:bodyPr xmlns:a="http://schemas.openxmlformats.org/drawingml/2006/main" anchor="ctr"/>
          <a:lstStyle xmlns:a="http://schemas.openxmlformats.org/drawingml/2006/main">
            <a:lvl1pPr marL="0" indent="0" algn="ctr">
              <a:buNone/>
              <a:defRPr>
                <a:solidFill>
                  <a:schemeClr val="tx1"/>
                </a:solidFill>
              </a:defRPr>
            </a:lvl1pPr>
          </a:lstStyle>
          <a:p xmlns:a="http://schemas.openxmlformats.org/drawingml/2006/main">
            <a:r>
              <a:t>Click to add photo or illustration</a:t>
            </a:r>
          </a:p>
          <a:p xmlns:a="http://schemas.openxmlformats.org/drawingml/2006/main">
            <a:endParaRPr/>
          </a:p>
          <a:p xmlns:a="http://schemas.openxmlformats.org/drawingml/2006/main">
            <a:endParaRPr/>
          </a:p>
        </p:txBody>
      </p:sp>
      <p:sp>
        <p:nvSpPr>
          <p:cNvPr id="19" name="Picture Placeholder 17">
            <a:extLst xmlns:a="http://schemas.openxmlformats.org/drawingml/2006/main">
              <a:ext uri="{FF2B5EF4-FFF2-40B4-BE49-F238E27FC236}">
                <a16:creationId xmlns:a16="http://schemas.microsoft.com/office/drawing/2014/main" id="{128E96FD-9D3F-692F-EB8E-C1CA80E5D55D}"/>
              </a:ext>
            </a:extLst>
          </p:cNvPr>
          <p:cNvSpPr>
            <a:spLocks xmlns:a="http://schemas.openxmlformats.org/drawingml/2006/main" noGrp="1"/>
          </p:cNvSpPr>
          <p:nvPr>
            <p:ph type="pic" idx="35" hasCustomPrompt="1"/>
          </p:nvPr>
        </p:nvSpPr>
        <p:spPr>
          <a:xfrm xmlns:a="http://schemas.openxmlformats.org/drawingml/2006/main">
            <a:off x="6095603" y="2726373"/>
            <a:ext cx="2885888" cy="2662069"/>
          </a:xfrm>
          <a:prstGeom xmlns:a="http://schemas.openxmlformats.org/drawingml/2006/main" prst="rect">
            <a:avLst/>
          </a:prstGeom>
        </p:spPr>
        <p:txBody>
          <a:bodyPr xmlns:a="http://schemas.openxmlformats.org/drawingml/2006/main" anchor="ctr"/>
          <a:lstStyle xmlns:a="http://schemas.openxmlformats.org/drawingml/2006/main">
            <a:lvl1pPr marL="0" indent="0" algn="ctr">
              <a:buNone/>
              <a:defRPr>
                <a:solidFill>
                  <a:schemeClr val="tx1"/>
                </a:solidFill>
              </a:defRPr>
            </a:lvl1pPr>
          </a:lstStyle>
          <a:p xmlns:a="http://schemas.openxmlformats.org/drawingml/2006/main">
            <a:r>
              <a:t>Click to add photo or illustration</a:t>
            </a:r>
          </a:p>
          <a:p xmlns:a="http://schemas.openxmlformats.org/drawingml/2006/main">
            <a:endParaRPr/>
          </a:p>
          <a:p xmlns:a="http://schemas.openxmlformats.org/drawingml/2006/main">
            <a:endParaRPr/>
          </a:p>
          <a:p xmlns:a="http://schemas.openxmlformats.org/drawingml/2006/main">
            <a:endParaRPr/>
          </a:p>
        </p:txBody>
      </p:sp>
      <p:sp>
        <p:nvSpPr>
          <p:cNvPr id="18" name="Picture Placeholder 17">
            <a:extLst xmlns:a="http://schemas.openxmlformats.org/drawingml/2006/main">
              <a:ext uri="{FF2B5EF4-FFF2-40B4-BE49-F238E27FC236}">
                <a16:creationId xmlns:a16="http://schemas.microsoft.com/office/drawing/2014/main" id="{17CD157F-D3C9-1E3B-56AC-86F51CBDA2C5}"/>
              </a:ext>
            </a:extLst>
          </p:cNvPr>
          <p:cNvSpPr>
            <a:spLocks xmlns:a="http://schemas.openxmlformats.org/drawingml/2006/main" noGrp="1"/>
          </p:cNvSpPr>
          <p:nvPr>
            <p:ph type="pic" idx="34" hasCustomPrompt="1"/>
          </p:nvPr>
        </p:nvSpPr>
        <p:spPr>
          <a:xfrm xmlns:a="http://schemas.openxmlformats.org/drawingml/2006/main">
            <a:off x="6095603" y="-1"/>
            <a:ext cx="2885888" cy="2662069"/>
          </a:xfrm>
          <a:prstGeom xmlns:a="http://schemas.openxmlformats.org/drawingml/2006/main" prst="rect">
            <a:avLst/>
          </a:prstGeom>
        </p:spPr>
        <p:txBody>
          <a:bodyPr xmlns:a="http://schemas.openxmlformats.org/drawingml/2006/main" anchor="ctr"/>
          <a:lstStyle xmlns:a="http://schemas.openxmlformats.org/drawingml/2006/main">
            <a:lvl1pPr marL="0" indent="0" algn="ctr">
              <a:buNone/>
              <a:defRPr>
                <a:solidFill>
                  <a:schemeClr val="tx1"/>
                </a:solidFill>
              </a:defRPr>
            </a:lvl1pPr>
          </a:lstStyle>
          <a:p xmlns:a="http://schemas.openxmlformats.org/drawingml/2006/main">
            <a:r>
              <a:t>Click to add photo or illustration</a:t>
            </a:r>
          </a:p>
          <a:p xmlns:a="http://schemas.openxmlformats.org/drawingml/2006/main">
            <a:endParaRPr/>
          </a:p>
          <a:p xmlns:a="http://schemas.openxmlformats.org/drawingml/2006/main">
            <a:endParaRPr/>
          </a:p>
          <a:p xmlns:a="http://schemas.openxmlformats.org/drawingml/2006/main">
            <a:endParaRPr/>
          </a:p>
        </p:txBody>
      </p:sp>
      <p:sp>
        <p:nvSpPr>
          <p:cNvPr id="11" name="Picture Placeholder 10">
            <a:extLst xmlns:a="http://schemas.openxmlformats.org/drawingml/2006/main">
              <a:ext uri="{FF2B5EF4-FFF2-40B4-BE49-F238E27FC236}">
                <a16:creationId xmlns:a16="http://schemas.microsoft.com/office/drawing/2014/main" id="{D9A0A2C7-B129-2C84-4EC5-9BE7DAA226FD}"/>
              </a:ext>
            </a:extLst>
          </p:cNvPr>
          <p:cNvSpPr>
            <a:spLocks xmlns:a="http://schemas.openxmlformats.org/drawingml/2006/main" noGrp="1"/>
          </p:cNvSpPr>
          <p:nvPr>
            <p:ph type="pic" idx="33" hasCustomPrompt="1"/>
          </p:nvPr>
        </p:nvSpPr>
        <p:spPr>
          <a:xfrm xmlns:a="http://schemas.openxmlformats.org/drawingml/2006/main">
            <a:off x="9049339" y="4122738"/>
            <a:ext cx="3142661" cy="2735263"/>
          </a:xfrm>
          <a:prstGeom xmlns:a="http://schemas.openxmlformats.org/drawingml/2006/main" prst="rect">
            <a:avLst/>
          </a:prstGeom>
        </p:spPr>
        <p:txBody>
          <a:bodyPr xmlns:a="http://schemas.openxmlformats.org/drawingml/2006/main" anchor="ctr"/>
          <a:lstStyle xmlns:a="http://schemas.openxmlformats.org/drawingml/2006/main">
            <a:lvl1pPr marL="0" indent="0" algn="ctr">
              <a:buNone/>
              <a:defRPr>
                <a:solidFill>
                  <a:schemeClr val="tx1"/>
                </a:solidFill>
              </a:defRPr>
            </a:lvl1pPr>
          </a:lstStyle>
          <a:p xmlns:a="http://schemas.openxmlformats.org/drawingml/2006/main">
            <a:r>
              <a:t>Click to add photo or illustration</a:t>
            </a:r>
          </a:p>
          <a:p xmlns:a="http://schemas.openxmlformats.org/drawingml/2006/main">
            <a:endParaRPr/>
          </a:p>
          <a:p xmlns:a="http://schemas.openxmlformats.org/drawingml/2006/main">
            <a:endParaRPr/>
          </a:p>
        </p:txBody>
      </p:sp>
      <p:sp>
        <p:nvSpPr>
          <p:cNvPr id="9" name="Picture Placeholder 8">
            <a:extLst xmlns:a="http://schemas.openxmlformats.org/drawingml/2006/main">
              <a:ext uri="{FF2B5EF4-FFF2-40B4-BE49-F238E27FC236}">
                <a16:creationId xmlns:a16="http://schemas.microsoft.com/office/drawing/2014/main" id="{1E2386B7-272F-BDAB-2DCD-298558469EDB}"/>
              </a:ext>
            </a:extLst>
          </p:cNvPr>
          <p:cNvSpPr>
            <a:spLocks xmlns:a="http://schemas.openxmlformats.org/drawingml/2006/main" noGrp="1"/>
          </p:cNvSpPr>
          <p:nvPr>
            <p:ph type="pic" idx="32" hasCustomPrompt="1"/>
          </p:nvPr>
        </p:nvSpPr>
        <p:spPr>
          <a:xfrm xmlns:a="http://schemas.openxmlformats.org/drawingml/2006/main">
            <a:off x="9049131" y="0"/>
            <a:ext cx="3142870" cy="4060563"/>
          </a:xfrm>
          <a:prstGeom xmlns:a="http://schemas.openxmlformats.org/drawingml/2006/main" prst="rect">
            <a:avLst/>
          </a:prstGeom>
        </p:spPr>
        <p:txBody>
          <a:bodyPr xmlns:a="http://schemas.openxmlformats.org/drawingml/2006/main" anchor="ctr"/>
          <a:lstStyle xmlns:a="http://schemas.openxmlformats.org/drawingml/2006/main">
            <a:lvl1pPr marL="0" indent="0" algn="ctr">
              <a:buNone/>
              <a:defRPr>
                <a:solidFill>
                  <a:schemeClr val="tx1"/>
                </a:solidFill>
              </a:defRPr>
            </a:lvl1pPr>
          </a:lstStyle>
          <a:p xmlns:a="http://schemas.openxmlformats.org/drawingml/2006/main">
            <a:r>
              <a:t>Click to add photo or illustration</a:t>
            </a:r>
          </a:p>
          <a:p xmlns:a="http://schemas.openxmlformats.org/drawingml/2006/main">
            <a:endParaRPr/>
          </a:p>
          <a:p xmlns:a="http://schemas.openxmlformats.org/drawingml/2006/main">
            <a:endParaRPr/>
          </a:p>
        </p:txBody>
      </p:sp>
      <p:sp>
        <p:nvSpPr>
          <p:cNvPr id="2" name="Slide Number Placeholder 5">
            <a:extLst xmlns:a="http://schemas.openxmlformats.org/drawingml/2006/main">
              <a:ext uri="{FF2B5EF4-FFF2-40B4-BE49-F238E27FC236}">
                <a16:creationId xmlns:a16="http://schemas.microsoft.com/office/drawing/2014/main" id="{FBD94B30-BCEE-59B6-7AE0-7786317741C5}"/>
              </a:ext>
            </a:extLst>
          </p:cNvPr>
          <p:cNvSpPr>
            <a:spLocks xmlns:a="http://schemas.openxmlformats.org/drawingml/2006/main" noGrp="1"/>
          </p:cNvSpPr>
          <p:nvPr>
            <p:ph type="sldNum" idx="40"/>
          </p:nvPr>
        </p:nvSpPr>
        <p:spPr>
          <a:xfrm xmlns:a="http://schemas.openxmlformats.org/drawingml/2006/main">
            <a:off x="762000" y="6423660"/>
            <a:ext cx="365760" cy="365760"/>
          </a:xfrm>
        </p:spPr>
        <p:txBody>
          <a:bodyPr xmlns:a="http://schemas.openxmlformats.org/drawingml/2006/main"/>
          <a:lstStyle xmlns:a="http://schemas.openxmlformats.org/drawingml/2006/main">
            <a:lvl1pPr>
              <a:buNone/>
              <a:defRPr>
                <a:solidFill>
                  <a:srgbClr val="514C47"/>
                </a:solidFill>
              </a:defRPr>
            </a:lvl1pPr>
          </a:lstStyle>
          <a:p xmlns:a="http://schemas.openxmlformats.org/drawingml/2006/main">
            <a:fld id="{345D60D9-5372-5F40-9443-0F9AE5BDC3C8}" type="slidenum">
              <a:t>‹#›</a:t>
            </a:fld>
            <a:endParaRPr/>
          </a:p>
        </p:txBody>
      </p:sp>
      <p:sp>
        <p:nvSpPr>
          <p:cNvPr id="6" name="Footer Placeholder 4">
            <a:extLst xmlns:a="http://schemas.openxmlformats.org/drawingml/2006/main">
              <a:ext uri="{FF2B5EF4-FFF2-40B4-BE49-F238E27FC236}">
                <a16:creationId xmlns:a16="http://schemas.microsoft.com/office/drawing/2014/main" id="{D39C8B0E-97D7-991C-2025-14272B07B525}"/>
              </a:ext>
            </a:extLst>
          </p:cNvPr>
          <p:cNvSpPr>
            <a:spLocks xmlns:a="http://schemas.openxmlformats.org/drawingml/2006/main" noGrp="1"/>
          </p:cNvSpPr>
          <p:nvPr>
            <p:ph type="ftr" idx="39"/>
          </p:nvPr>
        </p:nvSpPr>
        <p:spPr>
          <a:xfrm xmlns:a="http://schemas.openxmlformats.org/drawingml/2006/main">
            <a:off x="1127759" y="6423978"/>
            <a:ext cx="5745379" cy="365125"/>
          </a:xfrm>
        </p:spPr>
        <p:txBody>
          <a:bodyPr xmlns:a="http://schemas.openxmlformats.org/drawingml/2006/main"/>
          <a:lstStyle xmlns:a="http://schemas.openxmlformats.org/drawingml/2006/main">
            <a:lvl1pPr>
              <a:buNone/>
              <a:defRPr>
                <a:solidFill>
                  <a:srgbClr val="514C47"/>
                </a:solidFill>
              </a:defRPr>
            </a:lvl1pPr>
          </a:lstStyle>
          <a:p xmlns:a="http://schemas.openxmlformats.org/drawingml/2006/main">
            <a:r>
              <a:t>Copyright © 2025, Oracle and/or its affiliates |  Confidential: Internal/Restricted/Highly Restricted</a:t>
            </a:r>
            <a:endParaRPr/>
          </a:p>
        </p:txBody>
      </p:sp>
      <p:sp>
        <p:nvSpPr>
          <p:cNvPr id="12" name="Date Placeholder 3">
            <a:extLst xmlns:a="http://schemas.openxmlformats.org/drawingml/2006/main">
              <a:ext uri="{FF2B5EF4-FFF2-40B4-BE49-F238E27FC236}">
                <a16:creationId xmlns:a16="http://schemas.microsoft.com/office/drawing/2014/main" id="{CB7D4F94-59C8-86AE-466F-98696039DFD2}"/>
              </a:ext>
            </a:extLst>
          </p:cNvPr>
          <p:cNvSpPr>
            <a:spLocks xmlns:a="http://schemas.openxmlformats.org/drawingml/2006/main" noGrp="1"/>
          </p:cNvSpPr>
          <p:nvPr>
            <p:ph type="dt" idx="41"/>
          </p:nvPr>
        </p:nvSpPr>
        <p:spPr>
          <a:xfrm xmlns:a="http://schemas.openxmlformats.org/drawingml/2006/main">
            <a:off x="6873138" y="6425604"/>
            <a:ext cx="2743200" cy="363500"/>
          </a:xfrm>
        </p:spPr>
        <p:txBody>
          <a:bodyPr xmlns:a="http://schemas.openxmlformats.org/drawingml/2006/main"/>
          <a:lstStyle xmlns:a="http://schemas.openxmlformats.org/drawingml/2006/main">
            <a:lvl1pPr>
              <a:buNone/>
              <a:defRPr>
                <a:solidFill>
                  <a:srgbClr val="514C47"/>
                </a:solidFill>
              </a:defRPr>
            </a:lvl1pPr>
          </a:lstStyle>
          <a:p xmlns:a="http://schemas.openxmlformats.org/drawingml/2006/main">
            <a:r>
              <a:t>[Date]</a:t>
            </a:r>
            <a:endParaRPr/>
          </a:p>
        </p:txBody>
      </p:sp>
    </p:spTree>
  </p:cSld>
</p:sldLayout>
</file>

<file path=ppt/slideLayouts/slideLayout91.xml><?xml version="1.0" encoding="utf-8"?>
<p:sldLayout xmlns:p="http://schemas.openxmlformats.org/presentationml/2006/main" preserve="1" userDrawn="1">
  <p:cSld name="PHOTO_Full Slide">
    <p:bg>
      <p:bgRef idx="1001">
        <a:schemeClr xmlns:a="http://schemas.openxmlformats.org/drawingml/2006/main" val="bg2"/>
      </p:bgRef>
    </p:bg>
    <p:spTree>
      <p:nvGrpSpPr>
        <p:cNvPr id="1" name=""/>
        <p:cNvGrpSpPr/>
        <p:nvPr/>
      </p:nvGrpSpPr>
      <p:grpSpPr>
        <a:xfrm xmlns:a="http://schemas.openxmlformats.org/drawingml/2006/main"/>
      </p:grpSpPr>
      <p:sp>
        <p:nvSpPr>
          <p:cNvPr id="5" name="Slide Number Placeholder 7" hidden="1">
            <a:extLst xmlns:a="http://schemas.openxmlformats.org/drawingml/2006/main">
              <a:ext uri="{FF2B5EF4-FFF2-40B4-BE49-F238E27FC236}">
                <a16:creationId xmlns:a16="http://schemas.microsoft.com/office/drawing/2014/main" id="{B0BD77A1-77CB-B876-21BC-3E357707FB00}"/>
              </a:ext>
            </a:extLst>
          </p:cNvPr>
          <p:cNvSpPr>
            <a:spLocks xmlns:a="http://schemas.openxmlformats.org/drawingml/2006/main" noGrp="1"/>
          </p:cNvSpPr>
          <p:nvPr>
            <p:ph type="sldNum" idx="17"/>
          </p:nvPr>
        </p:nvSpPr>
        <p:spPr>
          <a:xfrm xmlns:a="http://schemas.openxmlformats.org/drawingml/2006/main">
            <a:off x="762000" y="6428637"/>
            <a:ext cx="365760" cy="36576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fld id="{345D60D9-5372-5F40-9443-0F9AE5BDC3C8}" type="slidenum">
              <a:t>‹#›</a:t>
            </a:fld>
            <a:endParaRPr/>
          </a:p>
        </p:txBody>
      </p:sp>
      <p:sp>
        <p:nvSpPr>
          <p:cNvPr id="7" name="Footer Placeholder 6" hidden="1">
            <a:extLst xmlns:a="http://schemas.openxmlformats.org/drawingml/2006/main">
              <a:ext uri="{FF2B5EF4-FFF2-40B4-BE49-F238E27FC236}">
                <a16:creationId xmlns:a16="http://schemas.microsoft.com/office/drawing/2014/main" id="{361D4689-E747-22B9-8A23-5E8372B62E14}"/>
              </a:ext>
            </a:extLst>
          </p:cNvPr>
          <p:cNvSpPr>
            <a:spLocks xmlns:a="http://schemas.openxmlformats.org/drawingml/2006/main" noGrp="1"/>
          </p:cNvSpPr>
          <p:nvPr>
            <p:ph type="ftr" idx="16"/>
          </p:nvPr>
        </p:nvSpPr>
        <p:spPr>
          <a:xfrm xmlns:a="http://schemas.openxmlformats.org/drawingml/2006/main">
            <a:off x="1127760" y="6428955"/>
            <a:ext cx="5233748" cy="365125"/>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r>
              <a:t>Copyright © 2025, Oracle and/or its affiliates |  Confidential: Internal/Restricted/Highly Restricted</a:t>
            </a:r>
            <a:endParaRPr/>
          </a:p>
        </p:txBody>
      </p:sp>
      <p:sp>
        <p:nvSpPr>
          <p:cNvPr id="2" name="Picture Placeholder 1">
            <a:extLst xmlns:a="http://schemas.openxmlformats.org/drawingml/2006/main">
              <a:ext uri="{FF2B5EF4-FFF2-40B4-BE49-F238E27FC236}">
                <a16:creationId xmlns:a16="http://schemas.microsoft.com/office/drawing/2014/main" id="{5170667F-B06C-96EB-B8A5-00675DC62804}"/>
              </a:ext>
            </a:extLst>
          </p:cNvPr>
          <p:cNvSpPr>
            <a:spLocks xmlns:a="http://schemas.openxmlformats.org/drawingml/2006/main" noGrp="1"/>
          </p:cNvSpPr>
          <p:nvPr>
            <p:ph type="pic" idx="13" hasCustomPrompt="1"/>
          </p:nvPr>
        </p:nvSpPr>
        <p:spPr>
          <a:xfrm xmlns:a="http://schemas.openxmlformats.org/drawingml/2006/main">
            <a:off x="0" y="0"/>
            <a:ext cx="12192000" cy="6858000"/>
          </a:xfrm>
        </p:spPr>
        <p:txBody>
          <a:bodyPr xmlns:a="http://schemas.openxmlformats.org/drawingml/2006/main" anchor="ctr"/>
          <a:lstStyle xmlns:a="http://schemas.openxmlformats.org/drawingml/2006/main">
            <a:lvl1pPr algn="ctr">
              <a:buNone/>
              <a:defRPr/>
            </a:lvl1pPr>
          </a:lstStyle>
          <a:p xmlns:a="http://schemas.openxmlformats.org/drawingml/2006/main">
            <a:pPr marL="0" marR="0" lvl="0" indent="0" algn="ctr" defTabSz="914400">
              <a:lnSpc>
                <a:spcPct val="95000"/>
              </a:lnSpc>
              <a:spcBef>
                <a:spcPts val="600"/>
              </a:spcBef>
              <a:spcAft>
                <a:spcPts val="0"/>
              </a:spcAft>
              <a:buClrTx/>
              <a:buSzTx/>
              <a:buFont typeface="System Font Regular"/>
              <a:buNone/>
            </a:pPr>
            <a:r>
              <a:t>Click to add photo or illustration</a:t>
            </a:r>
          </a:p>
          <a:p xmlns:a="http://schemas.openxmlformats.org/drawingml/2006/main">
            <a:endParaRPr/>
          </a:p>
          <a:p xmlns:a="http://schemas.openxmlformats.org/drawingml/2006/main">
            <a:endParaRPr/>
          </a:p>
        </p:txBody>
      </p:sp>
    </p:spTree>
  </p:cSld>
</p:sldLayout>
</file>

<file path=ppt/slideLayouts/slideLayout92.xml><?xml version="1.0" encoding="utf-8"?>
<p:sldLayout xmlns:p="http://schemas.openxmlformats.org/presentationml/2006/main" preserve="1" userDrawn="1">
  <p:cSld name="Dark 2 Images and Content">
    <p:bg>
      <p:bgRef idx="1001">
        <a:schemeClr xmlns:a="http://schemas.openxmlformats.org/drawingml/2006/main" val="bg2"/>
      </p:bgRef>
    </p:bg>
    <p:spTree>
      <p:nvGrpSpPr>
        <p:cNvPr id="1" name=""/>
        <p:cNvGrpSpPr/>
        <p:nvPr/>
      </p:nvGrpSpPr>
      <p:grpSpPr>
        <a:xfrm xmlns:a="http://schemas.openxmlformats.org/drawingml/2006/main"/>
      </p:grpSpPr>
      <p:sp>
        <p:nvSpPr>
          <p:cNvPr id="7" name="Title 1">
            <a:extLst xmlns:a="http://schemas.openxmlformats.org/drawingml/2006/main">
              <a:ext uri="{FF2B5EF4-FFF2-40B4-BE49-F238E27FC236}">
                <a16:creationId xmlns:a16="http://schemas.microsoft.com/office/drawing/2014/main" id="{A536DA1B-D096-01B8-6B79-C6DBB456A7CA}"/>
              </a:ext>
            </a:extLst>
          </p:cNvPr>
          <p:cNvSpPr>
            <a:spLocks xmlns:a="http://schemas.openxmlformats.org/drawingml/2006/main" noGrp="1"/>
          </p:cNvSpPr>
          <p:nvPr>
            <p:ph type="title" idx="0" hasCustomPrompt="1"/>
          </p:nvPr>
        </p:nvSpPr>
        <p:spPr>
          <a:xfrm xmlns:a="http://schemas.openxmlformats.org/drawingml/2006/main">
            <a:off x="768875" y="182403"/>
            <a:ext cx="10671048" cy="822960"/>
          </a:xfrm>
        </p:spPr>
        <p:txBody>
          <a:bodyPr xmlns:a="http://schemas.openxmlformats.org/drawingml/2006/main"/>
          <a:lstStyle xmlns:a="http://schemas.openxmlformats.org/drawingml/2006/main">
            <a:lvl1pPr>
              <a:lnSpc>
                <a:spcPct val="100000"/>
              </a:lnSpc>
              <a:buNone/>
              <a:defRPr b="1" i="0">
                <a:solidFill>
                  <a:schemeClr val="tx1"/>
                </a:solidFill>
                <a:latin typeface="Oracle Sans Tab"/>
                <a:ea typeface="Oracle Sans Tab"/>
                <a:cs typeface="Oracle Sans Tab"/>
              </a:defRPr>
            </a:lvl1pPr>
          </a:lstStyle>
          <a:p xmlns:a="http://schemas.openxmlformats.org/drawingml/2006/main">
            <a:r>
              <a:t>Title</a:t>
            </a:r>
          </a:p>
        </p:txBody>
      </p:sp>
      <p:sp>
        <p:nvSpPr>
          <p:cNvPr id="6" name="Picture Placeholder 12">
            <a:extLst xmlns:a="http://schemas.openxmlformats.org/drawingml/2006/main">
              <a:ext uri="{FF2B5EF4-FFF2-40B4-BE49-F238E27FC236}">
                <a16:creationId xmlns:a16="http://schemas.microsoft.com/office/drawing/2014/main" id="{5C4A9BEF-054B-38A2-DDC6-DD7D3B185912}"/>
              </a:ext>
            </a:extLst>
          </p:cNvPr>
          <p:cNvSpPr>
            <a:spLocks xmlns:a="http://schemas.openxmlformats.org/drawingml/2006/main" noGrp="1"/>
          </p:cNvSpPr>
          <p:nvPr>
            <p:ph type="pic" idx="26" hasCustomPrompt="1"/>
          </p:nvPr>
        </p:nvSpPr>
        <p:spPr>
          <a:xfrm xmlns:a="http://schemas.openxmlformats.org/drawingml/2006/main">
            <a:off x="795712" y="1616572"/>
            <a:ext cx="4924591" cy="2662745"/>
          </a:xfrm>
          <a:prstGeom xmlns:a="http://schemas.openxmlformats.org/drawingml/2006/main" prst="rect">
            <a:avLst/>
          </a:prstGeom>
          <a:solidFill xmlns:a="http://schemas.openxmlformats.org/drawingml/2006/main">
            <a:schemeClr val="bg1">
              <a:alpha val="10000"/>
            </a:schemeClr>
          </a:solidFill>
        </p:spPr>
        <p:txBody>
          <a:bodyPr xmlns:a="http://schemas.openxmlformats.org/drawingml/2006/main" vert="horz" lIns="91440" tIns="45720" rIns="91440" bIns="45720" anchor="ctr">
            <a:normAutofit/>
          </a:bodyPr>
          <a:lstStyle xmlns:a="http://schemas.openxmlformats.org/drawingml/2006/main">
            <a:lvl1pPr>
              <a:buNone/>
              <a:defRPr>
                <a:solidFill>
                  <a:schemeClr val="tx1"/>
                </a:solidFill>
              </a:defRPr>
            </a:lvl1pPr>
          </a:lstStyle>
          <a:p xmlns:a="http://schemas.openxmlformats.org/drawingml/2006/main">
            <a:pPr lvl="0" algn="ctr">
              <a:buNone/>
            </a:pPr>
            <a:r>
              <a:t>Click to add photo or illustration</a:t>
            </a:r>
          </a:p>
          <a:p xmlns:a="http://schemas.openxmlformats.org/drawingml/2006/main">
            <a:pPr lvl="0" algn="ctr">
              <a:buNone/>
            </a:pPr>
            <a:endParaRPr/>
          </a:p>
          <a:p xmlns:a="http://schemas.openxmlformats.org/drawingml/2006/main">
            <a:pPr lvl="0" algn="ctr">
              <a:buNone/>
            </a:pPr>
            <a:endParaRPr/>
          </a:p>
        </p:txBody>
      </p:sp>
      <p:sp>
        <p:nvSpPr>
          <p:cNvPr id="4" name="Text Placeholder 5">
            <a:extLst xmlns:a="http://schemas.openxmlformats.org/drawingml/2006/main">
              <a:ext uri="{FF2B5EF4-FFF2-40B4-BE49-F238E27FC236}">
                <a16:creationId xmlns:a16="http://schemas.microsoft.com/office/drawing/2014/main" id="{5359DD48-7CB8-3699-CA89-9D72DAA6B0BF}"/>
              </a:ext>
            </a:extLst>
          </p:cNvPr>
          <p:cNvSpPr>
            <a:spLocks xmlns:a="http://schemas.openxmlformats.org/drawingml/2006/main" noGrp="1"/>
          </p:cNvSpPr>
          <p:nvPr>
            <p:ph type="body" idx="29"/>
          </p:nvPr>
        </p:nvSpPr>
        <p:spPr>
          <a:xfrm xmlns:a="http://schemas.openxmlformats.org/drawingml/2006/main">
            <a:off x="792538" y="4434829"/>
            <a:ext cx="4950147" cy="1291432"/>
          </a:xfrm>
        </p:spPr>
        <p:txBody>
          <a:bodyPr xmlns:a="http://schemas.openxmlformats.org/drawingml/2006/main"/>
          <a:lstStyle xmlns:a="http://schemas.openxmlformats.org/drawingml/2006/main">
            <a:lvl1pPr>
              <a:lnSpc>
                <a:spcPct val="100000"/>
              </a:lnSpc>
              <a:buNone/>
              <a:defRPr sz="1600" b="0" i="0">
                <a:solidFill>
                  <a:schemeClr val="tx1"/>
                </a:solidFill>
                <a:latin typeface="Oracle Sans Tab"/>
                <a:ea typeface="Oracle Sans Tab"/>
                <a:cs typeface="Oracle Sans Tab"/>
              </a:defRPr>
            </a:lvl1pPr>
            <a:lvl2pPr>
              <a:lnSpc>
                <a:spcPct val="100000"/>
              </a:lnSpc>
              <a:buNone/>
              <a:defRPr sz="1600" b="0" i="0">
                <a:solidFill>
                  <a:schemeClr val="tx1"/>
                </a:solidFill>
                <a:latin typeface="Oracle Sans Tab"/>
                <a:ea typeface="Oracle Sans Tab"/>
                <a:cs typeface="Oracle Sans Tab"/>
              </a:defRPr>
            </a:lvl2pPr>
            <a:lvl3pPr>
              <a:lnSpc>
                <a:spcPct val="100000"/>
              </a:lnSpc>
              <a:buNone/>
              <a:defRPr sz="1600" b="0" i="0">
                <a:solidFill>
                  <a:schemeClr val="tx1"/>
                </a:solidFill>
                <a:latin typeface="Oracle Sans Tab"/>
                <a:ea typeface="Oracle Sans Tab"/>
                <a:cs typeface="Oracle Sans Tab"/>
              </a:defRPr>
            </a:lvl3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p:txBody>
      </p:sp>
      <p:sp>
        <p:nvSpPr>
          <p:cNvPr id="9" name="Picture Placeholder 12">
            <a:extLst xmlns:a="http://schemas.openxmlformats.org/drawingml/2006/main">
              <a:ext uri="{FF2B5EF4-FFF2-40B4-BE49-F238E27FC236}">
                <a16:creationId xmlns:a16="http://schemas.microsoft.com/office/drawing/2014/main" id="{32FA574C-02E7-4456-3CFF-3AD988229D69}"/>
              </a:ext>
            </a:extLst>
          </p:cNvPr>
          <p:cNvSpPr>
            <a:spLocks xmlns:a="http://schemas.openxmlformats.org/drawingml/2006/main" noGrp="1"/>
          </p:cNvSpPr>
          <p:nvPr>
            <p:ph type="pic" idx="27" hasCustomPrompt="1"/>
          </p:nvPr>
        </p:nvSpPr>
        <p:spPr>
          <a:xfrm xmlns:a="http://schemas.openxmlformats.org/drawingml/2006/main">
            <a:off x="6411475" y="1601343"/>
            <a:ext cx="4924591" cy="2662745"/>
          </a:xfrm>
          <a:prstGeom xmlns:a="http://schemas.openxmlformats.org/drawingml/2006/main" prst="rect">
            <a:avLst/>
          </a:prstGeom>
          <a:solidFill xmlns:a="http://schemas.openxmlformats.org/drawingml/2006/main">
            <a:schemeClr val="bg1">
              <a:alpha val="10000"/>
            </a:schemeClr>
          </a:solidFill>
        </p:spPr>
        <p:txBody>
          <a:bodyPr xmlns:a="http://schemas.openxmlformats.org/drawingml/2006/main" vert="horz" lIns="91440" tIns="45720" rIns="91440" bIns="45720" anchor="ctr">
            <a:normAutofit/>
          </a:bodyPr>
          <a:lstStyle xmlns:a="http://schemas.openxmlformats.org/drawingml/2006/main">
            <a:lvl1pPr>
              <a:buNone/>
              <a:defRPr>
                <a:solidFill>
                  <a:schemeClr val="tx1"/>
                </a:solidFill>
              </a:defRPr>
            </a:lvl1pPr>
          </a:lstStyle>
          <a:p xmlns:a="http://schemas.openxmlformats.org/drawingml/2006/main">
            <a:pPr lvl="0" algn="ctr">
              <a:buNone/>
            </a:pPr>
            <a:r>
              <a:t>Click to add photo or illustration</a:t>
            </a:r>
          </a:p>
          <a:p xmlns:a="http://schemas.openxmlformats.org/drawingml/2006/main">
            <a:pPr lvl="0" algn="ctr">
              <a:buNone/>
            </a:pPr>
            <a:endParaRPr/>
          </a:p>
          <a:p xmlns:a="http://schemas.openxmlformats.org/drawingml/2006/main">
            <a:pPr lvl="0" algn="ctr">
              <a:buNone/>
            </a:pPr>
            <a:endParaRPr/>
          </a:p>
          <a:p xmlns:a="http://schemas.openxmlformats.org/drawingml/2006/main">
            <a:pPr lvl="0" algn="ctr">
              <a:buNone/>
            </a:pPr>
            <a:endParaRPr/>
          </a:p>
        </p:txBody>
      </p:sp>
      <p:sp>
        <p:nvSpPr>
          <p:cNvPr id="5" name="Text Placeholder 7">
            <a:extLst xmlns:a="http://schemas.openxmlformats.org/drawingml/2006/main">
              <a:ext uri="{FF2B5EF4-FFF2-40B4-BE49-F238E27FC236}">
                <a16:creationId xmlns:a16="http://schemas.microsoft.com/office/drawing/2014/main" id="{346E39F9-D43F-04FC-3023-F53553A4056D}"/>
              </a:ext>
            </a:extLst>
          </p:cNvPr>
          <p:cNvSpPr>
            <a:spLocks xmlns:a="http://schemas.openxmlformats.org/drawingml/2006/main" noGrp="1"/>
          </p:cNvSpPr>
          <p:nvPr>
            <p:ph type="body" idx="30"/>
          </p:nvPr>
        </p:nvSpPr>
        <p:spPr>
          <a:xfrm xmlns:a="http://schemas.openxmlformats.org/drawingml/2006/main">
            <a:off x="6448844" y="4419602"/>
            <a:ext cx="4924747" cy="1280319"/>
          </a:xfrm>
        </p:spPr>
        <p:txBody>
          <a:bodyPr xmlns:a="http://schemas.openxmlformats.org/drawingml/2006/main"/>
          <a:lstStyle xmlns:a="http://schemas.openxmlformats.org/drawingml/2006/main">
            <a:lvl1pPr>
              <a:lnSpc>
                <a:spcPct val="100000"/>
              </a:lnSpc>
              <a:buNone/>
              <a:defRPr sz="1600" b="0" i="0">
                <a:solidFill>
                  <a:schemeClr val="tx1"/>
                </a:solidFill>
                <a:latin typeface="Oracle Sans Tab"/>
                <a:ea typeface="Oracle Sans Tab"/>
                <a:cs typeface="Oracle Sans Tab"/>
              </a:defRPr>
            </a:lvl1pPr>
            <a:lvl2pPr>
              <a:lnSpc>
                <a:spcPct val="100000"/>
              </a:lnSpc>
              <a:buNone/>
              <a:defRPr sz="1600" b="0" i="0">
                <a:solidFill>
                  <a:schemeClr val="tx1"/>
                </a:solidFill>
                <a:latin typeface="Oracle Sans Tab"/>
                <a:ea typeface="Oracle Sans Tab"/>
                <a:cs typeface="Oracle Sans Tab"/>
              </a:defRPr>
            </a:lvl2pPr>
            <a:lvl3pPr>
              <a:lnSpc>
                <a:spcPct val="100000"/>
              </a:lnSpc>
              <a:buNone/>
              <a:defRPr sz="1600" b="0" i="0">
                <a:solidFill>
                  <a:schemeClr val="tx1"/>
                </a:solidFill>
                <a:latin typeface="Oracle Sans Tab"/>
                <a:ea typeface="Oracle Sans Tab"/>
                <a:cs typeface="Oracle Sans Tab"/>
              </a:defRPr>
            </a:lvl3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p:txBody>
      </p:sp>
      <p:sp>
        <p:nvSpPr>
          <p:cNvPr id="8" name="Slide Number Placeholder 7">
            <a:extLst xmlns:a="http://schemas.openxmlformats.org/drawingml/2006/main">
              <a:ext uri="{FF2B5EF4-FFF2-40B4-BE49-F238E27FC236}">
                <a16:creationId xmlns:a16="http://schemas.microsoft.com/office/drawing/2014/main" id="{3C49485D-F762-1381-7479-D37FDB46F388}"/>
              </a:ext>
            </a:extLst>
          </p:cNvPr>
          <p:cNvSpPr>
            <a:spLocks xmlns:a="http://schemas.openxmlformats.org/drawingml/2006/main" noGrp="1"/>
          </p:cNvSpPr>
          <p:nvPr>
            <p:ph type="sldNum" idx="17"/>
          </p:nvPr>
        </p:nvSpPr>
        <p:spPr>
          <a:xfrm xmlns:a="http://schemas.openxmlformats.org/drawingml/2006/main">
            <a:off x="762000" y="6423660"/>
            <a:ext cx="365760" cy="365760"/>
          </a:xfrm>
        </p:spPr>
        <p:txBody>
          <a:bodyPr xmlns:a="http://schemas.openxmlformats.org/drawingml/2006/main"/>
          <a:lstStyle xmlns:a="http://schemas.openxmlformats.org/drawingml/2006/main">
            <a:lvl1pPr>
              <a:buNone/>
              <a:defRPr>
                <a:solidFill>
                  <a:srgbClr val="AEA8A2"/>
                </a:solidFill>
              </a:defRPr>
            </a:lvl1pPr>
          </a:lstStyle>
          <a:p xmlns:a="http://schemas.openxmlformats.org/drawingml/2006/main">
            <a:fld id="{345D60D9-5372-5F40-9443-0F9AE5BDC3C8}" type="slidenum">
              <a:t>‹#›</a:t>
            </a:fld>
            <a:endParaRPr/>
          </a:p>
        </p:txBody>
      </p:sp>
      <p:sp>
        <p:nvSpPr>
          <p:cNvPr id="10" name="Footer Placeholder 6">
            <a:extLst xmlns:a="http://schemas.openxmlformats.org/drawingml/2006/main">
              <a:ext uri="{FF2B5EF4-FFF2-40B4-BE49-F238E27FC236}">
                <a16:creationId xmlns:a16="http://schemas.microsoft.com/office/drawing/2014/main" id="{844C26A1-8F6A-0142-2190-64BD165AA6D8}"/>
              </a:ext>
            </a:extLst>
          </p:cNvPr>
          <p:cNvSpPr>
            <a:spLocks xmlns:a="http://schemas.openxmlformats.org/drawingml/2006/main" noGrp="1"/>
          </p:cNvSpPr>
          <p:nvPr>
            <p:ph type="ftr" idx="16"/>
          </p:nvPr>
        </p:nvSpPr>
        <p:spPr>
          <a:xfrm xmlns:a="http://schemas.openxmlformats.org/drawingml/2006/main">
            <a:off x="1127759" y="6423978"/>
            <a:ext cx="5745379" cy="365125"/>
          </a:xfrm>
        </p:spPr>
        <p:txBody>
          <a:bodyPr xmlns:a="http://schemas.openxmlformats.org/drawingml/2006/main"/>
          <a:lstStyle xmlns:a="http://schemas.openxmlformats.org/drawingml/2006/main">
            <a:lvl1pPr>
              <a:buNone/>
              <a:defRPr>
                <a:solidFill>
                  <a:srgbClr val="AEA8A2"/>
                </a:solidFill>
              </a:defRPr>
            </a:lvl1pPr>
          </a:lstStyle>
          <a:p xmlns:a="http://schemas.openxmlformats.org/drawingml/2006/main">
            <a:r>
              <a:t>Copyright © 2025, Oracle and/or its affiliates |  Confidential: Internal/Restricted/Highly Restricted</a:t>
            </a:r>
            <a:endParaRPr/>
          </a:p>
        </p:txBody>
      </p:sp>
      <p:sp>
        <p:nvSpPr>
          <p:cNvPr id="11" name="Date Placeholder 4">
            <a:extLst xmlns:a="http://schemas.openxmlformats.org/drawingml/2006/main">
              <a:ext uri="{FF2B5EF4-FFF2-40B4-BE49-F238E27FC236}">
                <a16:creationId xmlns:a16="http://schemas.microsoft.com/office/drawing/2014/main" id="{2699964F-7EAE-A02B-DAAA-5083B3377FE4}"/>
              </a:ext>
            </a:extLst>
          </p:cNvPr>
          <p:cNvSpPr>
            <a:spLocks xmlns:a="http://schemas.openxmlformats.org/drawingml/2006/main" noGrp="1"/>
          </p:cNvSpPr>
          <p:nvPr>
            <p:ph type="dt" idx="15"/>
          </p:nvPr>
        </p:nvSpPr>
        <p:spPr>
          <a:xfrm xmlns:a="http://schemas.openxmlformats.org/drawingml/2006/main">
            <a:off x="6873138" y="6425604"/>
            <a:ext cx="2743200" cy="363500"/>
          </a:xfrm>
        </p:spPr>
        <p:txBody>
          <a:bodyPr xmlns:a="http://schemas.openxmlformats.org/drawingml/2006/main"/>
          <a:lstStyle xmlns:a="http://schemas.openxmlformats.org/drawingml/2006/main">
            <a:lvl1pPr>
              <a:buNone/>
              <a:defRPr>
                <a:solidFill>
                  <a:srgbClr val="AEA8A2"/>
                </a:solidFill>
              </a:defRPr>
            </a:lvl1pPr>
          </a:lstStyle>
          <a:p xmlns:a="http://schemas.openxmlformats.org/drawingml/2006/main">
            <a:r>
              <a:t>[Date]</a:t>
            </a:r>
            <a:endParaRPr/>
          </a:p>
        </p:txBody>
      </p:sp>
    </p:spTree>
  </p:cSld>
</p:sldLayout>
</file>

<file path=ppt/slideLayouts/slideLayout93.xml><?xml version="1.0" encoding="utf-8"?>
<p:sldLayout xmlns:p="http://schemas.openxmlformats.org/presentationml/2006/main" preserve="1" userDrawn="1">
  <p:cSld name="Light 2 Images and Content">
    <p:bg>
      <p:bgRef idx="1001">
        <a:schemeClr xmlns:a="http://schemas.openxmlformats.org/drawingml/2006/main" val="bg2"/>
      </p:bgRef>
    </p:bg>
    <p:spTree>
      <p:nvGrpSpPr>
        <p:cNvPr id="1" name=""/>
        <p:cNvGrpSpPr/>
        <p:nvPr/>
      </p:nvGrpSpPr>
      <p:grpSpPr>
        <a:xfrm xmlns:a="http://schemas.openxmlformats.org/drawingml/2006/main"/>
      </p:grpSpPr>
      <p:sp>
        <p:nvSpPr>
          <p:cNvPr id="7" name="Title 1">
            <a:extLst xmlns:a="http://schemas.openxmlformats.org/drawingml/2006/main">
              <a:ext uri="{FF2B5EF4-FFF2-40B4-BE49-F238E27FC236}">
                <a16:creationId xmlns:a16="http://schemas.microsoft.com/office/drawing/2014/main" id="{CFD4E609-9037-8285-A36E-039E71F8B03C}"/>
              </a:ext>
            </a:extLst>
          </p:cNvPr>
          <p:cNvSpPr>
            <a:spLocks xmlns:a="http://schemas.openxmlformats.org/drawingml/2006/main" noGrp="1"/>
          </p:cNvSpPr>
          <p:nvPr>
            <p:ph type="title" idx="0" hasCustomPrompt="1"/>
          </p:nvPr>
        </p:nvSpPr>
        <p:spPr>
          <a:xfrm xmlns:a="http://schemas.openxmlformats.org/drawingml/2006/main">
            <a:off x="768875" y="182403"/>
            <a:ext cx="10671048" cy="822960"/>
          </a:xfrm>
        </p:spPr>
        <p:txBody>
          <a:bodyPr xmlns:a="http://schemas.openxmlformats.org/drawingml/2006/main"/>
          <a:lstStyle xmlns:a="http://schemas.openxmlformats.org/drawingml/2006/main">
            <a:lvl1pPr>
              <a:lnSpc>
                <a:spcPct val="100000"/>
              </a:lnSpc>
              <a:buNone/>
              <a:defRPr b="1" i="0">
                <a:latin typeface="Oracle Sans Tab"/>
                <a:ea typeface="Oracle Sans Tab"/>
                <a:cs typeface="Oracle Sans Tab"/>
              </a:defRPr>
            </a:lvl1pPr>
          </a:lstStyle>
          <a:p xmlns:a="http://schemas.openxmlformats.org/drawingml/2006/main">
            <a:r>
              <a:t>Title</a:t>
            </a:r>
          </a:p>
        </p:txBody>
      </p:sp>
      <p:sp>
        <p:nvSpPr>
          <p:cNvPr id="12" name="Picture Placeholder 12">
            <a:extLst xmlns:a="http://schemas.openxmlformats.org/drawingml/2006/main">
              <a:ext uri="{FF2B5EF4-FFF2-40B4-BE49-F238E27FC236}">
                <a16:creationId xmlns:a16="http://schemas.microsoft.com/office/drawing/2014/main" id="{90ACCFB3-5B0B-D6E2-D2BA-F70E9C22E3F7}"/>
              </a:ext>
            </a:extLst>
          </p:cNvPr>
          <p:cNvSpPr>
            <a:spLocks xmlns:a="http://schemas.openxmlformats.org/drawingml/2006/main" noGrp="1"/>
          </p:cNvSpPr>
          <p:nvPr>
            <p:ph type="pic" idx="26" hasCustomPrompt="1"/>
          </p:nvPr>
        </p:nvSpPr>
        <p:spPr>
          <a:xfrm xmlns:a="http://schemas.openxmlformats.org/drawingml/2006/main">
            <a:off x="795712" y="1616572"/>
            <a:ext cx="4924591" cy="2662745"/>
          </a:xfrm>
          <a:prstGeom xmlns:a="http://schemas.openxmlformats.org/drawingml/2006/main" prst="rect">
            <a:avLst/>
          </a:prstGeom>
          <a:solidFill xmlns:a="http://schemas.openxmlformats.org/drawingml/2006/main">
            <a:schemeClr val="bg1">
              <a:alpha val="10000"/>
            </a:schemeClr>
          </a:solidFill>
        </p:spPr>
        <p:txBody>
          <a:bodyPr xmlns:a="http://schemas.openxmlformats.org/drawingml/2006/main" vert="horz" lIns="91440" tIns="45720" rIns="91440" bIns="45720" anchor="ctr">
            <a:normAutofit/>
          </a:bodyPr>
          <a:lstStyle xmlns:a="http://schemas.openxmlformats.org/drawingml/2006/main">
            <a:lvl1pPr algn="ctr">
              <a:buNone/>
              <a:defRPr>
                <a:solidFill>
                  <a:schemeClr val="tx1"/>
                </a:solidFill>
              </a:defRPr>
            </a:lvl1pPr>
          </a:lstStyle>
          <a:p xmlns:a="http://schemas.openxmlformats.org/drawingml/2006/main">
            <a:r>
              <a:t>Click to add photo or illustration</a:t>
            </a:r>
          </a:p>
          <a:p xmlns:a="http://schemas.openxmlformats.org/drawingml/2006/main">
            <a:endParaRPr/>
          </a:p>
          <a:p xmlns:a="http://schemas.openxmlformats.org/drawingml/2006/main">
            <a:endParaRPr/>
          </a:p>
        </p:txBody>
      </p:sp>
      <p:sp>
        <p:nvSpPr>
          <p:cNvPr id="8" name="Text Placeholder 5">
            <a:extLst xmlns:a="http://schemas.openxmlformats.org/drawingml/2006/main">
              <a:ext uri="{FF2B5EF4-FFF2-40B4-BE49-F238E27FC236}">
                <a16:creationId xmlns:a16="http://schemas.microsoft.com/office/drawing/2014/main" id="{AE8171D6-A364-A377-FFE9-3F53F16263EA}"/>
              </a:ext>
            </a:extLst>
          </p:cNvPr>
          <p:cNvSpPr>
            <a:spLocks xmlns:a="http://schemas.openxmlformats.org/drawingml/2006/main" noGrp="1"/>
          </p:cNvSpPr>
          <p:nvPr>
            <p:ph type="body" idx="29"/>
          </p:nvPr>
        </p:nvSpPr>
        <p:spPr>
          <a:xfrm xmlns:a="http://schemas.openxmlformats.org/drawingml/2006/main">
            <a:off x="792538" y="4434829"/>
            <a:ext cx="4950147" cy="1291432"/>
          </a:xfrm>
        </p:spPr>
        <p:txBody>
          <a:bodyPr xmlns:a="http://schemas.openxmlformats.org/drawingml/2006/main"/>
          <a:lstStyle xmlns:a="http://schemas.openxmlformats.org/drawingml/2006/main">
            <a:lvl1pPr>
              <a:lnSpc>
                <a:spcPct val="100000"/>
              </a:lnSpc>
              <a:buNone/>
              <a:defRPr sz="1600" b="0" i="0">
                <a:latin typeface="Oracle Sans Tab"/>
                <a:ea typeface="Oracle Sans Tab"/>
                <a:cs typeface="Oracle Sans Tab"/>
              </a:defRPr>
            </a:lvl1pPr>
            <a:lvl2pPr>
              <a:lnSpc>
                <a:spcPct val="100000"/>
              </a:lnSpc>
              <a:buNone/>
              <a:defRPr sz="1600" b="0" i="0">
                <a:latin typeface="Oracle Sans Tab"/>
                <a:ea typeface="Oracle Sans Tab"/>
                <a:cs typeface="Oracle Sans Tab"/>
              </a:defRPr>
            </a:lvl2pPr>
            <a:lvl3pPr>
              <a:lnSpc>
                <a:spcPct val="100000"/>
              </a:lnSpc>
              <a:buNone/>
              <a:defRPr sz="1600" b="0" i="0">
                <a:latin typeface="Oracle Sans Tab"/>
                <a:ea typeface="Oracle Sans Tab"/>
                <a:cs typeface="Oracle Sans Tab"/>
              </a:defRPr>
            </a:lvl3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p:txBody>
      </p:sp>
      <p:sp>
        <p:nvSpPr>
          <p:cNvPr id="13" name="Picture Placeholder 12">
            <a:extLst xmlns:a="http://schemas.openxmlformats.org/drawingml/2006/main">
              <a:ext uri="{FF2B5EF4-FFF2-40B4-BE49-F238E27FC236}">
                <a16:creationId xmlns:a16="http://schemas.microsoft.com/office/drawing/2014/main" id="{AE9BE660-418D-B00B-4919-F18A26E7CECF}"/>
              </a:ext>
            </a:extLst>
          </p:cNvPr>
          <p:cNvSpPr>
            <a:spLocks xmlns:a="http://schemas.openxmlformats.org/drawingml/2006/main" noGrp="1"/>
          </p:cNvSpPr>
          <p:nvPr>
            <p:ph type="pic" idx="27" hasCustomPrompt="1"/>
          </p:nvPr>
        </p:nvSpPr>
        <p:spPr>
          <a:xfrm xmlns:a="http://schemas.openxmlformats.org/drawingml/2006/main">
            <a:off x="6411475" y="1601343"/>
            <a:ext cx="4924591" cy="2662745"/>
          </a:xfrm>
          <a:prstGeom xmlns:a="http://schemas.openxmlformats.org/drawingml/2006/main" prst="rect">
            <a:avLst/>
          </a:prstGeom>
          <a:solidFill xmlns:a="http://schemas.openxmlformats.org/drawingml/2006/main">
            <a:schemeClr val="bg1">
              <a:alpha val="10000"/>
            </a:schemeClr>
          </a:solidFill>
        </p:spPr>
        <p:txBody>
          <a:bodyPr xmlns:a="http://schemas.openxmlformats.org/drawingml/2006/main" vert="horz" lIns="91440" tIns="45720" rIns="91440" bIns="45720" anchor="ctr">
            <a:normAutofit/>
          </a:bodyPr>
          <a:lstStyle xmlns:a="http://schemas.openxmlformats.org/drawingml/2006/main">
            <a:lvl1pPr algn="ctr">
              <a:buNone/>
              <a:defRPr>
                <a:solidFill>
                  <a:schemeClr val="tx1"/>
                </a:solidFill>
              </a:defRPr>
            </a:lvl1pPr>
          </a:lstStyle>
          <a:p xmlns:a="http://schemas.openxmlformats.org/drawingml/2006/main">
            <a:r>
              <a:t>Click to add photo or illustration</a:t>
            </a:r>
          </a:p>
          <a:p xmlns:a="http://schemas.openxmlformats.org/drawingml/2006/main">
            <a:endParaRPr/>
          </a:p>
          <a:p xmlns:a="http://schemas.openxmlformats.org/drawingml/2006/main">
            <a:endParaRPr/>
          </a:p>
        </p:txBody>
      </p:sp>
      <p:sp>
        <p:nvSpPr>
          <p:cNvPr id="11" name="Text Placeholder 7">
            <a:extLst xmlns:a="http://schemas.openxmlformats.org/drawingml/2006/main">
              <a:ext uri="{FF2B5EF4-FFF2-40B4-BE49-F238E27FC236}">
                <a16:creationId xmlns:a16="http://schemas.microsoft.com/office/drawing/2014/main" id="{79E2D9AD-B603-1F6B-F5F3-92A71334B474}"/>
              </a:ext>
            </a:extLst>
          </p:cNvPr>
          <p:cNvSpPr>
            <a:spLocks xmlns:a="http://schemas.openxmlformats.org/drawingml/2006/main" noGrp="1"/>
          </p:cNvSpPr>
          <p:nvPr>
            <p:ph type="body" idx="30"/>
          </p:nvPr>
        </p:nvSpPr>
        <p:spPr>
          <a:xfrm xmlns:a="http://schemas.openxmlformats.org/drawingml/2006/main">
            <a:off x="6448844" y="4419602"/>
            <a:ext cx="4924747" cy="1280319"/>
          </a:xfrm>
        </p:spPr>
        <p:txBody>
          <a:bodyPr xmlns:a="http://schemas.openxmlformats.org/drawingml/2006/main"/>
          <a:lstStyle xmlns:a="http://schemas.openxmlformats.org/drawingml/2006/main">
            <a:lvl1pPr>
              <a:lnSpc>
                <a:spcPct val="100000"/>
              </a:lnSpc>
              <a:buNone/>
              <a:defRPr sz="1600" b="0" i="0">
                <a:latin typeface="Oracle Sans Tab"/>
                <a:ea typeface="Oracle Sans Tab"/>
                <a:cs typeface="Oracle Sans Tab"/>
              </a:defRPr>
            </a:lvl1pPr>
            <a:lvl2pPr>
              <a:lnSpc>
                <a:spcPct val="100000"/>
              </a:lnSpc>
              <a:buNone/>
              <a:defRPr sz="1600" b="0" i="0">
                <a:latin typeface="Oracle Sans Tab"/>
                <a:ea typeface="Oracle Sans Tab"/>
                <a:cs typeface="Oracle Sans Tab"/>
              </a:defRPr>
            </a:lvl2pPr>
            <a:lvl3pPr>
              <a:lnSpc>
                <a:spcPct val="100000"/>
              </a:lnSpc>
              <a:buNone/>
              <a:defRPr sz="1600" b="0" i="0">
                <a:latin typeface="Oracle Sans Tab"/>
                <a:ea typeface="Oracle Sans Tab"/>
                <a:cs typeface="Oracle Sans Tab"/>
              </a:defRPr>
            </a:lvl3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p:txBody>
      </p:sp>
      <p:sp>
        <p:nvSpPr>
          <p:cNvPr id="4" name="Slide Number Placeholder 5">
            <a:extLst xmlns:a="http://schemas.openxmlformats.org/drawingml/2006/main">
              <a:ext uri="{FF2B5EF4-FFF2-40B4-BE49-F238E27FC236}">
                <a16:creationId xmlns:a16="http://schemas.microsoft.com/office/drawing/2014/main" id="{7567E54F-7B19-8851-B67D-202FB9AC1D6A}"/>
              </a:ext>
            </a:extLst>
          </p:cNvPr>
          <p:cNvSpPr>
            <a:spLocks xmlns:a="http://schemas.openxmlformats.org/drawingml/2006/main" noGrp="1"/>
          </p:cNvSpPr>
          <p:nvPr>
            <p:ph type="sldNum" idx="40"/>
          </p:nvPr>
        </p:nvSpPr>
        <p:spPr>
          <a:xfrm xmlns:a="http://schemas.openxmlformats.org/drawingml/2006/main">
            <a:off x="762000" y="6423660"/>
            <a:ext cx="365760" cy="365760"/>
          </a:xfrm>
        </p:spPr>
        <p:txBody>
          <a:bodyPr xmlns:a="http://schemas.openxmlformats.org/drawingml/2006/main"/>
          <a:lstStyle xmlns:a="http://schemas.openxmlformats.org/drawingml/2006/main">
            <a:lvl1pPr>
              <a:buNone/>
              <a:defRPr>
                <a:solidFill>
                  <a:srgbClr val="514C47"/>
                </a:solidFill>
              </a:defRPr>
            </a:lvl1pPr>
          </a:lstStyle>
          <a:p xmlns:a="http://schemas.openxmlformats.org/drawingml/2006/main">
            <a:fld id="{345D60D9-5372-5F40-9443-0F9AE5BDC3C8}" type="slidenum">
              <a:t>‹#›</a:t>
            </a:fld>
            <a:endParaRPr/>
          </a:p>
        </p:txBody>
      </p:sp>
      <p:sp>
        <p:nvSpPr>
          <p:cNvPr id="5" name="Footer Placeholder 4">
            <a:extLst xmlns:a="http://schemas.openxmlformats.org/drawingml/2006/main">
              <a:ext uri="{FF2B5EF4-FFF2-40B4-BE49-F238E27FC236}">
                <a16:creationId xmlns:a16="http://schemas.microsoft.com/office/drawing/2014/main" id="{A1778B27-DEA8-9A30-4AED-960974FB3EBC}"/>
              </a:ext>
            </a:extLst>
          </p:cNvPr>
          <p:cNvSpPr>
            <a:spLocks xmlns:a="http://schemas.openxmlformats.org/drawingml/2006/main" noGrp="1"/>
          </p:cNvSpPr>
          <p:nvPr>
            <p:ph type="ftr" idx="39"/>
          </p:nvPr>
        </p:nvSpPr>
        <p:spPr>
          <a:xfrm xmlns:a="http://schemas.openxmlformats.org/drawingml/2006/main">
            <a:off x="1127759" y="6423978"/>
            <a:ext cx="5745379" cy="365125"/>
          </a:xfrm>
        </p:spPr>
        <p:txBody>
          <a:bodyPr xmlns:a="http://schemas.openxmlformats.org/drawingml/2006/main"/>
          <a:lstStyle xmlns:a="http://schemas.openxmlformats.org/drawingml/2006/main">
            <a:lvl1pPr>
              <a:buNone/>
              <a:defRPr>
                <a:solidFill>
                  <a:srgbClr val="514C47"/>
                </a:solidFill>
              </a:defRPr>
            </a:lvl1pPr>
          </a:lstStyle>
          <a:p xmlns:a="http://schemas.openxmlformats.org/drawingml/2006/main">
            <a:r>
              <a:t>Copyright © 2025, Oracle and/or its affiliates |  Confidential: Internal/Restricted/Highly Restricted</a:t>
            </a:r>
            <a:endParaRPr/>
          </a:p>
        </p:txBody>
      </p:sp>
      <p:sp>
        <p:nvSpPr>
          <p:cNvPr id="6" name="Date Placeholder 3">
            <a:extLst xmlns:a="http://schemas.openxmlformats.org/drawingml/2006/main">
              <a:ext uri="{FF2B5EF4-FFF2-40B4-BE49-F238E27FC236}">
                <a16:creationId xmlns:a16="http://schemas.microsoft.com/office/drawing/2014/main" id="{333856E5-8C5E-2CF5-6E7E-97C9C55734DC}"/>
              </a:ext>
            </a:extLst>
          </p:cNvPr>
          <p:cNvSpPr>
            <a:spLocks xmlns:a="http://schemas.openxmlformats.org/drawingml/2006/main" noGrp="1"/>
          </p:cNvSpPr>
          <p:nvPr>
            <p:ph type="dt" idx="38"/>
          </p:nvPr>
        </p:nvSpPr>
        <p:spPr>
          <a:xfrm xmlns:a="http://schemas.openxmlformats.org/drawingml/2006/main">
            <a:off x="6873138" y="6425604"/>
            <a:ext cx="2743200" cy="363500"/>
          </a:xfrm>
        </p:spPr>
        <p:txBody>
          <a:bodyPr xmlns:a="http://schemas.openxmlformats.org/drawingml/2006/main"/>
          <a:lstStyle xmlns:a="http://schemas.openxmlformats.org/drawingml/2006/main">
            <a:lvl1pPr>
              <a:buNone/>
              <a:defRPr>
                <a:solidFill>
                  <a:srgbClr val="514C47"/>
                </a:solidFill>
              </a:defRPr>
            </a:lvl1pPr>
          </a:lstStyle>
          <a:p xmlns:a="http://schemas.openxmlformats.org/drawingml/2006/main">
            <a:r>
              <a:t>[Date]</a:t>
            </a:r>
            <a:endParaRPr/>
          </a:p>
        </p:txBody>
      </p:sp>
    </p:spTree>
  </p:cSld>
</p:sldLayout>
</file>

<file path=ppt/slideLayouts/slideLayout94.xml><?xml version="1.0" encoding="utf-8"?>
<p:sldLayout xmlns:p="http://schemas.openxmlformats.org/presentationml/2006/main" preserve="1" userDrawn="1">
  <p:cSld name="Dark - Bold Statement with Photo half">
    <p:bg>
      <p:bgRef idx="1001">
        <a:schemeClr xmlns:a="http://schemas.openxmlformats.org/drawingml/2006/main" val="bg1"/>
      </p:bgRef>
    </p:bg>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EBB5018F-8341-A0A7-3798-BB6D386BF6AE}"/>
              </a:ext>
            </a:extLst>
          </p:cNvPr>
          <p:cNvSpPr>
            <a:spLocks xmlns:a="http://schemas.openxmlformats.org/drawingml/2006/main" noGrp="1"/>
          </p:cNvSpPr>
          <p:nvPr>
            <p:ph type="title" idx="0"/>
          </p:nvPr>
        </p:nvSpPr>
        <p:spPr>
          <a:xfrm xmlns:a="http://schemas.openxmlformats.org/drawingml/2006/main">
            <a:off x="768875" y="3017520"/>
            <a:ext cx="4595613" cy="822960"/>
          </a:xfrm>
        </p:spPr>
        <p:txBody>
          <a:bodyPr xmlns:a="http://schemas.openxmlformats.org/drawingml/2006/main" anchor="ctr"/>
          <a:lstStyle xmlns:a="http://schemas.openxmlformats.org/drawingml/2006/main">
            <a:lvl1pPr>
              <a:lnSpc>
                <a:spcPct val="100000"/>
              </a:lnSpc>
              <a:buNone/>
              <a:defRPr b="1" i="0">
                <a:solidFill>
                  <a:schemeClr val="tx1"/>
                </a:solidFill>
                <a:latin typeface="Oracle Sans Tab"/>
                <a:ea typeface="Oracle Sans Tab"/>
                <a:cs typeface="Oracle Sans Tab"/>
              </a:defRPr>
            </a:lvl1pPr>
          </a:lstStyle>
          <a:p xmlns:a="http://schemas.openxmlformats.org/drawingml/2006/main">
            <a:r>
              <a:t>Click to edit Master title style</a:t>
            </a:r>
            <a:endParaRPr/>
          </a:p>
        </p:txBody>
      </p:sp>
      <p:sp>
        <p:nvSpPr>
          <p:cNvPr id="4" name="Picture Placeholder 17">
            <a:extLst xmlns:a="http://schemas.openxmlformats.org/drawingml/2006/main">
              <a:ext uri="{FF2B5EF4-FFF2-40B4-BE49-F238E27FC236}">
                <a16:creationId xmlns:a16="http://schemas.microsoft.com/office/drawing/2014/main" id="{E05D35C0-2DAC-3332-CC0D-3198C85F0FCC}"/>
              </a:ext>
            </a:extLst>
          </p:cNvPr>
          <p:cNvSpPr>
            <a:spLocks xmlns:a="http://schemas.openxmlformats.org/drawingml/2006/main" noGrp="1"/>
          </p:cNvSpPr>
          <p:nvPr>
            <p:ph type="pic" idx="11" hasCustomPrompt="1"/>
          </p:nvPr>
        </p:nvSpPr>
        <p:spPr>
          <a:xfrm xmlns:a="http://schemas.openxmlformats.org/drawingml/2006/main">
            <a:off x="6096000" y="0"/>
            <a:ext cx="6096000" cy="6858000"/>
          </a:xfrm>
          <a:prstGeom xmlns:a="http://schemas.openxmlformats.org/drawingml/2006/main" prst="rect">
            <a:avLst/>
          </a:prstGeom>
          <a:solidFill xmlns:a="http://schemas.openxmlformats.org/drawingml/2006/main">
            <a:srgbClr val="AEA8A2"/>
          </a:solidFill>
        </p:spPr>
        <p:txBody>
          <a:bodyPr xmlns:a="http://schemas.openxmlformats.org/drawingml/2006/main" lIns="72000" tIns="72000" rIns="0" anchor="ctr"/>
          <a:lstStyle xmlns:a="http://schemas.openxmlformats.org/drawingml/2006/main">
            <a:lvl1pPr algn="ctr">
              <a:buNone/>
              <a:defRPr sz="1400" b="0" i="0">
                <a:solidFill>
                  <a:schemeClr val="tx1"/>
                </a:solidFill>
                <a:latin typeface="Oracle Sans Tab"/>
                <a:ea typeface="Oracle Sans Tab"/>
                <a:cs typeface="Oracle Sans Tab"/>
              </a:defRPr>
            </a:lvl1pPr>
          </a:lstStyle>
          <a:p xmlns:a="http://schemas.openxmlformats.org/drawingml/2006/main">
            <a:r>
              <a:t>Click to add photo or illustration</a:t>
            </a:r>
          </a:p>
          <a:p xmlns:a="http://schemas.openxmlformats.org/drawingml/2006/main">
            <a:endParaRPr/>
          </a:p>
          <a:p xmlns:a="http://schemas.openxmlformats.org/drawingml/2006/main">
            <a:endParaRPr/>
          </a:p>
          <a:p xmlns:a="http://schemas.openxmlformats.org/drawingml/2006/main">
            <a:endParaRPr/>
          </a:p>
        </p:txBody>
      </p:sp>
      <p:sp>
        <p:nvSpPr>
          <p:cNvPr id="3" name="Slide Number Placeholder 5">
            <a:extLst xmlns:a="http://schemas.openxmlformats.org/drawingml/2006/main">
              <a:ext uri="{FF2B5EF4-FFF2-40B4-BE49-F238E27FC236}">
                <a16:creationId xmlns:a16="http://schemas.microsoft.com/office/drawing/2014/main" id="{BBB52B87-4D2F-759F-F825-1D8452D5364F}"/>
              </a:ext>
            </a:extLst>
          </p:cNvPr>
          <p:cNvSpPr>
            <a:spLocks xmlns:a="http://schemas.openxmlformats.org/drawingml/2006/main" noGrp="1"/>
          </p:cNvSpPr>
          <p:nvPr>
            <p:ph type="sldNum" idx="40"/>
          </p:nvPr>
        </p:nvSpPr>
        <p:spPr>
          <a:xfrm xmlns:a="http://schemas.openxmlformats.org/drawingml/2006/main">
            <a:off x="762000" y="6423660"/>
            <a:ext cx="365760" cy="365760"/>
          </a:xfrm>
        </p:spPr>
        <p:txBody>
          <a:bodyPr xmlns:a="http://schemas.openxmlformats.org/drawingml/2006/main"/>
          <a:lstStyle xmlns:a="http://schemas.openxmlformats.org/drawingml/2006/main">
            <a:lvl1pPr>
              <a:buNone/>
              <a:defRPr>
                <a:solidFill>
                  <a:srgbClr val="514C47"/>
                </a:solidFill>
              </a:defRPr>
            </a:lvl1pPr>
          </a:lstStyle>
          <a:p xmlns:a="http://schemas.openxmlformats.org/drawingml/2006/main">
            <a:fld id="{345D60D9-5372-5F40-9443-0F9AE5BDC3C8}" type="slidenum">
              <a:t>‹#›</a:t>
            </a:fld>
            <a:endParaRPr/>
          </a:p>
        </p:txBody>
      </p:sp>
      <p:sp>
        <p:nvSpPr>
          <p:cNvPr id="5" name="Footer Placeholder 4">
            <a:extLst xmlns:a="http://schemas.openxmlformats.org/drawingml/2006/main">
              <a:ext uri="{FF2B5EF4-FFF2-40B4-BE49-F238E27FC236}">
                <a16:creationId xmlns:a16="http://schemas.microsoft.com/office/drawing/2014/main" id="{911B1AB9-997E-5411-2C56-8A3EC02DD499}"/>
              </a:ext>
            </a:extLst>
          </p:cNvPr>
          <p:cNvSpPr>
            <a:spLocks xmlns:a="http://schemas.openxmlformats.org/drawingml/2006/main" noGrp="1"/>
          </p:cNvSpPr>
          <p:nvPr>
            <p:ph type="ftr" idx="39"/>
          </p:nvPr>
        </p:nvSpPr>
        <p:spPr>
          <a:xfrm xmlns:a="http://schemas.openxmlformats.org/drawingml/2006/main">
            <a:off x="1127759" y="6423978"/>
            <a:ext cx="5745379" cy="365125"/>
          </a:xfrm>
        </p:spPr>
        <p:txBody>
          <a:bodyPr xmlns:a="http://schemas.openxmlformats.org/drawingml/2006/main"/>
          <a:lstStyle xmlns:a="http://schemas.openxmlformats.org/drawingml/2006/main">
            <a:lvl1pPr>
              <a:buNone/>
              <a:defRPr>
                <a:solidFill>
                  <a:srgbClr val="514C47"/>
                </a:solidFill>
              </a:defRPr>
            </a:lvl1pPr>
          </a:lstStyle>
          <a:p xmlns:a="http://schemas.openxmlformats.org/drawingml/2006/main">
            <a:r>
              <a:t>Copyright © 2025, Oracle and/or its affiliates |  Confidential: Internal/Restricted/Highly Restricted</a:t>
            </a:r>
            <a:endParaRPr/>
          </a:p>
        </p:txBody>
      </p:sp>
      <p:sp>
        <p:nvSpPr>
          <p:cNvPr id="6" name="Date Placeholder 3">
            <a:extLst xmlns:a="http://schemas.openxmlformats.org/drawingml/2006/main">
              <a:ext uri="{FF2B5EF4-FFF2-40B4-BE49-F238E27FC236}">
                <a16:creationId xmlns:a16="http://schemas.microsoft.com/office/drawing/2014/main" id="{434C0960-AEC7-0B85-1E58-B54E51F0ECD4}"/>
              </a:ext>
            </a:extLst>
          </p:cNvPr>
          <p:cNvSpPr>
            <a:spLocks xmlns:a="http://schemas.openxmlformats.org/drawingml/2006/main" noGrp="1"/>
          </p:cNvSpPr>
          <p:nvPr>
            <p:ph type="dt" idx="41"/>
          </p:nvPr>
        </p:nvSpPr>
        <p:spPr>
          <a:xfrm xmlns:a="http://schemas.openxmlformats.org/drawingml/2006/main">
            <a:off x="6873138" y="6425604"/>
            <a:ext cx="2743200" cy="363500"/>
          </a:xfrm>
        </p:spPr>
        <p:txBody>
          <a:bodyPr xmlns:a="http://schemas.openxmlformats.org/drawingml/2006/main"/>
          <a:lstStyle xmlns:a="http://schemas.openxmlformats.org/drawingml/2006/main">
            <a:lvl1pPr>
              <a:buNone/>
              <a:defRPr>
                <a:solidFill>
                  <a:srgbClr val="514C47"/>
                </a:solidFill>
              </a:defRPr>
            </a:lvl1pPr>
          </a:lstStyle>
          <a:p xmlns:a="http://schemas.openxmlformats.org/drawingml/2006/main">
            <a:r>
              <a:t>[Date]</a:t>
            </a:r>
            <a:endParaRPr/>
          </a:p>
        </p:txBody>
      </p:sp>
    </p:spTree>
  </p:cSld>
</p:sldLayout>
</file>

<file path=ppt/slideLayouts/slideLayout95.xml><?xml version="1.0" encoding="utf-8"?>
<p:sldLayout xmlns:p="http://schemas.openxmlformats.org/presentationml/2006/main" preserve="1" userDrawn="1">
  <p:cSld name="Light - Bold Statement with Photo half">
    <p:bg>
      <p:bgRef idx="1001">
        <a:schemeClr xmlns:a="http://schemas.openxmlformats.org/drawingml/2006/main" val="bg2"/>
      </p:bgRef>
    </p:bg>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EBB5018F-8341-A0A7-3798-BB6D386BF6AE}"/>
              </a:ext>
            </a:extLst>
          </p:cNvPr>
          <p:cNvSpPr>
            <a:spLocks xmlns:a="http://schemas.openxmlformats.org/drawingml/2006/main" noGrp="1"/>
          </p:cNvSpPr>
          <p:nvPr>
            <p:ph type="title" idx="0"/>
          </p:nvPr>
        </p:nvSpPr>
        <p:spPr>
          <a:xfrm xmlns:a="http://schemas.openxmlformats.org/drawingml/2006/main">
            <a:off x="768875" y="3017520"/>
            <a:ext cx="4595613" cy="822960"/>
          </a:xfrm>
        </p:spPr>
        <p:txBody>
          <a:bodyPr xmlns:a="http://schemas.openxmlformats.org/drawingml/2006/main" anchor="ctr"/>
          <a:lstStyle xmlns:a="http://schemas.openxmlformats.org/drawingml/2006/main">
            <a:lvl1pPr>
              <a:lnSpc>
                <a:spcPct val="100000"/>
              </a:lnSpc>
              <a:buNone/>
              <a:defRPr b="1" i="0">
                <a:solidFill>
                  <a:schemeClr val="tx1"/>
                </a:solidFill>
                <a:latin typeface="Oracle Sans Tab"/>
                <a:ea typeface="Oracle Sans Tab"/>
                <a:cs typeface="Oracle Sans Tab"/>
              </a:defRPr>
            </a:lvl1pPr>
          </a:lstStyle>
          <a:p xmlns:a="http://schemas.openxmlformats.org/drawingml/2006/main">
            <a:r>
              <a:t>Click to edit Master title style</a:t>
            </a:r>
            <a:endParaRPr/>
          </a:p>
        </p:txBody>
      </p:sp>
      <p:sp>
        <p:nvSpPr>
          <p:cNvPr id="4" name="Picture Placeholder 17">
            <a:extLst xmlns:a="http://schemas.openxmlformats.org/drawingml/2006/main">
              <a:ext uri="{FF2B5EF4-FFF2-40B4-BE49-F238E27FC236}">
                <a16:creationId xmlns:a16="http://schemas.microsoft.com/office/drawing/2014/main" id="{E05D35C0-2DAC-3332-CC0D-3198C85F0FCC}"/>
              </a:ext>
            </a:extLst>
          </p:cNvPr>
          <p:cNvSpPr>
            <a:spLocks xmlns:a="http://schemas.openxmlformats.org/drawingml/2006/main" noGrp="1"/>
          </p:cNvSpPr>
          <p:nvPr>
            <p:ph type="pic" idx="11" hasCustomPrompt="1"/>
          </p:nvPr>
        </p:nvSpPr>
        <p:spPr>
          <a:xfrm xmlns:a="http://schemas.openxmlformats.org/drawingml/2006/main">
            <a:off x="6096000" y="0"/>
            <a:ext cx="6096000" cy="6858000"/>
          </a:xfrm>
          <a:prstGeom xmlns:a="http://schemas.openxmlformats.org/drawingml/2006/main" prst="rect">
            <a:avLst/>
          </a:prstGeom>
          <a:solidFill xmlns:a="http://schemas.openxmlformats.org/drawingml/2006/main">
            <a:srgbClr val="AEA8A2"/>
          </a:solidFill>
        </p:spPr>
        <p:txBody>
          <a:bodyPr xmlns:a="http://schemas.openxmlformats.org/drawingml/2006/main" lIns="72000" tIns="72000" rIns="0" anchor="ctr"/>
          <a:lstStyle xmlns:a="http://schemas.openxmlformats.org/drawingml/2006/main">
            <a:lvl1pPr algn="ctr">
              <a:buNone/>
              <a:defRPr sz="1400" b="0" i="0">
                <a:solidFill>
                  <a:schemeClr val="tx1"/>
                </a:solidFill>
                <a:latin typeface="Oracle Sans Tab"/>
                <a:ea typeface="Oracle Sans Tab"/>
                <a:cs typeface="Oracle Sans Tab"/>
              </a:defRPr>
            </a:lvl1pPr>
          </a:lstStyle>
          <a:p xmlns:a="http://schemas.openxmlformats.org/drawingml/2006/main">
            <a:r>
              <a:t>Click to add photo or illustration</a:t>
            </a:r>
          </a:p>
          <a:p xmlns:a="http://schemas.openxmlformats.org/drawingml/2006/main">
            <a:endParaRPr/>
          </a:p>
          <a:p xmlns:a="http://schemas.openxmlformats.org/drawingml/2006/main">
            <a:endParaRPr/>
          </a:p>
          <a:p xmlns:a="http://schemas.openxmlformats.org/drawingml/2006/main">
            <a:endParaRPr/>
          </a:p>
        </p:txBody>
      </p:sp>
      <p:sp>
        <p:nvSpPr>
          <p:cNvPr id="3" name="Slide Number Placeholder 5">
            <a:extLst xmlns:a="http://schemas.openxmlformats.org/drawingml/2006/main">
              <a:ext uri="{FF2B5EF4-FFF2-40B4-BE49-F238E27FC236}">
                <a16:creationId xmlns:a16="http://schemas.microsoft.com/office/drawing/2014/main" id="{BBB52B87-4D2F-759F-F825-1D8452D5364F}"/>
              </a:ext>
            </a:extLst>
          </p:cNvPr>
          <p:cNvSpPr>
            <a:spLocks xmlns:a="http://schemas.openxmlformats.org/drawingml/2006/main" noGrp="1"/>
          </p:cNvSpPr>
          <p:nvPr>
            <p:ph type="sldNum" idx="40"/>
          </p:nvPr>
        </p:nvSpPr>
        <p:spPr>
          <a:xfrm xmlns:a="http://schemas.openxmlformats.org/drawingml/2006/main">
            <a:off x="762000" y="6423660"/>
            <a:ext cx="365760" cy="365760"/>
          </a:xfrm>
        </p:spPr>
        <p:txBody>
          <a:bodyPr xmlns:a="http://schemas.openxmlformats.org/drawingml/2006/main"/>
          <a:lstStyle xmlns:a="http://schemas.openxmlformats.org/drawingml/2006/main">
            <a:lvl1pPr>
              <a:buNone/>
              <a:defRPr>
                <a:solidFill>
                  <a:srgbClr val="514C47"/>
                </a:solidFill>
              </a:defRPr>
            </a:lvl1pPr>
          </a:lstStyle>
          <a:p xmlns:a="http://schemas.openxmlformats.org/drawingml/2006/main">
            <a:fld id="{345D60D9-5372-5F40-9443-0F9AE5BDC3C8}" type="slidenum">
              <a:t>‹#›</a:t>
            </a:fld>
            <a:endParaRPr/>
          </a:p>
        </p:txBody>
      </p:sp>
      <p:sp>
        <p:nvSpPr>
          <p:cNvPr id="5" name="Footer Placeholder 4">
            <a:extLst xmlns:a="http://schemas.openxmlformats.org/drawingml/2006/main">
              <a:ext uri="{FF2B5EF4-FFF2-40B4-BE49-F238E27FC236}">
                <a16:creationId xmlns:a16="http://schemas.microsoft.com/office/drawing/2014/main" id="{911B1AB9-997E-5411-2C56-8A3EC02DD499}"/>
              </a:ext>
            </a:extLst>
          </p:cNvPr>
          <p:cNvSpPr>
            <a:spLocks xmlns:a="http://schemas.openxmlformats.org/drawingml/2006/main" noGrp="1"/>
          </p:cNvSpPr>
          <p:nvPr>
            <p:ph type="ftr" idx="39"/>
          </p:nvPr>
        </p:nvSpPr>
        <p:spPr>
          <a:xfrm xmlns:a="http://schemas.openxmlformats.org/drawingml/2006/main">
            <a:off x="1127759" y="6423978"/>
            <a:ext cx="5745379" cy="365125"/>
          </a:xfrm>
        </p:spPr>
        <p:txBody>
          <a:bodyPr xmlns:a="http://schemas.openxmlformats.org/drawingml/2006/main"/>
          <a:lstStyle xmlns:a="http://schemas.openxmlformats.org/drawingml/2006/main">
            <a:lvl1pPr>
              <a:buNone/>
              <a:defRPr>
                <a:solidFill>
                  <a:srgbClr val="514C47"/>
                </a:solidFill>
              </a:defRPr>
            </a:lvl1pPr>
          </a:lstStyle>
          <a:p xmlns:a="http://schemas.openxmlformats.org/drawingml/2006/main">
            <a:r>
              <a:t>Copyright © 2025, Oracle and/or its affiliates |  Confidential: Internal/Restricted/Highly Restricted</a:t>
            </a:r>
            <a:endParaRPr/>
          </a:p>
        </p:txBody>
      </p:sp>
      <p:sp>
        <p:nvSpPr>
          <p:cNvPr id="6" name="Date Placeholder 3">
            <a:extLst xmlns:a="http://schemas.openxmlformats.org/drawingml/2006/main">
              <a:ext uri="{FF2B5EF4-FFF2-40B4-BE49-F238E27FC236}">
                <a16:creationId xmlns:a16="http://schemas.microsoft.com/office/drawing/2014/main" id="{434C0960-AEC7-0B85-1E58-B54E51F0ECD4}"/>
              </a:ext>
            </a:extLst>
          </p:cNvPr>
          <p:cNvSpPr>
            <a:spLocks xmlns:a="http://schemas.openxmlformats.org/drawingml/2006/main" noGrp="1"/>
          </p:cNvSpPr>
          <p:nvPr>
            <p:ph type="dt" idx="41"/>
          </p:nvPr>
        </p:nvSpPr>
        <p:spPr>
          <a:xfrm xmlns:a="http://schemas.openxmlformats.org/drawingml/2006/main">
            <a:off x="6873138" y="6425604"/>
            <a:ext cx="2743200" cy="363500"/>
          </a:xfrm>
        </p:spPr>
        <p:txBody>
          <a:bodyPr xmlns:a="http://schemas.openxmlformats.org/drawingml/2006/main"/>
          <a:lstStyle xmlns:a="http://schemas.openxmlformats.org/drawingml/2006/main">
            <a:lvl1pPr>
              <a:buNone/>
              <a:defRPr>
                <a:solidFill>
                  <a:srgbClr val="514C47"/>
                </a:solidFill>
              </a:defRPr>
            </a:lvl1pPr>
          </a:lstStyle>
          <a:p xmlns:a="http://schemas.openxmlformats.org/drawingml/2006/main">
            <a:r>
              <a:t>[Date]</a:t>
            </a:r>
            <a:endParaRPr/>
          </a:p>
        </p:txBody>
      </p:sp>
    </p:spTree>
  </p:cSld>
</p:sldLayout>
</file>

<file path=ppt/slideLayouts/slideLayout96.xml><?xml version="1.0" encoding="utf-8"?>
<p:sldLayout xmlns:p="http://schemas.openxmlformats.org/presentationml/2006/main" preserve="1" userDrawn="1">
  <p:cSld name="Dark - Screenshot">
    <p:bg>
      <p:bgRef idx="1001">
        <a:schemeClr xmlns:a="http://schemas.openxmlformats.org/drawingml/2006/main" val="bg2"/>
      </p:bgRef>
    </p:bg>
    <p:spTree>
      <p:nvGrpSpPr>
        <p:cNvPr id="1" name=""/>
        <p:cNvGrpSpPr/>
        <p:nvPr/>
      </p:nvGrpSpPr>
      <p:grpSpPr>
        <a:xfrm xmlns:a="http://schemas.openxmlformats.org/drawingml/2006/main"/>
      </p:grpSpPr>
      <p:sp>
        <p:nvSpPr>
          <p:cNvPr id="3" name="Title 2">
            <a:extLst xmlns:a="http://schemas.openxmlformats.org/drawingml/2006/main">
              <a:ext uri="{FF2B5EF4-FFF2-40B4-BE49-F238E27FC236}">
                <a16:creationId xmlns:a16="http://schemas.microsoft.com/office/drawing/2014/main" id="{740F3D2B-DD8D-3718-AE06-7C8DDB64D815}"/>
              </a:ext>
            </a:extLst>
          </p:cNvPr>
          <p:cNvSpPr>
            <a:spLocks xmlns:a="http://schemas.openxmlformats.org/drawingml/2006/main" noGrp="1"/>
          </p:cNvSpPr>
          <p:nvPr>
            <p:ph type="title" idx="0"/>
          </p:nvPr>
        </p:nvSpPr>
        <p:spPr>
          <a:xfrm xmlns:a="http://schemas.openxmlformats.org/drawingml/2006/main">
            <a:off x="762000" y="2471026"/>
            <a:ext cx="3762466" cy="822960"/>
          </a:xfrm>
        </p:spPr>
        <p:txBody>
          <a:bodyPr xmlns:a="http://schemas.openxmlformats.org/drawingml/2006/main"/>
          <a:lstStyle xmlns:a="http://schemas.openxmlformats.org/drawingml/2006/main">
            <a:lvl1pPr>
              <a:buNone/>
              <a:defRPr b="1" i="0">
                <a:latin typeface="Oracle Sans Tab"/>
                <a:ea typeface="Oracle Sans Tab"/>
                <a:cs typeface="Oracle Sans Tab"/>
              </a:defRPr>
            </a:lvl1pPr>
          </a:lstStyle>
          <a:p xmlns:a="http://schemas.openxmlformats.org/drawingml/2006/main">
            <a:r>
              <a:t>Click to edit Master title style</a:t>
            </a:r>
            <a:endParaRPr/>
          </a:p>
        </p:txBody>
      </p:sp>
      <p:sp>
        <p:nvSpPr>
          <p:cNvPr id="10" name="Text Placeholder 21">
            <a:extLst xmlns:a="http://schemas.openxmlformats.org/drawingml/2006/main">
              <a:ext uri="{FF2B5EF4-FFF2-40B4-BE49-F238E27FC236}">
                <a16:creationId xmlns:a16="http://schemas.microsoft.com/office/drawing/2014/main" id="{ADDF4B14-485E-2D9E-8017-8DBD76E5E0CC}"/>
              </a:ext>
            </a:extLst>
          </p:cNvPr>
          <p:cNvSpPr>
            <a:spLocks xmlns:a="http://schemas.openxmlformats.org/drawingml/2006/main" noGrp="1"/>
          </p:cNvSpPr>
          <p:nvPr>
            <p:ph type="body" idx="24" hasCustomPrompt="1"/>
          </p:nvPr>
        </p:nvSpPr>
        <p:spPr>
          <a:xfrm xmlns:a="http://schemas.openxmlformats.org/drawingml/2006/main">
            <a:off x="762000" y="3564014"/>
            <a:ext cx="3762466" cy="1228119"/>
          </a:xfrm>
          <a:prstGeom xmlns:a="http://schemas.openxmlformats.org/drawingml/2006/main" prst="rect">
            <a:avLst/>
          </a:prstGeom>
          <a:noFill xmlns:a="http://schemas.openxmlformats.org/drawingml/2006/main"/>
        </p:spPr>
        <p:txBody>
          <a:bodyPr xmlns:a="http://schemas.openxmlformats.org/drawingml/2006/main" lIns="0" tIns="0" rIns="0" bIns="0"/>
          <a:lstStyle xmlns:a="http://schemas.openxmlformats.org/drawingml/2006/main">
            <a:lvl1pPr algn="l">
              <a:lnSpc>
                <a:spcPct val="100000"/>
              </a:lnSpc>
              <a:spcBef>
                <a:spcPts val="0"/>
              </a:spcBef>
              <a:spcAft>
                <a:spcPts val="400"/>
              </a:spcAft>
              <a:buNone/>
              <a:defRPr sz="1400" b="0" i="0">
                <a:solidFill>
                  <a:schemeClr val="tx1"/>
                </a:solidFill>
                <a:latin typeface="Oracle Sans"/>
                <a:ea typeface="Oracle Sans"/>
                <a:cs typeface="Oracle Sans"/>
              </a:defRPr>
            </a:lvl1pPr>
          </a:lstStyle>
          <a:p xmlns:a="http://schemas.openxmlformats.org/drawingml/2006/main">
            <a:pPr lvl="0">
              <a:buNone/>
            </a:pPr>
            <a:r>
              <a:t>Lorem ipsum </a:t>
            </a:r>
            <a:r>
              <a:t>dolor</a:t>
            </a:r>
            <a:r>
              <a:t> sit </a:t>
            </a:r>
            <a:r>
              <a:t>amet</a:t>
            </a:r>
            <a:r>
              <a:t>, </a:t>
            </a:r>
            <a:r>
              <a:t>consectetur</a:t>
            </a:r>
            <a:r>
              <a:t> </a:t>
            </a:r>
            <a:r>
              <a:t>adipiscing</a:t>
            </a:r>
            <a:r>
              <a:t> </a:t>
            </a:r>
            <a:r>
              <a:t>elit</a:t>
            </a:r>
            <a:r>
              <a:t>, </a:t>
            </a:r>
            <a:r>
              <a:t>sed</a:t>
            </a:r>
            <a:r>
              <a:t> do </a:t>
            </a:r>
            <a:r>
              <a:t>eiusmod</a:t>
            </a:r>
            <a:r>
              <a:t> </a:t>
            </a:r>
            <a:r>
              <a:t>tempor</a:t>
            </a:r>
            <a:r>
              <a:t> </a:t>
            </a:r>
            <a:r>
              <a:t>incididunt</a:t>
            </a:r>
            <a:r>
              <a:t> </a:t>
            </a:r>
            <a:r>
              <a:t>ut</a:t>
            </a:r>
            <a:r>
              <a:t> </a:t>
            </a:r>
            <a:r>
              <a:t>labore</a:t>
            </a:r>
            <a:r>
              <a:t> et dolore magna </a:t>
            </a:r>
            <a:r>
              <a:t>aliqua</a:t>
            </a:r>
            <a:r>
              <a:t>. </a:t>
            </a:r>
            <a:endParaRPr/>
          </a:p>
        </p:txBody>
      </p:sp>
      <p:sp>
        <p:nvSpPr>
          <p:cNvPr id="6" name="Slide Number Placeholder 5">
            <a:extLst xmlns:a="http://schemas.openxmlformats.org/drawingml/2006/main">
              <a:ext uri="{FF2B5EF4-FFF2-40B4-BE49-F238E27FC236}">
                <a16:creationId xmlns:a16="http://schemas.microsoft.com/office/drawing/2014/main" id="{957B489F-6C53-0670-3CA3-C344A6796DB7}"/>
              </a:ext>
            </a:extLst>
          </p:cNvPr>
          <p:cNvSpPr>
            <a:spLocks xmlns:a="http://schemas.openxmlformats.org/drawingml/2006/main" noGrp="1"/>
          </p:cNvSpPr>
          <p:nvPr>
            <p:ph type="sldNum" idx="40"/>
          </p:nvPr>
        </p:nvSpPr>
        <p:spPr>
          <a:xfrm xmlns:a="http://schemas.openxmlformats.org/drawingml/2006/main">
            <a:off x="762000" y="6423660"/>
            <a:ext cx="365760" cy="365760"/>
          </a:xfrm>
        </p:spPr>
        <p:txBody>
          <a:bodyPr xmlns:a="http://schemas.openxmlformats.org/drawingml/2006/main"/>
          <a:lstStyle xmlns:a="http://schemas.openxmlformats.org/drawingml/2006/main">
            <a:lvl1pPr>
              <a:buNone/>
              <a:defRPr>
                <a:solidFill>
                  <a:srgbClr val="AEA8A2"/>
                </a:solidFill>
              </a:defRPr>
            </a:lvl1pPr>
          </a:lstStyle>
          <a:p xmlns:a="http://schemas.openxmlformats.org/drawingml/2006/main">
            <a:fld id="{345D60D9-5372-5F40-9443-0F9AE5BDC3C8}" type="slidenum">
              <a:t>‹#›</a:t>
            </a:fld>
            <a:endParaRPr/>
          </a:p>
        </p:txBody>
      </p:sp>
      <p:sp>
        <p:nvSpPr>
          <p:cNvPr id="14" name="Footer Placeholder 4">
            <a:extLst xmlns:a="http://schemas.openxmlformats.org/drawingml/2006/main">
              <a:ext uri="{FF2B5EF4-FFF2-40B4-BE49-F238E27FC236}">
                <a16:creationId xmlns:a16="http://schemas.microsoft.com/office/drawing/2014/main" id="{73C65335-0F11-C316-1B11-B923DAF34CA7}"/>
              </a:ext>
            </a:extLst>
          </p:cNvPr>
          <p:cNvSpPr>
            <a:spLocks xmlns:a="http://schemas.openxmlformats.org/drawingml/2006/main" noGrp="1"/>
          </p:cNvSpPr>
          <p:nvPr>
            <p:ph type="ftr" idx="39"/>
          </p:nvPr>
        </p:nvSpPr>
        <p:spPr>
          <a:xfrm xmlns:a="http://schemas.openxmlformats.org/drawingml/2006/main">
            <a:off x="1127759" y="6423978"/>
            <a:ext cx="5745379" cy="365125"/>
          </a:xfrm>
        </p:spPr>
        <p:txBody>
          <a:bodyPr xmlns:a="http://schemas.openxmlformats.org/drawingml/2006/main"/>
          <a:lstStyle xmlns:a="http://schemas.openxmlformats.org/drawingml/2006/main">
            <a:lvl1pPr>
              <a:buNone/>
              <a:defRPr>
                <a:solidFill>
                  <a:srgbClr val="AEA8A2"/>
                </a:solidFill>
              </a:defRPr>
            </a:lvl1pPr>
          </a:lstStyle>
          <a:p xmlns:a="http://schemas.openxmlformats.org/drawingml/2006/main">
            <a:r>
              <a:t>Copyright © 2025, Oracle and/or its affiliates |  Confidential: Internal/Restricted/Highly Restricted</a:t>
            </a:r>
            <a:endParaRPr/>
          </a:p>
        </p:txBody>
      </p:sp>
      <p:sp>
        <p:nvSpPr>
          <p:cNvPr id="15" name="Date Placeholder 3">
            <a:extLst xmlns:a="http://schemas.openxmlformats.org/drawingml/2006/main">
              <a:ext uri="{FF2B5EF4-FFF2-40B4-BE49-F238E27FC236}">
                <a16:creationId xmlns:a16="http://schemas.microsoft.com/office/drawing/2014/main" id="{249F2E88-1C3B-E905-DE13-29B4AD66701F}"/>
              </a:ext>
            </a:extLst>
          </p:cNvPr>
          <p:cNvSpPr>
            <a:spLocks xmlns:a="http://schemas.openxmlformats.org/drawingml/2006/main" noGrp="1"/>
          </p:cNvSpPr>
          <p:nvPr>
            <p:ph type="dt" idx="41"/>
          </p:nvPr>
        </p:nvSpPr>
        <p:spPr>
          <a:xfrm xmlns:a="http://schemas.openxmlformats.org/drawingml/2006/main">
            <a:off x="6873138" y="6425604"/>
            <a:ext cx="2743200" cy="363500"/>
          </a:xfrm>
        </p:spPr>
        <p:txBody>
          <a:bodyPr xmlns:a="http://schemas.openxmlformats.org/drawingml/2006/main"/>
          <a:lstStyle xmlns:a="http://schemas.openxmlformats.org/drawingml/2006/main">
            <a:lvl1pPr>
              <a:buNone/>
              <a:defRPr>
                <a:solidFill>
                  <a:srgbClr val="AEA8A2"/>
                </a:solidFill>
              </a:defRPr>
            </a:lvl1pPr>
          </a:lstStyle>
          <a:p xmlns:a="http://schemas.openxmlformats.org/drawingml/2006/main">
            <a:r>
              <a:t>[Date]</a:t>
            </a:r>
            <a:endParaRPr/>
          </a:p>
        </p:txBody>
      </p:sp>
      <p:pic>
        <p:nvPicPr>
          <p:cNvPr id="5" name="Picture 4">
            <a:extLst xmlns:a="http://schemas.openxmlformats.org/drawingml/2006/main">
              <a:ext uri="{FF2B5EF4-FFF2-40B4-BE49-F238E27FC236}">
                <a16:creationId xmlns:a16="http://schemas.microsoft.com/office/drawing/2014/main" id="{96A1395A-28F2-42F8-AD84-F5397AE7908B}"/>
              </a:ext>
            </a:extLst>
          </p:cNvPr>
          <p:cNvPicPr>
            <a:picLocks xmlns:a="http://schemas.openxmlformats.org/drawingml/2006/main" noChangeAspect="1"/>
          </p:cNvPicPr>
          <p:nvPr/>
        </p:nvPicPr>
        <p:blipFill>
          <a:blip xmlns:r="http://schemas.openxmlformats.org/officeDocument/2006/relationships" xmlns:a="http://schemas.openxmlformats.org/drawingml/2006/main" r:embed="Rf14365b971944d29"/>
          <a:stretch xmlns:a="http://schemas.openxmlformats.org/drawingml/2006/main">
            <a:fillRect l="0" t="0" r="0" b="0"/>
          </a:stretch>
        </p:blipFill>
        <p:spPr>
          <a:xfrm xmlns:a="http://schemas.openxmlformats.org/drawingml/2006/main">
            <a:off x="5364488" y="1417342"/>
            <a:ext cx="6249629" cy="270425"/>
          </a:xfrm>
          <a:prstGeom xmlns:a="http://schemas.openxmlformats.org/drawingml/2006/main" prst="rect">
            <a:avLst/>
          </a:prstGeom>
        </p:spPr>
      </p:pic>
      <p:sp>
        <p:nvSpPr>
          <p:cNvPr id="7" name="Picture Placeholder 21">
            <a:extLst xmlns:a="http://schemas.openxmlformats.org/drawingml/2006/main">
              <a:ext uri="{FF2B5EF4-FFF2-40B4-BE49-F238E27FC236}">
                <a16:creationId xmlns:a16="http://schemas.microsoft.com/office/drawing/2014/main" id="{4A787595-7363-9A8E-E513-2117DE88759B}"/>
              </a:ext>
            </a:extLst>
          </p:cNvPr>
          <p:cNvSpPr>
            <a:spLocks xmlns:a="http://schemas.openxmlformats.org/drawingml/2006/main" noGrp="1"/>
          </p:cNvSpPr>
          <p:nvPr>
            <p:ph type="pic" idx="38" hasCustomPrompt="1"/>
          </p:nvPr>
        </p:nvSpPr>
        <p:spPr>
          <a:xfrm xmlns:a="http://schemas.openxmlformats.org/drawingml/2006/main">
            <a:off x="5364488" y="1687766"/>
            <a:ext cx="6249629" cy="3763219"/>
          </a:xfrm>
        </p:spPr>
        <p:txBody>
          <a:bodyPr xmlns:a="http://schemas.openxmlformats.org/drawingml/2006/main" anchor="ctr"/>
          <a:lstStyle xmlns:a="http://schemas.openxmlformats.org/drawingml/2006/main">
            <a:lvl1pPr algn="ctr">
              <a:buNone/>
              <a:defRPr sz="1400"/>
            </a:lvl1pPr>
          </a:lstStyle>
          <a:p xmlns:a="http://schemas.openxmlformats.org/drawingml/2006/main">
            <a:r>
              <a:t>Click icon to add screenshot</a:t>
            </a:r>
          </a:p>
          <a:p xmlns:a="http://schemas.openxmlformats.org/drawingml/2006/main">
            <a:endParaRPr/>
          </a:p>
          <a:p xmlns:a="http://schemas.openxmlformats.org/drawingml/2006/main">
            <a:endParaRPr/>
          </a:p>
        </p:txBody>
      </p:sp>
    </p:spTree>
  </p:cSld>
</p:sldLayout>
</file>

<file path=ppt/slideLayouts/slideLayout97.xml><?xml version="1.0" encoding="utf-8"?>
<p:sldLayout xmlns:p="http://schemas.openxmlformats.org/presentationml/2006/main" preserve="1" userDrawn="1">
  <p:cSld name="Light - Screenshot">
    <p:bg>
      <p:bgRef idx="1001">
        <a:schemeClr xmlns:a="http://schemas.openxmlformats.org/drawingml/2006/main" val="bg2"/>
      </p:bgRef>
    </p:bg>
    <p:spTree>
      <p:nvGrpSpPr>
        <p:cNvPr id="1" name=""/>
        <p:cNvGrpSpPr/>
        <p:nvPr/>
      </p:nvGrpSpPr>
      <p:grpSpPr>
        <a:xfrm xmlns:a="http://schemas.openxmlformats.org/drawingml/2006/main"/>
      </p:grpSpPr>
      <p:sp>
        <p:nvSpPr>
          <p:cNvPr id="3" name="Title 2">
            <a:extLst xmlns:a="http://schemas.openxmlformats.org/drawingml/2006/main">
              <a:ext uri="{FF2B5EF4-FFF2-40B4-BE49-F238E27FC236}">
                <a16:creationId xmlns:a16="http://schemas.microsoft.com/office/drawing/2014/main" id="{740F3D2B-DD8D-3718-AE06-7C8DDB64D815}"/>
              </a:ext>
            </a:extLst>
          </p:cNvPr>
          <p:cNvSpPr>
            <a:spLocks xmlns:a="http://schemas.openxmlformats.org/drawingml/2006/main" noGrp="1"/>
          </p:cNvSpPr>
          <p:nvPr>
            <p:ph type="title" idx="0"/>
          </p:nvPr>
        </p:nvSpPr>
        <p:spPr>
          <a:xfrm xmlns:a="http://schemas.openxmlformats.org/drawingml/2006/main">
            <a:off x="762000" y="2471026"/>
            <a:ext cx="3762466" cy="822960"/>
          </a:xfrm>
        </p:spPr>
        <p:txBody>
          <a:bodyPr xmlns:a="http://schemas.openxmlformats.org/drawingml/2006/main"/>
          <a:lstStyle xmlns:a="http://schemas.openxmlformats.org/drawingml/2006/main">
            <a:lvl1pPr>
              <a:buNone/>
              <a:defRPr b="1" i="0">
                <a:latin typeface="Oracle Sans Tab"/>
                <a:ea typeface="Oracle Sans Tab"/>
                <a:cs typeface="Oracle Sans Tab"/>
              </a:defRPr>
            </a:lvl1pPr>
          </a:lstStyle>
          <a:p xmlns:a="http://schemas.openxmlformats.org/drawingml/2006/main">
            <a:r>
              <a:t>Click to edit Master title style</a:t>
            </a:r>
            <a:endParaRPr/>
          </a:p>
        </p:txBody>
      </p:sp>
      <p:sp>
        <p:nvSpPr>
          <p:cNvPr id="10" name="Text Placeholder 21">
            <a:extLst xmlns:a="http://schemas.openxmlformats.org/drawingml/2006/main">
              <a:ext uri="{FF2B5EF4-FFF2-40B4-BE49-F238E27FC236}">
                <a16:creationId xmlns:a16="http://schemas.microsoft.com/office/drawing/2014/main" id="{ADDF4B14-485E-2D9E-8017-8DBD76E5E0CC}"/>
              </a:ext>
            </a:extLst>
          </p:cNvPr>
          <p:cNvSpPr>
            <a:spLocks xmlns:a="http://schemas.openxmlformats.org/drawingml/2006/main" noGrp="1"/>
          </p:cNvSpPr>
          <p:nvPr>
            <p:ph type="body" idx="24" hasCustomPrompt="1"/>
          </p:nvPr>
        </p:nvSpPr>
        <p:spPr>
          <a:xfrm xmlns:a="http://schemas.openxmlformats.org/drawingml/2006/main">
            <a:off x="762000" y="3564014"/>
            <a:ext cx="3762466" cy="1228119"/>
          </a:xfrm>
          <a:prstGeom xmlns:a="http://schemas.openxmlformats.org/drawingml/2006/main" prst="rect">
            <a:avLst/>
          </a:prstGeom>
          <a:noFill xmlns:a="http://schemas.openxmlformats.org/drawingml/2006/main"/>
        </p:spPr>
        <p:txBody>
          <a:bodyPr xmlns:a="http://schemas.openxmlformats.org/drawingml/2006/main" lIns="0" tIns="0" rIns="0" bIns="0"/>
          <a:lstStyle xmlns:a="http://schemas.openxmlformats.org/drawingml/2006/main">
            <a:lvl1pPr algn="l">
              <a:lnSpc>
                <a:spcPct val="100000"/>
              </a:lnSpc>
              <a:spcBef>
                <a:spcPts val="0"/>
              </a:spcBef>
              <a:spcAft>
                <a:spcPts val="400"/>
              </a:spcAft>
              <a:buNone/>
              <a:defRPr sz="1400" b="0" i="0">
                <a:solidFill>
                  <a:schemeClr val="tx1"/>
                </a:solidFill>
                <a:latin typeface="Oracle Sans"/>
                <a:ea typeface="Oracle Sans"/>
                <a:cs typeface="Oracle Sans"/>
              </a:defRPr>
            </a:lvl1pPr>
          </a:lstStyle>
          <a:p xmlns:a="http://schemas.openxmlformats.org/drawingml/2006/main">
            <a:pPr lvl="0">
              <a:buNone/>
            </a:pPr>
            <a:r>
              <a:t>Lorem ipsum </a:t>
            </a:r>
            <a:r>
              <a:t>dolor</a:t>
            </a:r>
            <a:r>
              <a:t> sit </a:t>
            </a:r>
            <a:r>
              <a:t>amet</a:t>
            </a:r>
            <a:r>
              <a:t>, </a:t>
            </a:r>
            <a:r>
              <a:t>consectetur</a:t>
            </a:r>
            <a:r>
              <a:t> </a:t>
            </a:r>
            <a:r>
              <a:t>adipiscing</a:t>
            </a:r>
            <a:r>
              <a:t> </a:t>
            </a:r>
            <a:r>
              <a:t>elit</a:t>
            </a:r>
            <a:r>
              <a:t>, </a:t>
            </a:r>
            <a:r>
              <a:t>sed</a:t>
            </a:r>
            <a:r>
              <a:t> do </a:t>
            </a:r>
            <a:r>
              <a:t>eiusmod</a:t>
            </a:r>
            <a:r>
              <a:t> </a:t>
            </a:r>
            <a:r>
              <a:t>tempor</a:t>
            </a:r>
            <a:r>
              <a:t> </a:t>
            </a:r>
            <a:r>
              <a:t>incididunt</a:t>
            </a:r>
            <a:r>
              <a:t> </a:t>
            </a:r>
            <a:r>
              <a:t>ut</a:t>
            </a:r>
            <a:r>
              <a:t> </a:t>
            </a:r>
            <a:r>
              <a:t>labore</a:t>
            </a:r>
            <a:r>
              <a:t> et dolore magna </a:t>
            </a:r>
            <a:r>
              <a:t>aliqua</a:t>
            </a:r>
            <a:r>
              <a:t>. </a:t>
            </a:r>
            <a:endParaRPr/>
          </a:p>
        </p:txBody>
      </p:sp>
      <p:pic>
        <p:nvPicPr>
          <p:cNvPr id="11" name="Picture 10">
            <a:extLst xmlns:a="http://schemas.openxmlformats.org/drawingml/2006/main">
              <a:ext uri="{FF2B5EF4-FFF2-40B4-BE49-F238E27FC236}">
                <a16:creationId xmlns:a16="http://schemas.microsoft.com/office/drawing/2014/main" id="{90B49A3F-18FE-4F45-A49B-6CD7DBC50D40}"/>
              </a:ext>
            </a:extLst>
          </p:cNvPr>
          <p:cNvPicPr>
            <a:picLocks xmlns:a="http://schemas.openxmlformats.org/drawingml/2006/main" noChangeAspect="1"/>
          </p:cNvPicPr>
          <p:nvPr/>
        </p:nvPicPr>
        <p:blipFill>
          <a:blip xmlns:r="http://schemas.openxmlformats.org/officeDocument/2006/relationships" xmlns:a="http://schemas.openxmlformats.org/drawingml/2006/main" r:embed="Rb40deb3b6ff54469"/>
          <a:stretch xmlns:a="http://schemas.openxmlformats.org/drawingml/2006/main">
            <a:fillRect l="0" t="0" r="0" b="0"/>
          </a:stretch>
        </p:blipFill>
        <p:spPr>
          <a:xfrm xmlns:a="http://schemas.openxmlformats.org/drawingml/2006/main">
            <a:off x="5364488" y="1417342"/>
            <a:ext cx="6249629" cy="270425"/>
          </a:xfrm>
          <a:prstGeom xmlns:a="http://schemas.openxmlformats.org/drawingml/2006/main" prst="rect">
            <a:avLst/>
          </a:prstGeom>
        </p:spPr>
      </p:pic>
      <p:sp>
        <p:nvSpPr>
          <p:cNvPr id="13" name="Picture Placeholder 21">
            <a:extLst xmlns:a="http://schemas.openxmlformats.org/drawingml/2006/main">
              <a:ext uri="{FF2B5EF4-FFF2-40B4-BE49-F238E27FC236}">
                <a16:creationId xmlns:a16="http://schemas.microsoft.com/office/drawing/2014/main" id="{A6B73051-9D1F-22B3-EB86-F2801CD8E323}"/>
              </a:ext>
            </a:extLst>
          </p:cNvPr>
          <p:cNvSpPr>
            <a:spLocks xmlns:a="http://schemas.openxmlformats.org/drawingml/2006/main" noGrp="1"/>
          </p:cNvSpPr>
          <p:nvPr>
            <p:ph type="pic" idx="38" hasCustomPrompt="1"/>
          </p:nvPr>
        </p:nvSpPr>
        <p:spPr>
          <a:xfrm xmlns:a="http://schemas.openxmlformats.org/drawingml/2006/main">
            <a:off x="5364488" y="1687766"/>
            <a:ext cx="6249629" cy="3763219"/>
          </a:xfrm>
        </p:spPr>
        <p:txBody>
          <a:bodyPr xmlns:a="http://schemas.openxmlformats.org/drawingml/2006/main" anchor="ctr"/>
          <a:lstStyle xmlns:a="http://schemas.openxmlformats.org/drawingml/2006/main">
            <a:lvl1pPr algn="ctr">
              <a:buNone/>
              <a:defRPr sz="1400"/>
            </a:lvl1pPr>
          </a:lstStyle>
          <a:p xmlns:a="http://schemas.openxmlformats.org/drawingml/2006/main">
            <a:r>
              <a:t>Click icon to add screenshot</a:t>
            </a:r>
          </a:p>
          <a:p xmlns:a="http://schemas.openxmlformats.org/drawingml/2006/main">
            <a:endParaRPr/>
          </a:p>
          <a:p xmlns:a="http://schemas.openxmlformats.org/drawingml/2006/main">
            <a:endParaRPr/>
          </a:p>
        </p:txBody>
      </p:sp>
      <p:sp>
        <p:nvSpPr>
          <p:cNvPr id="2" name="Slide Number Placeholder 5">
            <a:extLst xmlns:a="http://schemas.openxmlformats.org/drawingml/2006/main">
              <a:ext uri="{FF2B5EF4-FFF2-40B4-BE49-F238E27FC236}">
                <a16:creationId xmlns:a16="http://schemas.microsoft.com/office/drawing/2014/main" id="{9E993F39-EB04-6D40-5424-29EF7CBB4082}"/>
              </a:ext>
            </a:extLst>
          </p:cNvPr>
          <p:cNvSpPr>
            <a:spLocks xmlns:a="http://schemas.openxmlformats.org/drawingml/2006/main" noGrp="1"/>
          </p:cNvSpPr>
          <p:nvPr>
            <p:ph type="sldNum" idx="40"/>
          </p:nvPr>
        </p:nvSpPr>
        <p:spPr>
          <a:xfrm xmlns:a="http://schemas.openxmlformats.org/drawingml/2006/main">
            <a:off x="762000" y="6423660"/>
            <a:ext cx="365760" cy="365760"/>
          </a:xfrm>
        </p:spPr>
        <p:txBody>
          <a:bodyPr xmlns:a="http://schemas.openxmlformats.org/drawingml/2006/main"/>
          <a:lstStyle xmlns:a="http://schemas.openxmlformats.org/drawingml/2006/main">
            <a:lvl1pPr>
              <a:buNone/>
              <a:defRPr>
                <a:solidFill>
                  <a:srgbClr val="8B8580"/>
                </a:solidFill>
              </a:defRPr>
            </a:lvl1pPr>
          </a:lstStyle>
          <a:p xmlns:a="http://schemas.openxmlformats.org/drawingml/2006/main">
            <a:fld id="{345D60D9-5372-5F40-9443-0F9AE5BDC3C8}" type="slidenum">
              <a:t>‹#›</a:t>
            </a:fld>
            <a:endParaRPr/>
          </a:p>
        </p:txBody>
      </p:sp>
      <p:sp>
        <p:nvSpPr>
          <p:cNvPr id="7" name="Slide Number">
            <a:extLst xmlns:a="http://schemas.openxmlformats.org/drawingml/2006/main">
              <a:ext uri="{FF2B5EF4-FFF2-40B4-BE49-F238E27FC236}">
                <a16:creationId xmlns:a16="http://schemas.microsoft.com/office/drawing/2014/main" id="{93DA2E73-5D4C-E24A-9DBC-F14114AA2BD9}"/>
              </a:ext>
            </a:extLst>
          </p:cNvPr>
          <p:cNvSpPr>
            <a:spLocks xmlns:a="http://schemas.openxmlformats.org/drawingml/2006/main" noGrp="1"/>
          </p:cNvSpPr>
          <p:nvPr/>
        </p:nvSpPr>
        <p:spPr>
          <a:xfrm xmlns:a="http://schemas.openxmlformats.org/drawingml/2006/main">
            <a:off x="762000" y="6423660"/>
            <a:ext cx="365760" cy="365760"/>
          </a:xfrm>
          <a:prstGeom xmlns:a="http://schemas.openxmlformats.org/drawingml/2006/main" prst="rect">
            <a:avLst/>
          </a:prstGeom>
        </p:spPr>
        <p:txBody>
          <a:bodyPr xmlns:a="http://schemas.openxmlformats.org/drawingml/2006/main" vert="horz" lIns="0" tIns="0" rIns="0" bIns="0" anchor="ctr"/>
          <a:lstStyle xmlns:a="http://schemas.openxmlformats.org/drawingml/2006/main">
            <a:lvl1pPr marL="0" algn="l" defTabSz="914400">
              <a:buNone/>
              <a:defRPr sz="700" kern="1200">
                <a:solidFill>
                  <a:schemeClr val="tx1">
                    <a:alpha val="30000"/>
                  </a:schemeClr>
                </a:solidFill>
                <a:latin typeface="+mn-lt"/>
                <a:ea typeface="+mn-lt"/>
                <a:cs typeface="+mn-lt"/>
              </a:defRPr>
            </a:lvl1pPr>
            <a:lvl2pPr marL="457200" algn="l" defTabSz="914400">
              <a:buNone/>
              <a:defRPr sz="1800" kern="1200">
                <a:solidFill>
                  <a:schemeClr val="tx1"/>
                </a:solidFill>
                <a:latin typeface="+mn-lt"/>
                <a:ea typeface="+mn-lt"/>
                <a:cs typeface="+mn-lt"/>
              </a:defRPr>
            </a:lvl2pPr>
            <a:lvl3pPr marL="914400" algn="l" defTabSz="914400">
              <a:buNone/>
              <a:defRPr sz="1800" kern="1200">
                <a:solidFill>
                  <a:schemeClr val="tx1"/>
                </a:solidFill>
                <a:latin typeface="+mn-lt"/>
                <a:ea typeface="+mn-lt"/>
                <a:cs typeface="+mn-lt"/>
              </a:defRPr>
            </a:lvl3pPr>
            <a:lvl4pPr marL="1371600" algn="l" defTabSz="914400">
              <a:buNone/>
              <a:defRPr sz="1800" kern="1200">
                <a:solidFill>
                  <a:schemeClr val="tx1"/>
                </a:solidFill>
                <a:latin typeface="+mn-lt"/>
                <a:ea typeface="+mn-lt"/>
                <a:cs typeface="+mn-lt"/>
              </a:defRPr>
            </a:lvl4pPr>
            <a:lvl5pPr marL="1828800" algn="l" defTabSz="914400">
              <a:buNone/>
              <a:defRPr sz="1800" kern="1200">
                <a:solidFill>
                  <a:schemeClr val="tx1"/>
                </a:solidFill>
                <a:latin typeface="+mn-lt"/>
                <a:ea typeface="+mn-lt"/>
                <a:cs typeface="+mn-lt"/>
              </a:defRPr>
            </a:lvl5pPr>
            <a:lvl6pPr marL="2286000" algn="l" defTabSz="914400">
              <a:buNone/>
              <a:defRPr sz="1800" kern="1200">
                <a:solidFill>
                  <a:schemeClr val="tx1"/>
                </a:solidFill>
                <a:latin typeface="+mn-lt"/>
                <a:ea typeface="+mn-lt"/>
                <a:cs typeface="+mn-lt"/>
              </a:defRPr>
            </a:lvl6pPr>
            <a:lvl7pPr marL="2743200" algn="l" defTabSz="914400">
              <a:buNone/>
              <a:defRPr sz="1800" kern="1200">
                <a:solidFill>
                  <a:schemeClr val="tx1"/>
                </a:solidFill>
                <a:latin typeface="+mn-lt"/>
                <a:ea typeface="+mn-lt"/>
                <a:cs typeface="+mn-lt"/>
              </a:defRPr>
            </a:lvl7pPr>
            <a:lvl8pPr marL="3200400" algn="l" defTabSz="914400">
              <a:buNone/>
              <a:defRPr sz="1800" kern="1200">
                <a:solidFill>
                  <a:schemeClr val="tx1"/>
                </a:solidFill>
                <a:latin typeface="+mn-lt"/>
                <a:ea typeface="+mn-lt"/>
                <a:cs typeface="+mn-lt"/>
              </a:defRPr>
            </a:lvl8pPr>
            <a:lvl9pPr marL="3657600" algn="l" defTabSz="914400">
              <a:buNone/>
              <a:defRPr sz="1800" kern="1200">
                <a:solidFill>
                  <a:schemeClr val="tx1"/>
                </a:solidFill>
                <a:latin typeface="+mn-lt"/>
                <a:ea typeface="+mn-lt"/>
                <a:cs typeface="+mn-lt"/>
              </a:defRPr>
            </a:lvl9pPr>
          </a:lstStyle>
          <a:p xmlns:a="http://schemas.openxmlformats.org/drawingml/2006/main">
            <a:pPr marL="0" marR="0" lvl="0" indent="0" algn="l" defTabSz="914400">
              <a:lnSpc>
                <a:spcPct val="100000"/>
              </a:lnSpc>
              <a:spcBef>
                <a:spcPts val="0"/>
              </a:spcBef>
              <a:spcAft>
                <a:spcPts val="0"/>
              </a:spcAft>
              <a:buClrTx/>
              <a:buSzTx/>
              <a:buFontTx/>
              <a:buNone/>
            </a:pPr>
            <a:fld id="{345D60D9-5372-5F40-9443-0F9AE5BDC3C8}" type="slidenum">
              <a:rPr sz="700" b="0" i="0" u="none" strike="noStrike" cap="none" spc="0" baseline="0">
                <a:ln>
                  <a:noFill/>
                </a:ln>
                <a:solidFill>
                  <a:srgbClr val="514C47"/>
                </a:solidFill>
                <a:latin typeface="Oracle Sans"/>
                <a:ea typeface="Oracle Sans"/>
                <a:cs typeface="Oracle Sans"/>
              </a:rPr>
              <a:t>‹#›</a:t>
            </a:fld>
            <a:endParaRPr sz="700" b="0" i="0" u="none" strike="noStrike" kern="1200" cap="none" spc="0" baseline="0">
              <a:ln>
                <a:noFill/>
              </a:ln>
              <a:solidFill>
                <a:srgbClr val="514C47"/>
              </a:solidFill>
              <a:latin typeface="Oracle Sans"/>
              <a:ea typeface="Oracle Sans"/>
              <a:cs typeface="Oracle Sans"/>
            </a:endParaRPr>
          </a:p>
        </p:txBody>
      </p:sp>
      <p:sp>
        <p:nvSpPr>
          <p:cNvPr id="4" name="Footer Placeholder 4">
            <a:extLst xmlns:a="http://schemas.openxmlformats.org/drawingml/2006/main">
              <a:ext uri="{FF2B5EF4-FFF2-40B4-BE49-F238E27FC236}">
                <a16:creationId xmlns:a16="http://schemas.microsoft.com/office/drawing/2014/main" id="{4386EF72-A9D7-B119-6AB5-B47EDC6DBD35}"/>
              </a:ext>
            </a:extLst>
          </p:cNvPr>
          <p:cNvSpPr>
            <a:spLocks xmlns:a="http://schemas.openxmlformats.org/drawingml/2006/main" noGrp="1"/>
          </p:cNvSpPr>
          <p:nvPr>
            <p:ph type="ftr" idx="39"/>
          </p:nvPr>
        </p:nvSpPr>
        <p:spPr>
          <a:xfrm xmlns:a="http://schemas.openxmlformats.org/drawingml/2006/main">
            <a:off x="1127759" y="6423978"/>
            <a:ext cx="5745379" cy="365125"/>
          </a:xfrm>
        </p:spPr>
        <p:txBody>
          <a:bodyPr xmlns:a="http://schemas.openxmlformats.org/drawingml/2006/main"/>
          <a:lstStyle xmlns:a="http://schemas.openxmlformats.org/drawingml/2006/main">
            <a:lvl1pPr>
              <a:buNone/>
              <a:defRPr>
                <a:solidFill>
                  <a:srgbClr val="514C47"/>
                </a:solidFill>
              </a:defRPr>
            </a:lvl1pPr>
          </a:lstStyle>
          <a:p xmlns:a="http://schemas.openxmlformats.org/drawingml/2006/main">
            <a:r>
              <a:t>Copyright © 2025, Oracle and/or its affiliates |  Confidential: Internal/Restricted/Highly Restricted</a:t>
            </a:r>
            <a:endParaRPr/>
          </a:p>
        </p:txBody>
      </p:sp>
      <p:sp>
        <p:nvSpPr>
          <p:cNvPr id="5" name="Date Placeholder 3">
            <a:extLst xmlns:a="http://schemas.openxmlformats.org/drawingml/2006/main">
              <a:ext uri="{FF2B5EF4-FFF2-40B4-BE49-F238E27FC236}">
                <a16:creationId xmlns:a16="http://schemas.microsoft.com/office/drawing/2014/main" id="{7AEA780F-E901-E29C-0D8B-69514942746E}"/>
              </a:ext>
            </a:extLst>
          </p:cNvPr>
          <p:cNvSpPr>
            <a:spLocks xmlns:a="http://schemas.openxmlformats.org/drawingml/2006/main" noGrp="1"/>
          </p:cNvSpPr>
          <p:nvPr>
            <p:ph type="dt" idx="41"/>
          </p:nvPr>
        </p:nvSpPr>
        <p:spPr>
          <a:xfrm xmlns:a="http://schemas.openxmlformats.org/drawingml/2006/main">
            <a:off x="6873138" y="6425604"/>
            <a:ext cx="2743200" cy="363500"/>
          </a:xfrm>
        </p:spPr>
        <p:txBody>
          <a:bodyPr xmlns:a="http://schemas.openxmlformats.org/drawingml/2006/main"/>
          <a:lstStyle xmlns:a="http://schemas.openxmlformats.org/drawingml/2006/main">
            <a:lvl1pPr>
              <a:buNone/>
              <a:defRPr>
                <a:solidFill>
                  <a:srgbClr val="514C47"/>
                </a:solidFill>
              </a:defRPr>
            </a:lvl1pPr>
          </a:lstStyle>
          <a:p xmlns:a="http://schemas.openxmlformats.org/drawingml/2006/main">
            <a:r>
              <a:t>[Date]</a:t>
            </a:r>
            <a:endParaRPr/>
          </a:p>
        </p:txBody>
      </p:sp>
    </p:spTree>
  </p:cSld>
</p:sldLayout>
</file>

<file path=ppt/slideLayouts/slideLayout98.xml><?xml version="1.0" encoding="utf-8"?>
<p:sldLayout xmlns:p="http://schemas.openxmlformats.org/presentationml/2006/main" preserve="1" userDrawn="1">
  <p:cSld name="Light - Story with photo and stats">
    <p:bg>
      <p:bgRef idx="1001">
        <a:schemeClr xmlns:a="http://schemas.openxmlformats.org/drawingml/2006/main" val="bg2"/>
      </p:bgRef>
    </p:bg>
    <p:spTree>
      <p:nvGrpSpPr>
        <p:cNvPr id="1" name=""/>
        <p:cNvGrpSpPr/>
        <p:nvPr/>
      </p:nvGrpSpPr>
      <p:grpSpPr>
        <a:xfrm xmlns:a="http://schemas.openxmlformats.org/drawingml/2006/main"/>
      </p:grpSpPr>
      <p:sp>
        <p:nvSpPr>
          <p:cNvPr id="2" name="Rectangle 1">
            <a:extLst xmlns:a="http://schemas.openxmlformats.org/drawingml/2006/main">
              <a:ext uri="{FF2B5EF4-FFF2-40B4-BE49-F238E27FC236}">
                <a16:creationId xmlns:a16="http://schemas.microsoft.com/office/drawing/2014/main" id="{848688E9-F02D-F34B-A466-BC7C5A6028DB}"/>
              </a:ext>
            </a:extLst>
          </p:cNvPr>
          <p:cNvSpPr>
            <a:spLocks xmlns:a="http://schemas.openxmlformats.org/drawingml/2006/main" noGrp="1"/>
          </p:cNvSpPr>
          <p:nvPr/>
        </p:nvSpPr>
        <p:spPr>
          <a:xfrm xmlns:a="http://schemas.openxmlformats.org/drawingml/2006/main">
            <a:off x="6096000" y="3429000"/>
            <a:ext cx="6096000" cy="3429000"/>
          </a:xfrm>
          <a:prstGeom xmlns:a="http://schemas.openxmlformats.org/drawingml/2006/main" prst="rect">
            <a:avLst/>
          </a:prstGeom>
          <a:solidFill xmlns:a="http://schemas.openxmlformats.org/drawingml/2006/main">
            <a:srgbClr val="F1EFED"/>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9" name="Content Placeholder 7">
            <a:extLst xmlns:a="http://schemas.openxmlformats.org/drawingml/2006/main">
              <a:ext uri="{FF2B5EF4-FFF2-40B4-BE49-F238E27FC236}">
                <a16:creationId xmlns:a16="http://schemas.microsoft.com/office/drawing/2014/main" id="{167FC9A2-EA1C-47AA-8CD1-519F2B2BA1D5}"/>
              </a:ext>
            </a:extLst>
          </p:cNvPr>
          <p:cNvSpPr>
            <a:spLocks xmlns:a="http://schemas.openxmlformats.org/drawingml/2006/main" noGrp="1"/>
          </p:cNvSpPr>
          <p:nvPr>
            <p:ph idx="28" hasCustomPrompt="1"/>
          </p:nvPr>
        </p:nvSpPr>
        <p:spPr>
          <a:xfrm xmlns:a="http://schemas.openxmlformats.org/drawingml/2006/main">
            <a:off x="761999" y="178676"/>
            <a:ext cx="2504420" cy="819258"/>
          </a:xfrm>
        </p:spPr>
        <p:txBody>
          <a:bodyPr xmlns:a="http://schemas.openxmlformats.org/drawingml/2006/main"/>
          <a:lstStyle xmlns:a="http://schemas.openxmlformats.org/drawingml/2006/main">
            <a:lvl1pPr>
              <a:buNone/>
              <a:defRPr sz="800">
                <a:latin typeface="Oracle Sans Light"/>
                <a:ea typeface="Oracle Sans Light"/>
                <a:cs typeface="Oracle Sans Light"/>
              </a:defRPr>
            </a:lvl1pPr>
          </a:lstStyle>
          <a:p xmlns:a="http://schemas.openxmlformats.org/drawingml/2006/main">
            <a:pPr lvl="0">
              <a:buNone/>
            </a:pPr>
            <a:r>
              <a:t>Click to insert partner logo</a:t>
            </a:r>
          </a:p>
        </p:txBody>
      </p:sp>
      <p:sp>
        <p:nvSpPr>
          <p:cNvPr id="43" name="Title 1">
            <a:extLst xmlns:a="http://schemas.openxmlformats.org/drawingml/2006/main">
              <a:ext uri="{FF2B5EF4-FFF2-40B4-BE49-F238E27FC236}">
                <a16:creationId xmlns:a16="http://schemas.microsoft.com/office/drawing/2014/main" id="{74151B34-23FE-44F5-A716-0730CC7BA85D}"/>
              </a:ext>
            </a:extLst>
          </p:cNvPr>
          <p:cNvSpPr>
            <a:spLocks xmlns:a="http://schemas.openxmlformats.org/drawingml/2006/main" noGrp="1"/>
          </p:cNvSpPr>
          <p:nvPr>
            <p:ph type="title" idx="0" hasCustomPrompt="1"/>
          </p:nvPr>
        </p:nvSpPr>
        <p:spPr>
          <a:xfrm xmlns:a="http://schemas.openxmlformats.org/drawingml/2006/main">
            <a:off x="762000" y="1274060"/>
            <a:ext cx="4744029" cy="822960"/>
          </a:xfrm>
        </p:spPr>
        <p:txBody>
          <a:bodyPr xmlns:a="http://schemas.openxmlformats.org/drawingml/2006/main"/>
          <a:lstStyle xmlns:a="http://schemas.openxmlformats.org/drawingml/2006/main">
            <a:lvl1pPr>
              <a:buNone/>
              <a:defRPr>
                <a:solidFill>
                  <a:schemeClr val="tx1"/>
                </a:solidFill>
                <a:latin typeface="+mn-lt"/>
                <a:ea typeface="+mn-lt"/>
                <a:cs typeface="+mn-lt"/>
              </a:defRPr>
            </a:lvl1pPr>
          </a:lstStyle>
          <a:p xmlns:a="http://schemas.openxmlformats.org/drawingml/2006/main">
            <a:r>
              <a:t>Click to edit title text styles</a:t>
            </a:r>
          </a:p>
        </p:txBody>
      </p:sp>
      <p:sp>
        <p:nvSpPr>
          <p:cNvPr id="33" name="Slide Number Placeholder 7">
            <a:extLst xmlns:a="http://schemas.openxmlformats.org/drawingml/2006/main">
              <a:ext uri="{FF2B5EF4-FFF2-40B4-BE49-F238E27FC236}">
                <a16:creationId xmlns:a16="http://schemas.microsoft.com/office/drawing/2014/main" id="{4C0ED2E8-6351-ED49-B6CF-FA1F67B26896}"/>
              </a:ext>
            </a:extLst>
          </p:cNvPr>
          <p:cNvSpPr>
            <a:spLocks xmlns:a="http://schemas.openxmlformats.org/drawingml/2006/main" noGrp="1"/>
          </p:cNvSpPr>
          <p:nvPr>
            <p:ph type="sldNum" idx="39"/>
          </p:nvPr>
        </p:nvSpPr>
        <p:spPr>
          <a:xfrm xmlns:a="http://schemas.openxmlformats.org/drawingml/2006/main">
            <a:off x="762000" y="6423660"/>
            <a:ext cx="365760" cy="365760"/>
          </a:xfrm>
        </p:spPr>
        <p:txBody>
          <a:bodyPr xmlns:a="http://schemas.openxmlformats.org/drawingml/2006/main"/>
          <a:lstStyle xmlns:a="http://schemas.openxmlformats.org/drawingml/2006/main">
            <a:lvl1pPr>
              <a:buNone/>
              <a:defRPr>
                <a:solidFill>
                  <a:srgbClr val="514C47"/>
                </a:solidFill>
              </a:defRPr>
            </a:lvl1pPr>
          </a:lstStyle>
          <a:p xmlns:a="http://schemas.openxmlformats.org/drawingml/2006/main">
            <a:fld id="{345D60D9-5372-5F40-9443-0F9AE5BDC3C8}" type="slidenum">
              <a:t>‹#›</a:t>
            </a:fld>
            <a:endParaRPr/>
          </a:p>
        </p:txBody>
      </p:sp>
      <p:sp>
        <p:nvSpPr>
          <p:cNvPr id="31" name="Footer Placeholder 4">
            <a:extLst xmlns:a="http://schemas.openxmlformats.org/drawingml/2006/main">
              <a:ext uri="{FF2B5EF4-FFF2-40B4-BE49-F238E27FC236}">
                <a16:creationId xmlns:a16="http://schemas.microsoft.com/office/drawing/2014/main" id="{970AF836-EBD7-FC48-8131-6B5102906FFD}"/>
              </a:ext>
            </a:extLst>
          </p:cNvPr>
          <p:cNvSpPr>
            <a:spLocks xmlns:a="http://schemas.openxmlformats.org/drawingml/2006/main" noGrp="1"/>
          </p:cNvSpPr>
          <p:nvPr>
            <p:ph type="ftr" idx="11"/>
          </p:nvPr>
        </p:nvSpPr>
        <p:spPr>
          <a:xfrm xmlns:a="http://schemas.openxmlformats.org/drawingml/2006/main">
            <a:off x="1127759" y="6423978"/>
            <a:ext cx="5745379" cy="365125"/>
          </a:xfrm>
        </p:spPr>
        <p:txBody>
          <a:bodyPr xmlns:a="http://schemas.openxmlformats.org/drawingml/2006/main"/>
          <a:lstStyle xmlns:a="http://schemas.openxmlformats.org/drawingml/2006/main">
            <a:lvl1pPr>
              <a:buNone/>
              <a:defRPr>
                <a:solidFill>
                  <a:srgbClr val="514C47"/>
                </a:solidFill>
              </a:defRPr>
            </a:lvl1pPr>
          </a:lstStyle>
          <a:p xmlns:a="http://schemas.openxmlformats.org/drawingml/2006/main">
            <a:r>
              <a:t>Copyright © 2025, Oracle and/or its affiliates |  Confidential: Internal/Restricted/Highly Restricted</a:t>
            </a:r>
            <a:endParaRPr/>
          </a:p>
        </p:txBody>
      </p:sp>
      <p:sp>
        <p:nvSpPr>
          <p:cNvPr id="30" name="Date Placeholder 2">
            <a:extLst xmlns:a="http://schemas.openxmlformats.org/drawingml/2006/main">
              <a:ext uri="{FF2B5EF4-FFF2-40B4-BE49-F238E27FC236}">
                <a16:creationId xmlns:a16="http://schemas.microsoft.com/office/drawing/2014/main" id="{67BD4534-5E82-594D-B1AB-A133054CA183}"/>
              </a:ext>
            </a:extLst>
          </p:cNvPr>
          <p:cNvSpPr>
            <a:spLocks xmlns:a="http://schemas.openxmlformats.org/drawingml/2006/main" noGrp="1"/>
          </p:cNvSpPr>
          <p:nvPr>
            <p:ph type="dt" idx="10"/>
          </p:nvPr>
        </p:nvSpPr>
        <p:spPr>
          <a:xfrm xmlns:a="http://schemas.openxmlformats.org/drawingml/2006/main">
            <a:off x="6873138" y="6425604"/>
            <a:ext cx="2743200" cy="363500"/>
          </a:xfrm>
        </p:spPr>
        <p:txBody>
          <a:bodyPr xmlns:a="http://schemas.openxmlformats.org/drawingml/2006/main"/>
          <a:lstStyle xmlns:a="http://schemas.openxmlformats.org/drawingml/2006/main">
            <a:lvl1pPr>
              <a:buNone/>
              <a:defRPr>
                <a:solidFill>
                  <a:srgbClr val="514C47"/>
                </a:solidFill>
              </a:defRPr>
            </a:lvl1pPr>
          </a:lstStyle>
          <a:p xmlns:a="http://schemas.openxmlformats.org/drawingml/2006/main">
            <a:r>
              <a:t>[Date]</a:t>
            </a:r>
            <a:endParaRPr/>
          </a:p>
        </p:txBody>
      </p:sp>
      <p:sp>
        <p:nvSpPr>
          <p:cNvPr id="20" name="Text Placeholder 21">
            <a:extLst xmlns:a="http://schemas.openxmlformats.org/drawingml/2006/main">
              <a:ext uri="{FF2B5EF4-FFF2-40B4-BE49-F238E27FC236}">
                <a16:creationId xmlns:a16="http://schemas.microsoft.com/office/drawing/2014/main" id="{4C14E915-6287-F5A1-E319-1E5C8629A05F}"/>
              </a:ext>
            </a:extLst>
          </p:cNvPr>
          <p:cNvSpPr>
            <a:spLocks xmlns:a="http://schemas.openxmlformats.org/drawingml/2006/main" noGrp="1"/>
          </p:cNvSpPr>
          <p:nvPr>
            <p:ph type="body" idx="32" hasCustomPrompt="1"/>
          </p:nvPr>
        </p:nvSpPr>
        <p:spPr>
          <a:xfrm xmlns:a="http://schemas.openxmlformats.org/drawingml/2006/main">
            <a:off x="770368" y="2436573"/>
            <a:ext cx="4764024" cy="274320"/>
          </a:xfrm>
          <a:prstGeom xmlns:a="http://schemas.openxmlformats.org/drawingml/2006/main" prst="rect">
            <a:avLst/>
          </a:prstGeom>
        </p:spPr>
        <p:txBody>
          <a:bodyPr xmlns:a="http://schemas.openxmlformats.org/drawingml/2006/main" lIns="0" tIns="0" rIns="0" bIns="0" anchor="ctr"/>
          <a:lstStyle xmlns:a="http://schemas.openxmlformats.org/drawingml/2006/main">
            <a:lvl1pPr marL="0" indent="0" algn="l">
              <a:lnSpc>
                <a:spcPct val="100000"/>
              </a:lnSpc>
              <a:spcAft>
                <a:spcPts val="600"/>
              </a:spcAft>
              <a:buClr>
                <a:schemeClr val="tx1"/>
              </a:buClr>
              <a:buFont typeface="Arial"/>
              <a:buNone/>
              <a:defRPr sz="1400" b="1" i="0">
                <a:solidFill>
                  <a:schemeClr val="tx1"/>
                </a:solidFill>
                <a:latin typeface="Oracle Sans Tab"/>
                <a:ea typeface="Oracle Sans Tab"/>
                <a:cs typeface="Oracle Sans Tab"/>
              </a:defRPr>
            </a:lvl1pPr>
          </a:lstStyle>
          <a:p xmlns:a="http://schemas.openxmlformats.org/drawingml/2006/main">
            <a:pPr lvl="0">
              <a:buNone/>
            </a:pPr>
            <a:r>
              <a:t>Business challenges</a:t>
            </a:r>
            <a:endParaRPr/>
          </a:p>
        </p:txBody>
      </p:sp>
      <p:sp>
        <p:nvSpPr>
          <p:cNvPr id="21" name="Text Placeholder 19">
            <a:extLst xmlns:a="http://schemas.openxmlformats.org/drawingml/2006/main">
              <a:ext uri="{FF2B5EF4-FFF2-40B4-BE49-F238E27FC236}">
                <a16:creationId xmlns:a16="http://schemas.microsoft.com/office/drawing/2014/main" id="{F78AAD0E-863E-A8EC-378E-CA7D3BEDF692}"/>
              </a:ext>
            </a:extLst>
          </p:cNvPr>
          <p:cNvSpPr>
            <a:spLocks xmlns:a="http://schemas.openxmlformats.org/drawingml/2006/main" noGrp="1"/>
          </p:cNvSpPr>
          <p:nvPr>
            <p:ph type="body" idx="44"/>
          </p:nvPr>
        </p:nvSpPr>
        <p:spPr>
          <a:xfrm xmlns:a="http://schemas.openxmlformats.org/drawingml/2006/main">
            <a:off x="768875" y="2780015"/>
            <a:ext cx="4764024" cy="457200"/>
          </a:xfrm>
        </p:spPr>
        <p:txBody>
          <a:bodyPr xmlns:a="http://schemas.openxmlformats.org/drawingml/2006/main"/>
          <a:lstStyle xmlns:a="http://schemas.openxmlformats.org/drawingml/2006/main">
            <a:lvl1pPr>
              <a:lnSpc>
                <a:spcPct val="100000"/>
              </a:lnSpc>
              <a:buNone/>
              <a:defRPr sz="1200" b="0" i="0">
                <a:latin typeface="Oracle Sans Tab"/>
                <a:ea typeface="Oracle Sans Tab"/>
                <a:cs typeface="Oracle Sans Tab"/>
              </a:defRPr>
            </a:lvl1pPr>
            <a:lvl2pPr>
              <a:lnSpc>
                <a:spcPct val="100000"/>
              </a:lnSpc>
              <a:buNone/>
              <a:defRPr sz="1200" b="0" i="0">
                <a:latin typeface="Oracle Sans Tab"/>
                <a:ea typeface="Oracle Sans Tab"/>
                <a:cs typeface="Oracle Sans Tab"/>
              </a:defRPr>
            </a:lvl2pPr>
          </a:lstStyle>
          <a:p xmlns:a="http://schemas.openxmlformats.org/drawingml/2006/main">
            <a:pPr lvl="0">
              <a:buNone/>
            </a:pPr>
            <a:r>
              <a:t>Click to edit Master text styles</a:t>
            </a:r>
          </a:p>
          <a:p xmlns:a="http://schemas.openxmlformats.org/drawingml/2006/main">
            <a:pPr lvl="1">
              <a:buNone/>
            </a:pPr>
            <a:r>
              <a:t>Second level</a:t>
            </a:r>
          </a:p>
        </p:txBody>
      </p:sp>
      <p:sp>
        <p:nvSpPr>
          <p:cNvPr id="24" name="Text Placeholder 21">
            <a:extLst xmlns:a="http://schemas.openxmlformats.org/drawingml/2006/main">
              <a:ext uri="{FF2B5EF4-FFF2-40B4-BE49-F238E27FC236}">
                <a16:creationId xmlns:a16="http://schemas.microsoft.com/office/drawing/2014/main" id="{C0BA352F-F67A-5E33-FBD8-084FF44A0F3F}"/>
              </a:ext>
            </a:extLst>
          </p:cNvPr>
          <p:cNvSpPr>
            <a:spLocks xmlns:a="http://schemas.openxmlformats.org/drawingml/2006/main" noGrp="1"/>
          </p:cNvSpPr>
          <p:nvPr>
            <p:ph type="body" idx="38" hasCustomPrompt="1"/>
          </p:nvPr>
        </p:nvSpPr>
        <p:spPr>
          <a:xfrm xmlns:a="http://schemas.openxmlformats.org/drawingml/2006/main">
            <a:off x="770368" y="3703827"/>
            <a:ext cx="4762532" cy="274320"/>
          </a:xfrm>
          <a:prstGeom xmlns:a="http://schemas.openxmlformats.org/drawingml/2006/main" prst="rect">
            <a:avLst/>
          </a:prstGeom>
        </p:spPr>
        <p:txBody>
          <a:bodyPr xmlns:a="http://schemas.openxmlformats.org/drawingml/2006/main" lIns="0" tIns="0" rIns="0" bIns="0" anchor="ctr"/>
          <a:lstStyle xmlns:a="http://schemas.openxmlformats.org/drawingml/2006/main">
            <a:lvl1pPr marL="0" indent="0" algn="l">
              <a:lnSpc>
                <a:spcPct val="100000"/>
              </a:lnSpc>
              <a:spcAft>
                <a:spcPts val="600"/>
              </a:spcAft>
              <a:buClr>
                <a:schemeClr val="tx1"/>
              </a:buClr>
              <a:buFont typeface="Arial"/>
              <a:buNone/>
              <a:defRPr sz="1400" b="1" i="0">
                <a:solidFill>
                  <a:schemeClr val="tx1"/>
                </a:solidFill>
                <a:latin typeface="Oracle Sans Tab"/>
                <a:ea typeface="Oracle Sans Tab"/>
                <a:cs typeface="Oracle Sans Tab"/>
              </a:defRPr>
            </a:lvl1pPr>
          </a:lstStyle>
          <a:p xmlns:a="http://schemas.openxmlformats.org/drawingml/2006/main">
            <a:pPr lvl="0">
              <a:buNone/>
            </a:pPr>
            <a:r>
              <a:t>Why Oracle</a:t>
            </a:r>
            <a:endParaRPr/>
          </a:p>
        </p:txBody>
      </p:sp>
      <p:sp>
        <p:nvSpPr>
          <p:cNvPr id="25" name="Text Placeholder 19">
            <a:extLst xmlns:a="http://schemas.openxmlformats.org/drawingml/2006/main">
              <a:ext uri="{FF2B5EF4-FFF2-40B4-BE49-F238E27FC236}">
                <a16:creationId xmlns:a16="http://schemas.microsoft.com/office/drawing/2014/main" id="{97385F7D-6D1D-86CA-110E-A65805CE4790}"/>
              </a:ext>
            </a:extLst>
          </p:cNvPr>
          <p:cNvSpPr>
            <a:spLocks xmlns:a="http://schemas.openxmlformats.org/drawingml/2006/main" noGrp="1"/>
          </p:cNvSpPr>
          <p:nvPr>
            <p:ph type="body" idx="45"/>
          </p:nvPr>
        </p:nvSpPr>
        <p:spPr>
          <a:xfrm xmlns:a="http://schemas.openxmlformats.org/drawingml/2006/main">
            <a:off x="768875" y="4048160"/>
            <a:ext cx="4764024" cy="457200"/>
          </a:xfrm>
        </p:spPr>
        <p:txBody>
          <a:bodyPr xmlns:a="http://schemas.openxmlformats.org/drawingml/2006/main"/>
          <a:lstStyle xmlns:a="http://schemas.openxmlformats.org/drawingml/2006/main">
            <a:lvl1pPr>
              <a:lnSpc>
                <a:spcPct val="100000"/>
              </a:lnSpc>
              <a:buNone/>
              <a:defRPr sz="1200" b="0" i="0">
                <a:latin typeface="Oracle Sans Tab"/>
                <a:ea typeface="Oracle Sans Tab"/>
                <a:cs typeface="Oracle Sans Tab"/>
              </a:defRPr>
            </a:lvl1pPr>
            <a:lvl2pPr>
              <a:lnSpc>
                <a:spcPct val="100000"/>
              </a:lnSpc>
              <a:buNone/>
              <a:defRPr sz="1200" b="0" i="0">
                <a:latin typeface="Oracle Sans Tab"/>
                <a:ea typeface="Oracle Sans Tab"/>
                <a:cs typeface="Oracle Sans Tab"/>
              </a:defRPr>
            </a:lvl2pPr>
          </a:lstStyle>
          <a:p xmlns:a="http://schemas.openxmlformats.org/drawingml/2006/main">
            <a:pPr lvl="0">
              <a:buNone/>
            </a:pPr>
            <a:r>
              <a:t>Click to edit Master text styles</a:t>
            </a:r>
          </a:p>
          <a:p xmlns:a="http://schemas.openxmlformats.org/drawingml/2006/main">
            <a:pPr lvl="1">
              <a:buNone/>
            </a:pPr>
            <a:r>
              <a:t>Second level</a:t>
            </a:r>
          </a:p>
        </p:txBody>
      </p:sp>
      <p:sp>
        <p:nvSpPr>
          <p:cNvPr id="26" name="Text Placeholder 21">
            <a:extLst xmlns:a="http://schemas.openxmlformats.org/drawingml/2006/main">
              <a:ext uri="{FF2B5EF4-FFF2-40B4-BE49-F238E27FC236}">
                <a16:creationId xmlns:a16="http://schemas.microsoft.com/office/drawing/2014/main" id="{FCE282E2-5D44-8D75-1898-6AEA0F8C1C09}"/>
              </a:ext>
            </a:extLst>
          </p:cNvPr>
          <p:cNvSpPr>
            <a:spLocks xmlns:a="http://schemas.openxmlformats.org/drawingml/2006/main" noGrp="1"/>
          </p:cNvSpPr>
          <p:nvPr>
            <p:ph type="body" idx="46" hasCustomPrompt="1"/>
          </p:nvPr>
        </p:nvSpPr>
        <p:spPr>
          <a:xfrm xmlns:a="http://schemas.openxmlformats.org/drawingml/2006/main">
            <a:off x="770367" y="4870581"/>
            <a:ext cx="4762532" cy="274320"/>
          </a:xfrm>
          <a:prstGeom xmlns:a="http://schemas.openxmlformats.org/drawingml/2006/main" prst="rect">
            <a:avLst/>
          </a:prstGeom>
        </p:spPr>
        <p:txBody>
          <a:bodyPr xmlns:a="http://schemas.openxmlformats.org/drawingml/2006/main" lIns="0" tIns="0" rIns="0" bIns="0" anchor="ctr"/>
          <a:lstStyle xmlns:a="http://schemas.openxmlformats.org/drawingml/2006/main">
            <a:lvl1pPr marL="0" indent="0" algn="l">
              <a:lnSpc>
                <a:spcPct val="100000"/>
              </a:lnSpc>
              <a:spcAft>
                <a:spcPts val="600"/>
              </a:spcAft>
              <a:buClr>
                <a:schemeClr val="tx1"/>
              </a:buClr>
              <a:buFont typeface="Arial"/>
              <a:buNone/>
              <a:defRPr sz="1400" b="1" i="0">
                <a:solidFill>
                  <a:schemeClr val="tx1"/>
                </a:solidFill>
                <a:latin typeface="Oracle Sans Tab"/>
                <a:ea typeface="Oracle Sans Tab"/>
                <a:cs typeface="Oracle Sans Tab"/>
              </a:defRPr>
            </a:lvl1pPr>
          </a:lstStyle>
          <a:p xmlns:a="http://schemas.openxmlformats.org/drawingml/2006/main">
            <a:pPr lvl="0">
              <a:buNone/>
            </a:pPr>
            <a:r>
              <a:t>Result</a:t>
            </a:r>
            <a:endParaRPr/>
          </a:p>
        </p:txBody>
      </p:sp>
      <p:sp>
        <p:nvSpPr>
          <p:cNvPr id="3" name="Text Placeholder 19">
            <a:extLst xmlns:a="http://schemas.openxmlformats.org/drawingml/2006/main">
              <a:ext uri="{FF2B5EF4-FFF2-40B4-BE49-F238E27FC236}">
                <a16:creationId xmlns:a16="http://schemas.microsoft.com/office/drawing/2014/main" id="{C9B029B0-1EAB-FE8A-291E-9E218344064A}"/>
              </a:ext>
            </a:extLst>
          </p:cNvPr>
          <p:cNvSpPr>
            <a:spLocks xmlns:a="http://schemas.openxmlformats.org/drawingml/2006/main" noGrp="1"/>
          </p:cNvSpPr>
          <p:nvPr>
            <p:ph type="body" idx="47"/>
          </p:nvPr>
        </p:nvSpPr>
        <p:spPr>
          <a:xfrm xmlns:a="http://schemas.openxmlformats.org/drawingml/2006/main">
            <a:off x="761999" y="5225528"/>
            <a:ext cx="4764024" cy="457200"/>
          </a:xfrm>
        </p:spPr>
        <p:txBody>
          <a:bodyPr xmlns:a="http://schemas.openxmlformats.org/drawingml/2006/main"/>
          <a:lstStyle xmlns:a="http://schemas.openxmlformats.org/drawingml/2006/main">
            <a:lvl1pPr>
              <a:lnSpc>
                <a:spcPct val="100000"/>
              </a:lnSpc>
              <a:buNone/>
              <a:defRPr sz="1200" b="0" i="0">
                <a:latin typeface="Oracle Sans Tab"/>
                <a:ea typeface="Oracle Sans Tab"/>
                <a:cs typeface="Oracle Sans Tab"/>
              </a:defRPr>
            </a:lvl1pPr>
            <a:lvl2pPr>
              <a:lnSpc>
                <a:spcPct val="100000"/>
              </a:lnSpc>
              <a:buNone/>
              <a:defRPr sz="1200" b="0" i="0">
                <a:latin typeface="Oracle Sans Tab"/>
                <a:ea typeface="Oracle Sans Tab"/>
                <a:cs typeface="Oracle Sans Tab"/>
              </a:defRPr>
            </a:lvl2pPr>
          </a:lstStyle>
          <a:p xmlns:a="http://schemas.openxmlformats.org/drawingml/2006/main">
            <a:pPr lvl="0">
              <a:buNone/>
            </a:pPr>
            <a:r>
              <a:t>Click to edit Master text styles</a:t>
            </a:r>
          </a:p>
          <a:p xmlns:a="http://schemas.openxmlformats.org/drawingml/2006/main">
            <a:pPr lvl="1">
              <a:buNone/>
            </a:pPr>
            <a:r>
              <a:t>Second level</a:t>
            </a:r>
          </a:p>
        </p:txBody>
      </p:sp>
      <p:sp>
        <p:nvSpPr>
          <p:cNvPr id="4" name="Text Placeholder 21">
            <a:extLst xmlns:a="http://schemas.openxmlformats.org/drawingml/2006/main">
              <a:ext uri="{FF2B5EF4-FFF2-40B4-BE49-F238E27FC236}">
                <a16:creationId xmlns:a16="http://schemas.microsoft.com/office/drawing/2014/main" id="{36B97647-97D2-408B-413C-E65D6A6051E5}"/>
              </a:ext>
            </a:extLst>
          </p:cNvPr>
          <p:cNvSpPr>
            <a:spLocks xmlns:a="http://schemas.openxmlformats.org/drawingml/2006/main" noGrp="1"/>
          </p:cNvSpPr>
          <p:nvPr>
            <p:ph type="body" idx="14" hasCustomPrompt="1"/>
          </p:nvPr>
        </p:nvSpPr>
        <p:spPr>
          <a:xfrm xmlns:a="http://schemas.openxmlformats.org/drawingml/2006/main">
            <a:off x="6739049" y="3922382"/>
            <a:ext cx="1590912" cy="614174"/>
          </a:xfrm>
          <a:prstGeom xmlns:a="http://schemas.openxmlformats.org/drawingml/2006/main" prst="rect">
            <a:avLst/>
          </a:prstGeom>
        </p:spPr>
        <p:txBody>
          <a:bodyPr xmlns:a="http://schemas.openxmlformats.org/drawingml/2006/main" lIns="0" tIns="0" rIns="0" bIns="0" anchor="b"/>
          <a:lstStyle xmlns:a="http://schemas.openxmlformats.org/drawingml/2006/main">
            <a:lvl1pPr algn="l">
              <a:buNone/>
              <a:defRPr sz="3600" b="1" i="0">
                <a:solidFill>
                  <a:schemeClr val="tx1"/>
                </a:solidFill>
                <a:latin typeface="Oracle Sans Tab"/>
                <a:ea typeface="Oracle Sans Tab"/>
                <a:cs typeface="Oracle Sans Tab"/>
              </a:defRPr>
            </a:lvl1pPr>
          </a:lstStyle>
          <a:p xmlns:a="http://schemas.openxmlformats.org/drawingml/2006/main">
            <a:pPr lvl="0">
              <a:buNone/>
            </a:pPr>
            <a:r>
              <a:t>#Stat</a:t>
            </a:r>
            <a:endParaRPr/>
          </a:p>
        </p:txBody>
      </p:sp>
      <p:sp>
        <p:nvSpPr>
          <p:cNvPr id="5" name="Text Placeholder 21">
            <a:extLst xmlns:a="http://schemas.openxmlformats.org/drawingml/2006/main">
              <a:ext uri="{FF2B5EF4-FFF2-40B4-BE49-F238E27FC236}">
                <a16:creationId xmlns:a16="http://schemas.microsoft.com/office/drawing/2014/main" id="{3A3580F8-D690-3030-C6AC-4866E9825F61}"/>
              </a:ext>
            </a:extLst>
          </p:cNvPr>
          <p:cNvSpPr>
            <a:spLocks xmlns:a="http://schemas.openxmlformats.org/drawingml/2006/main" noGrp="1"/>
          </p:cNvSpPr>
          <p:nvPr>
            <p:ph type="body" idx="30" hasCustomPrompt="1"/>
          </p:nvPr>
        </p:nvSpPr>
        <p:spPr>
          <a:xfrm xmlns:a="http://schemas.openxmlformats.org/drawingml/2006/main">
            <a:off x="8448458" y="3933540"/>
            <a:ext cx="3237574" cy="603016"/>
          </a:xfrm>
          <a:prstGeom xmlns:a="http://schemas.openxmlformats.org/drawingml/2006/main" prst="rect">
            <a:avLst/>
          </a:prstGeom>
        </p:spPr>
        <p:txBody>
          <a:bodyPr xmlns:a="http://schemas.openxmlformats.org/drawingml/2006/main" lIns="0" tIns="0" rIns="0" bIns="0"/>
          <a:lstStyle xmlns:a="http://schemas.openxmlformats.org/drawingml/2006/main">
            <a:lvl1pPr algn="l">
              <a:buNone/>
              <a:defRPr sz="1400" b="0" i="0">
                <a:solidFill>
                  <a:schemeClr val="tx1"/>
                </a:solidFill>
                <a:latin typeface="Oracle Sans Tab"/>
                <a:ea typeface="Oracle Sans Tab"/>
                <a:cs typeface="Oracle Sans Tab"/>
              </a:defRPr>
            </a:lvl1pPr>
          </a:lstStyle>
          <a:p xmlns:a="http://schemas.openxmlformats.org/drawingml/2006/main">
            <a:pPr lvl="0">
              <a:buNone/>
            </a:pPr>
            <a:r>
              <a:t>Lorem ipsum </a:t>
            </a:r>
            <a:r>
              <a:t>dolor</a:t>
            </a:r>
            <a:r>
              <a:t> sit </a:t>
            </a:r>
            <a:r>
              <a:t>amet</a:t>
            </a:r>
            <a:r>
              <a:t>, </a:t>
            </a:r>
            <a:r>
              <a:t>consectetur</a:t>
            </a:r>
            <a:r>
              <a:t> </a:t>
            </a:r>
            <a:r>
              <a:t>adipiscing</a:t>
            </a:r>
            <a:r>
              <a:t> </a:t>
            </a:r>
            <a:r>
              <a:t>elit</a:t>
            </a:r>
            <a:r>
              <a:t>, </a:t>
            </a:r>
            <a:r>
              <a:t>sed</a:t>
            </a:r>
            <a:r>
              <a:t> do </a:t>
            </a:r>
            <a:r>
              <a:t>eiusmod</a:t>
            </a:r>
            <a:r>
              <a:t> </a:t>
            </a:r>
            <a:r>
              <a:t>tempor</a:t>
            </a:r>
            <a:r>
              <a:t> </a:t>
            </a:r>
            <a:r>
              <a:t>incididunt</a:t>
            </a:r>
            <a:endParaRPr/>
          </a:p>
        </p:txBody>
      </p:sp>
      <p:sp>
        <p:nvSpPr>
          <p:cNvPr id="7" name="Text Placeholder 21">
            <a:extLst xmlns:a="http://schemas.openxmlformats.org/drawingml/2006/main">
              <a:ext uri="{FF2B5EF4-FFF2-40B4-BE49-F238E27FC236}">
                <a16:creationId xmlns:a16="http://schemas.microsoft.com/office/drawing/2014/main" id="{44C5C283-5935-B42C-7120-D243BA9A2913}"/>
              </a:ext>
            </a:extLst>
          </p:cNvPr>
          <p:cNvSpPr>
            <a:spLocks xmlns:a="http://schemas.openxmlformats.org/drawingml/2006/main" noGrp="1"/>
          </p:cNvSpPr>
          <p:nvPr>
            <p:ph type="body" idx="31" hasCustomPrompt="1"/>
          </p:nvPr>
        </p:nvSpPr>
        <p:spPr>
          <a:xfrm xmlns:a="http://schemas.openxmlformats.org/drawingml/2006/main">
            <a:off x="6739049" y="4734009"/>
            <a:ext cx="1590912" cy="614174"/>
          </a:xfrm>
          <a:prstGeom xmlns:a="http://schemas.openxmlformats.org/drawingml/2006/main" prst="rect">
            <a:avLst/>
          </a:prstGeom>
        </p:spPr>
        <p:txBody>
          <a:bodyPr xmlns:a="http://schemas.openxmlformats.org/drawingml/2006/main" lIns="0" tIns="0" rIns="0" bIns="0" anchor="b"/>
          <a:lstStyle xmlns:a="http://schemas.openxmlformats.org/drawingml/2006/main">
            <a:lvl1pPr algn="l">
              <a:buNone/>
              <a:defRPr sz="3600" b="1" i="0">
                <a:solidFill>
                  <a:schemeClr val="tx1"/>
                </a:solidFill>
                <a:latin typeface="Oracle Sans Tab"/>
                <a:ea typeface="Oracle Sans Tab"/>
                <a:cs typeface="Oracle Sans Tab"/>
              </a:defRPr>
            </a:lvl1pPr>
          </a:lstStyle>
          <a:p xmlns:a="http://schemas.openxmlformats.org/drawingml/2006/main">
            <a:pPr lvl="0">
              <a:buNone/>
            </a:pPr>
            <a:r>
              <a:t>#Stat</a:t>
            </a:r>
            <a:endParaRPr/>
          </a:p>
        </p:txBody>
      </p:sp>
      <p:sp>
        <p:nvSpPr>
          <p:cNvPr id="8" name="Text Placeholder 21">
            <a:extLst xmlns:a="http://schemas.openxmlformats.org/drawingml/2006/main">
              <a:ext uri="{FF2B5EF4-FFF2-40B4-BE49-F238E27FC236}">
                <a16:creationId xmlns:a16="http://schemas.microsoft.com/office/drawing/2014/main" id="{099F2B36-E543-7114-2E12-7E05E41FD12F}"/>
              </a:ext>
            </a:extLst>
          </p:cNvPr>
          <p:cNvSpPr>
            <a:spLocks xmlns:a="http://schemas.openxmlformats.org/drawingml/2006/main" noGrp="1"/>
          </p:cNvSpPr>
          <p:nvPr>
            <p:ph type="body" idx="48" hasCustomPrompt="1"/>
          </p:nvPr>
        </p:nvSpPr>
        <p:spPr>
          <a:xfrm xmlns:a="http://schemas.openxmlformats.org/drawingml/2006/main">
            <a:off x="8448458" y="4745167"/>
            <a:ext cx="3237574" cy="603016"/>
          </a:xfrm>
          <a:prstGeom xmlns:a="http://schemas.openxmlformats.org/drawingml/2006/main" prst="rect">
            <a:avLst/>
          </a:prstGeom>
        </p:spPr>
        <p:txBody>
          <a:bodyPr xmlns:a="http://schemas.openxmlformats.org/drawingml/2006/main" lIns="0" tIns="0" rIns="0" bIns="0"/>
          <a:lstStyle xmlns:a="http://schemas.openxmlformats.org/drawingml/2006/main">
            <a:lvl1pPr algn="l">
              <a:buNone/>
              <a:defRPr sz="1400" b="0" i="0">
                <a:solidFill>
                  <a:schemeClr val="tx1"/>
                </a:solidFill>
                <a:latin typeface="Oracle Sans Tab"/>
                <a:ea typeface="Oracle Sans Tab"/>
                <a:cs typeface="Oracle Sans Tab"/>
              </a:defRPr>
            </a:lvl1pPr>
          </a:lstStyle>
          <a:p xmlns:a="http://schemas.openxmlformats.org/drawingml/2006/main">
            <a:pPr lvl="0">
              <a:buNone/>
            </a:pPr>
            <a:r>
              <a:t>Lorem ipsum </a:t>
            </a:r>
            <a:r>
              <a:t>dolor</a:t>
            </a:r>
            <a:r>
              <a:t> sit </a:t>
            </a:r>
            <a:r>
              <a:t>amet</a:t>
            </a:r>
            <a:r>
              <a:t>, </a:t>
            </a:r>
            <a:r>
              <a:t>consectetur</a:t>
            </a:r>
            <a:r>
              <a:t> </a:t>
            </a:r>
            <a:r>
              <a:t>adipiscing</a:t>
            </a:r>
            <a:r>
              <a:t> </a:t>
            </a:r>
            <a:r>
              <a:t>elit</a:t>
            </a:r>
            <a:r>
              <a:t>, </a:t>
            </a:r>
            <a:r>
              <a:t>sed</a:t>
            </a:r>
            <a:r>
              <a:t> do </a:t>
            </a:r>
            <a:r>
              <a:t>eiusmod</a:t>
            </a:r>
            <a:r>
              <a:t> </a:t>
            </a:r>
            <a:r>
              <a:t>tempor</a:t>
            </a:r>
            <a:r>
              <a:t> </a:t>
            </a:r>
            <a:r>
              <a:t>incididunt</a:t>
            </a:r>
            <a:endParaRPr/>
          </a:p>
        </p:txBody>
      </p:sp>
      <p:sp>
        <p:nvSpPr>
          <p:cNvPr id="9" name="Text Placeholder 21">
            <a:extLst xmlns:a="http://schemas.openxmlformats.org/drawingml/2006/main">
              <a:ext uri="{FF2B5EF4-FFF2-40B4-BE49-F238E27FC236}">
                <a16:creationId xmlns:a16="http://schemas.microsoft.com/office/drawing/2014/main" id="{480E7235-27FC-1059-8FEC-3A55CCC728FE}"/>
              </a:ext>
            </a:extLst>
          </p:cNvPr>
          <p:cNvSpPr>
            <a:spLocks xmlns:a="http://schemas.openxmlformats.org/drawingml/2006/main" noGrp="1"/>
          </p:cNvSpPr>
          <p:nvPr>
            <p:ph type="body" idx="33" hasCustomPrompt="1"/>
          </p:nvPr>
        </p:nvSpPr>
        <p:spPr>
          <a:xfrm xmlns:a="http://schemas.openxmlformats.org/drawingml/2006/main">
            <a:off x="6739049" y="5546718"/>
            <a:ext cx="1590912" cy="614174"/>
          </a:xfrm>
          <a:prstGeom xmlns:a="http://schemas.openxmlformats.org/drawingml/2006/main" prst="rect">
            <a:avLst/>
          </a:prstGeom>
        </p:spPr>
        <p:txBody>
          <a:bodyPr xmlns:a="http://schemas.openxmlformats.org/drawingml/2006/main" lIns="0" tIns="0" rIns="0" bIns="0" anchor="b"/>
          <a:lstStyle xmlns:a="http://schemas.openxmlformats.org/drawingml/2006/main">
            <a:lvl1pPr algn="l">
              <a:buNone/>
              <a:defRPr sz="3600" b="1" i="0">
                <a:solidFill>
                  <a:schemeClr val="tx1"/>
                </a:solidFill>
                <a:latin typeface="Oracle Sans Tab"/>
                <a:ea typeface="Oracle Sans Tab"/>
                <a:cs typeface="Oracle Sans Tab"/>
              </a:defRPr>
            </a:lvl1pPr>
          </a:lstStyle>
          <a:p xmlns:a="http://schemas.openxmlformats.org/drawingml/2006/main">
            <a:pPr lvl="0">
              <a:buNone/>
            </a:pPr>
            <a:r>
              <a:t>#Stat</a:t>
            </a:r>
            <a:endParaRPr/>
          </a:p>
        </p:txBody>
      </p:sp>
      <p:sp>
        <p:nvSpPr>
          <p:cNvPr id="11" name="Text Placeholder 21">
            <a:extLst xmlns:a="http://schemas.openxmlformats.org/drawingml/2006/main">
              <a:ext uri="{FF2B5EF4-FFF2-40B4-BE49-F238E27FC236}">
                <a16:creationId xmlns:a16="http://schemas.microsoft.com/office/drawing/2014/main" id="{360C9156-A92C-0F42-A924-D97D8BD8785F}"/>
              </a:ext>
            </a:extLst>
          </p:cNvPr>
          <p:cNvSpPr>
            <a:spLocks xmlns:a="http://schemas.openxmlformats.org/drawingml/2006/main" noGrp="1"/>
          </p:cNvSpPr>
          <p:nvPr>
            <p:ph type="body" idx="34" hasCustomPrompt="1"/>
          </p:nvPr>
        </p:nvSpPr>
        <p:spPr>
          <a:xfrm xmlns:a="http://schemas.openxmlformats.org/drawingml/2006/main">
            <a:off x="8448458" y="5557876"/>
            <a:ext cx="3237574" cy="603016"/>
          </a:xfrm>
          <a:prstGeom xmlns:a="http://schemas.openxmlformats.org/drawingml/2006/main" prst="rect">
            <a:avLst/>
          </a:prstGeom>
        </p:spPr>
        <p:txBody>
          <a:bodyPr xmlns:a="http://schemas.openxmlformats.org/drawingml/2006/main" lIns="0" tIns="0" rIns="0" bIns="0"/>
          <a:lstStyle xmlns:a="http://schemas.openxmlformats.org/drawingml/2006/main">
            <a:lvl1pPr algn="l">
              <a:buNone/>
              <a:defRPr sz="1400" b="0" i="0">
                <a:solidFill>
                  <a:schemeClr val="tx1"/>
                </a:solidFill>
                <a:latin typeface="Oracle Sans Tab"/>
                <a:ea typeface="Oracle Sans Tab"/>
                <a:cs typeface="Oracle Sans Tab"/>
              </a:defRPr>
            </a:lvl1pPr>
          </a:lstStyle>
          <a:p xmlns:a="http://schemas.openxmlformats.org/drawingml/2006/main">
            <a:pPr lvl="0">
              <a:buNone/>
            </a:pPr>
            <a:r>
              <a:t>Lorem ipsum </a:t>
            </a:r>
            <a:r>
              <a:t>dolor</a:t>
            </a:r>
            <a:r>
              <a:t> sit </a:t>
            </a:r>
            <a:r>
              <a:t>amet</a:t>
            </a:r>
            <a:r>
              <a:t>, </a:t>
            </a:r>
            <a:r>
              <a:t>consectetur</a:t>
            </a:r>
            <a:r>
              <a:t> </a:t>
            </a:r>
            <a:r>
              <a:t>adipiscing</a:t>
            </a:r>
            <a:r>
              <a:t> </a:t>
            </a:r>
            <a:r>
              <a:t>elit</a:t>
            </a:r>
            <a:r>
              <a:t>, </a:t>
            </a:r>
            <a:r>
              <a:t>sed</a:t>
            </a:r>
            <a:r>
              <a:t> do </a:t>
            </a:r>
            <a:r>
              <a:t>eiusmod</a:t>
            </a:r>
            <a:r>
              <a:t> </a:t>
            </a:r>
            <a:r>
              <a:t>tempor</a:t>
            </a:r>
            <a:r>
              <a:t> </a:t>
            </a:r>
            <a:r>
              <a:t>incididunt</a:t>
            </a:r>
            <a:endParaRPr/>
          </a:p>
        </p:txBody>
      </p:sp>
      <p:sp>
        <p:nvSpPr>
          <p:cNvPr id="12" name="Picture Placeholder 17">
            <a:extLst xmlns:a="http://schemas.openxmlformats.org/drawingml/2006/main">
              <a:ext uri="{FF2B5EF4-FFF2-40B4-BE49-F238E27FC236}">
                <a16:creationId xmlns:a16="http://schemas.microsoft.com/office/drawing/2014/main" id="{37E1F626-6013-A11C-1493-E8B91C591978}"/>
              </a:ext>
            </a:extLst>
          </p:cNvPr>
          <p:cNvSpPr>
            <a:spLocks xmlns:a="http://schemas.openxmlformats.org/drawingml/2006/main" noGrp="1"/>
          </p:cNvSpPr>
          <p:nvPr>
            <p:ph type="pic" idx="53" hasCustomPrompt="1"/>
          </p:nvPr>
        </p:nvSpPr>
        <p:spPr>
          <a:xfrm xmlns:a="http://schemas.openxmlformats.org/drawingml/2006/main">
            <a:off x="6096000" y="0"/>
            <a:ext cx="6096000" cy="3428682"/>
          </a:xfrm>
          <a:prstGeom xmlns:a="http://schemas.openxmlformats.org/drawingml/2006/main" prst="rect">
            <a:avLst/>
          </a:prstGeom>
          <a:solidFill xmlns:a="http://schemas.openxmlformats.org/drawingml/2006/main">
            <a:srgbClr val="AEA8A2"/>
          </a:solidFill>
        </p:spPr>
        <p:txBody>
          <a:bodyPr xmlns:a="http://schemas.openxmlformats.org/drawingml/2006/main" lIns="72000" tIns="72000" rIns="0" anchor="ctr"/>
          <a:lstStyle xmlns:a="http://schemas.openxmlformats.org/drawingml/2006/main">
            <a:lvl1pPr algn="ctr">
              <a:buNone/>
              <a:defRPr sz="1400" b="0" i="0">
                <a:solidFill>
                  <a:schemeClr val="tx1"/>
                </a:solidFill>
                <a:latin typeface="Oracle Sans Tab"/>
                <a:ea typeface="Oracle Sans Tab"/>
                <a:cs typeface="Oracle Sans Tab"/>
              </a:defRPr>
            </a:lvl1pPr>
          </a:lstStyle>
          <a:p xmlns:a="http://schemas.openxmlformats.org/drawingml/2006/main">
            <a:r>
              <a:t>Click to add photo or illustration</a:t>
            </a:r>
          </a:p>
          <a:p xmlns:a="http://schemas.openxmlformats.org/drawingml/2006/main">
            <a:endParaRPr/>
          </a:p>
          <a:p xmlns:a="http://schemas.openxmlformats.org/drawingml/2006/main">
            <a:endParaRPr/>
          </a:p>
          <a:p xmlns:a="http://schemas.openxmlformats.org/drawingml/2006/main">
            <a:endParaRPr/>
          </a:p>
        </p:txBody>
      </p:sp>
      <p:pic>
        <p:nvPicPr>
          <p:cNvPr id="6" name="OTag">
            <a:extLst xmlns:a="http://schemas.openxmlformats.org/drawingml/2006/main">
              <a:ext uri="{FF2B5EF4-FFF2-40B4-BE49-F238E27FC236}">
                <a16:creationId xmlns:a16="http://schemas.microsoft.com/office/drawing/2014/main" id="{40A80435-6F6E-427A-B69F-83C97247080F}"/>
              </a:ext>
            </a:extLst>
          </p:cNvPr>
          <p:cNvPicPr>
            <a:picLocks xmlns:a="http://schemas.openxmlformats.org/drawingml/2006/main" noChangeAspect="1"/>
          </p:cNvPicPr>
          <p:nvPr/>
        </p:nvPicPr>
        <p:blipFill>
          <a:blip xmlns:r="http://schemas.openxmlformats.org/officeDocument/2006/relationships" xmlns:a="http://schemas.openxmlformats.org/drawingml/2006/main" r:embed="R0933b3583f444534"/>
          <a:stretch xmlns:a="http://schemas.openxmlformats.org/drawingml/2006/main">
            <a:fillRect l="0" t="0" r="0" b="0"/>
          </a:stretch>
        </p:blipFill>
        <p:spPr>
          <a:xfrm xmlns:a="http://schemas.openxmlformats.org/drawingml/2006/main">
            <a:off x="11405616" y="6464808"/>
            <a:ext cx="393192" cy="393192"/>
          </a:xfrm>
          <a:prstGeom xmlns:a="http://schemas.openxmlformats.org/drawingml/2006/main" prst="rect">
            <a:avLst/>
          </a:prstGeom>
        </p:spPr>
      </p:pic>
      <p:pic>
        <p:nvPicPr>
          <p:cNvPr id="13" name="Graphic 12">
            <a:extLst xmlns:a="http://schemas.openxmlformats.org/drawingml/2006/main">
              <a:ext uri="{FF2B5EF4-FFF2-40B4-BE49-F238E27FC236}">
                <a16:creationId xmlns:a16="http://schemas.microsoft.com/office/drawing/2014/main" id="{979255B1-95FC-45BD-ACEA-8B204FDAD3D0}"/>
              </a:ext>
            </a:extLst>
          </p:cNvPr>
          <p:cNvPicPr>
            <a:picLocks xmlns:a="http://schemas.openxmlformats.org/drawingml/2006/main" noChangeAspect="1"/>
          </p:cNvPicPr>
          <p:nvPr/>
        </p:nvPicPr>
        <p:blipFill>
          <a:blip xmlns:r="http://schemas.openxmlformats.org/officeDocument/2006/relationships" xmlns:a="http://schemas.openxmlformats.org/drawingml/2006/main" r:embed="Rb21365d80d3d4d6f">
            <a:extLst>
              <a:ext uri="{96DAC541-7B7A-43D3-8B79-37D633B846F1}">
                <asvg:svgBlip xmlns:asvg="http://schemas.microsoft.com/office/drawing/2016/SVG/main" r:embed="Re9f441215a884037"/>
              </a:ext>
            </a:extLst>
          </a:blip>
          <a:srcRect xmlns:a="http://schemas.openxmlformats.org/drawingml/2006/main" l="-9503" t="21585" r="0" b="15557"/>
          <a:stretch xmlns:a="http://schemas.openxmlformats.org/drawingml/2006/main"/>
        </p:blipFill>
        <p:spPr>
          <a:xfrm xmlns:a="http://schemas.openxmlformats.org/drawingml/2006/main">
            <a:off x="8834980" y="3428681"/>
            <a:ext cx="3357020" cy="1284671"/>
          </a:xfrm>
          <a:prstGeom xmlns:a="http://schemas.openxmlformats.org/drawingml/2006/main" prst="rect">
            <a:avLst/>
          </a:prstGeom>
        </p:spPr>
      </p:pic>
      <p:sp>
        <p:nvSpPr>
          <p:cNvPr id="14" name="Text Placeholder 21">
            <a:extLst xmlns:a="http://schemas.openxmlformats.org/drawingml/2006/main">
              <a:ext uri="{FF2B5EF4-FFF2-40B4-BE49-F238E27FC236}">
                <a16:creationId xmlns:a16="http://schemas.microsoft.com/office/drawing/2014/main" id="{714C8117-8874-4C52-FD47-896710854EA6}"/>
              </a:ext>
            </a:extLst>
          </p:cNvPr>
          <p:cNvSpPr>
            <a:spLocks xmlns:a="http://schemas.openxmlformats.org/drawingml/2006/main" noGrp="1"/>
          </p:cNvSpPr>
          <p:nvPr>
            <p:ph type="body" idx="54" hasCustomPrompt="1"/>
          </p:nvPr>
        </p:nvSpPr>
        <p:spPr>
          <a:xfrm xmlns:a="http://schemas.openxmlformats.org/drawingml/2006/main">
            <a:off x="768875" y="6104842"/>
            <a:ext cx="4762532" cy="274320"/>
          </a:xfrm>
          <a:prstGeom xmlns:a="http://schemas.openxmlformats.org/drawingml/2006/main" prst="rect">
            <a:avLst/>
          </a:prstGeom>
        </p:spPr>
        <p:txBody>
          <a:bodyPr xmlns:a="http://schemas.openxmlformats.org/drawingml/2006/main" lIns="0" tIns="0" rIns="0" bIns="0" anchor="ctr"/>
          <a:lstStyle xmlns:a="http://schemas.openxmlformats.org/drawingml/2006/main">
            <a:lvl1pPr marL="0" indent="0" algn="l">
              <a:lnSpc>
                <a:spcPct val="100000"/>
              </a:lnSpc>
              <a:spcAft>
                <a:spcPts val="600"/>
              </a:spcAft>
              <a:buClr>
                <a:schemeClr val="tx1"/>
              </a:buClr>
              <a:buFont typeface="Arial"/>
              <a:buNone/>
              <a:defRPr sz="1200" b="1" i="0">
                <a:solidFill>
                  <a:schemeClr val="tx1"/>
                </a:solidFill>
                <a:latin typeface="Oracle Sans Tab"/>
                <a:ea typeface="Oracle Sans Tab"/>
                <a:cs typeface="Oracle Sans Tab"/>
              </a:defRPr>
            </a:lvl1pPr>
          </a:lstStyle>
          <a:p xmlns:a="http://schemas.openxmlformats.org/drawingml/2006/main">
            <a:pPr lvl="0">
              <a:buNone/>
            </a:pPr>
            <a:r>
              <a:t>Call to action</a:t>
            </a:r>
            <a:endParaRPr/>
          </a:p>
        </p:txBody>
      </p:sp>
    </p:spTree>
  </p:cSld>
</p:sldLayout>
</file>

<file path=ppt/slideLayouts/slideLayout99.xml><?xml version="1.0" encoding="utf-8"?>
<p:sldLayout xmlns:p="http://schemas.openxmlformats.org/presentationml/2006/main" preserve="1" userDrawn="1">
  <p:cSld name="Light - half color block">
    <p:bg>
      <p:bgRef idx="1001">
        <a:schemeClr xmlns:a="http://schemas.openxmlformats.org/drawingml/2006/main" val="bg2"/>
      </p:bgRef>
    </p:bg>
    <p:spTree>
      <p:nvGrpSpPr>
        <p:cNvPr id="1" name=""/>
        <p:cNvGrpSpPr/>
        <p:nvPr/>
      </p:nvGrpSpPr>
      <p:grpSpPr>
        <a:xfrm xmlns:a="http://schemas.openxmlformats.org/drawingml/2006/main"/>
      </p:grpSpPr>
      <p:sp>
        <p:nvSpPr>
          <p:cNvPr id="7" name="Rectangle 6">
            <a:extLst xmlns:a="http://schemas.openxmlformats.org/drawingml/2006/main">
              <a:ext uri="{FF2B5EF4-FFF2-40B4-BE49-F238E27FC236}">
                <a16:creationId xmlns:a16="http://schemas.microsoft.com/office/drawing/2014/main" id="{4DC368C7-84E9-0B4D-0941-3C15D6866906}"/>
              </a:ext>
            </a:extLst>
          </p:cNvPr>
          <p:cNvSpPr>
            <a:spLocks xmlns:a="http://schemas.openxmlformats.org/drawingml/2006/main" noGrp="1"/>
          </p:cNvSpPr>
          <p:nvPr/>
        </p:nvSpPr>
        <p:spPr>
          <a:xfrm xmlns:a="http://schemas.openxmlformats.org/drawingml/2006/main">
            <a:off x="0" y="-1"/>
            <a:ext cx="5943600" cy="6858000"/>
          </a:xfrm>
          <a:prstGeom xmlns:a="http://schemas.openxmlformats.org/drawingml/2006/main" prst="rect">
            <a:avLst/>
          </a:prstGeom>
          <a:solidFill xmlns:a="http://schemas.openxmlformats.org/drawingml/2006/main">
            <a:srgbClr val="F1EFED"/>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 name="Title 1">
            <a:extLst xmlns:a="http://schemas.openxmlformats.org/drawingml/2006/main">
              <a:ext uri="{FF2B5EF4-FFF2-40B4-BE49-F238E27FC236}">
                <a16:creationId xmlns:a16="http://schemas.microsoft.com/office/drawing/2014/main" id="{EBB5018F-8341-A0A7-3798-BB6D386BF6AE}"/>
              </a:ext>
            </a:extLst>
          </p:cNvPr>
          <p:cNvSpPr>
            <a:spLocks xmlns:a="http://schemas.openxmlformats.org/drawingml/2006/main" noGrp="1"/>
          </p:cNvSpPr>
          <p:nvPr>
            <p:ph type="title" idx="0"/>
          </p:nvPr>
        </p:nvSpPr>
        <p:spPr>
          <a:xfrm xmlns:a="http://schemas.openxmlformats.org/drawingml/2006/main">
            <a:off x="768875" y="3017520"/>
            <a:ext cx="4595613" cy="822960"/>
          </a:xfrm>
        </p:spPr>
        <p:txBody>
          <a:bodyPr xmlns:a="http://schemas.openxmlformats.org/drawingml/2006/main" anchor="ctr"/>
          <a:lstStyle xmlns:a="http://schemas.openxmlformats.org/drawingml/2006/main">
            <a:lvl1pPr>
              <a:lnSpc>
                <a:spcPct val="100000"/>
              </a:lnSpc>
              <a:buNone/>
              <a:defRPr b="1" i="0">
                <a:solidFill>
                  <a:schemeClr val="tx1"/>
                </a:solidFill>
                <a:latin typeface="Oracle Sans Tab"/>
                <a:ea typeface="Oracle Sans Tab"/>
                <a:cs typeface="Oracle Sans Tab"/>
              </a:defRPr>
            </a:lvl1pPr>
          </a:lstStyle>
          <a:p xmlns:a="http://schemas.openxmlformats.org/drawingml/2006/main">
            <a:r>
              <a:t>Click to edit Master title style</a:t>
            </a:r>
            <a:endParaRPr/>
          </a:p>
        </p:txBody>
      </p:sp>
      <p:sp>
        <p:nvSpPr>
          <p:cNvPr id="3" name="Slide Number Placeholder 5">
            <a:extLst xmlns:a="http://schemas.openxmlformats.org/drawingml/2006/main">
              <a:ext uri="{FF2B5EF4-FFF2-40B4-BE49-F238E27FC236}">
                <a16:creationId xmlns:a16="http://schemas.microsoft.com/office/drawing/2014/main" id="{BBB52B87-4D2F-759F-F825-1D8452D5364F}"/>
              </a:ext>
            </a:extLst>
          </p:cNvPr>
          <p:cNvSpPr>
            <a:spLocks xmlns:a="http://schemas.openxmlformats.org/drawingml/2006/main" noGrp="1"/>
          </p:cNvSpPr>
          <p:nvPr>
            <p:ph type="sldNum" idx="40"/>
          </p:nvPr>
        </p:nvSpPr>
        <p:spPr>
          <a:xfrm xmlns:a="http://schemas.openxmlformats.org/drawingml/2006/main">
            <a:off x="762000" y="6423660"/>
            <a:ext cx="365760" cy="365760"/>
          </a:xfrm>
        </p:spPr>
        <p:txBody>
          <a:bodyPr xmlns:a="http://schemas.openxmlformats.org/drawingml/2006/main"/>
          <a:lstStyle xmlns:a="http://schemas.openxmlformats.org/drawingml/2006/main">
            <a:lvl1pPr>
              <a:buNone/>
              <a:defRPr>
                <a:solidFill>
                  <a:srgbClr val="514C47"/>
                </a:solidFill>
              </a:defRPr>
            </a:lvl1pPr>
          </a:lstStyle>
          <a:p xmlns:a="http://schemas.openxmlformats.org/drawingml/2006/main">
            <a:fld id="{345D60D9-5372-5F40-9443-0F9AE5BDC3C8}" type="slidenum">
              <a:t>‹#›</a:t>
            </a:fld>
            <a:endParaRPr/>
          </a:p>
        </p:txBody>
      </p:sp>
      <p:sp>
        <p:nvSpPr>
          <p:cNvPr id="5" name="Footer Placeholder 4">
            <a:extLst xmlns:a="http://schemas.openxmlformats.org/drawingml/2006/main">
              <a:ext uri="{FF2B5EF4-FFF2-40B4-BE49-F238E27FC236}">
                <a16:creationId xmlns:a16="http://schemas.microsoft.com/office/drawing/2014/main" id="{911B1AB9-997E-5411-2C56-8A3EC02DD499}"/>
              </a:ext>
            </a:extLst>
          </p:cNvPr>
          <p:cNvSpPr>
            <a:spLocks xmlns:a="http://schemas.openxmlformats.org/drawingml/2006/main" noGrp="1"/>
          </p:cNvSpPr>
          <p:nvPr>
            <p:ph type="ftr" idx="39"/>
          </p:nvPr>
        </p:nvSpPr>
        <p:spPr>
          <a:xfrm xmlns:a="http://schemas.openxmlformats.org/drawingml/2006/main">
            <a:off x="1127759" y="6423978"/>
            <a:ext cx="5745379" cy="365125"/>
          </a:xfrm>
        </p:spPr>
        <p:txBody>
          <a:bodyPr xmlns:a="http://schemas.openxmlformats.org/drawingml/2006/main"/>
          <a:lstStyle xmlns:a="http://schemas.openxmlformats.org/drawingml/2006/main">
            <a:lvl1pPr>
              <a:buNone/>
              <a:defRPr>
                <a:solidFill>
                  <a:srgbClr val="514C47"/>
                </a:solidFill>
              </a:defRPr>
            </a:lvl1pPr>
          </a:lstStyle>
          <a:p xmlns:a="http://schemas.openxmlformats.org/drawingml/2006/main">
            <a:r>
              <a:t>Copyright © 2025, Oracle and/or its affiliates |  Confidential: Internal/Restricted/Highly Restricted</a:t>
            </a:r>
            <a:endParaRPr/>
          </a:p>
        </p:txBody>
      </p:sp>
      <p:sp>
        <p:nvSpPr>
          <p:cNvPr id="6" name="Date Placeholder 3">
            <a:extLst xmlns:a="http://schemas.openxmlformats.org/drawingml/2006/main">
              <a:ext uri="{FF2B5EF4-FFF2-40B4-BE49-F238E27FC236}">
                <a16:creationId xmlns:a16="http://schemas.microsoft.com/office/drawing/2014/main" id="{434C0960-AEC7-0B85-1E58-B54E51F0ECD4}"/>
              </a:ext>
            </a:extLst>
          </p:cNvPr>
          <p:cNvSpPr>
            <a:spLocks xmlns:a="http://schemas.openxmlformats.org/drawingml/2006/main" noGrp="1"/>
          </p:cNvSpPr>
          <p:nvPr>
            <p:ph type="dt" idx="41"/>
          </p:nvPr>
        </p:nvSpPr>
        <p:spPr>
          <a:xfrm xmlns:a="http://schemas.openxmlformats.org/drawingml/2006/main">
            <a:off x="6873138" y="6425604"/>
            <a:ext cx="2743200" cy="363500"/>
          </a:xfrm>
        </p:spPr>
        <p:txBody>
          <a:bodyPr xmlns:a="http://schemas.openxmlformats.org/drawingml/2006/main"/>
          <a:lstStyle xmlns:a="http://schemas.openxmlformats.org/drawingml/2006/main">
            <a:lvl1pPr>
              <a:buNone/>
              <a:defRPr>
                <a:solidFill>
                  <a:srgbClr val="514C47"/>
                </a:solidFill>
              </a:defRPr>
            </a:lvl1pPr>
          </a:lstStyle>
          <a:p xmlns:a="http://schemas.openxmlformats.org/drawingml/2006/main">
            <a:r>
              <a:t>[Date]</a:t>
            </a:r>
            <a:endParaRPr/>
          </a:p>
        </p:txBody>
      </p:sp>
    </p:spTree>
  </p:cSld>
</p:sldLayout>
</file>

<file path=ppt/slideLayouts/slideLayout100.xml><?xml version="1.0" encoding="utf-8"?>
<p:sldLayout xmlns:p="http://schemas.openxmlformats.org/presentationml/2006/main" preserve="1" userDrawn="1">
  <p:cSld name="Dark - half color block">
    <p:bg>
      <p:bgRef idx="1001">
        <a:schemeClr xmlns:a="http://schemas.openxmlformats.org/drawingml/2006/main" val="bg2"/>
      </p:bgRef>
    </p:bg>
    <p:spTree>
      <p:nvGrpSpPr>
        <p:cNvPr id="1" name=""/>
        <p:cNvGrpSpPr/>
        <p:nvPr/>
      </p:nvGrpSpPr>
      <p:grpSpPr>
        <a:xfrm xmlns:a="http://schemas.openxmlformats.org/drawingml/2006/main"/>
      </p:grpSpPr>
      <p:sp>
        <p:nvSpPr>
          <p:cNvPr id="7" name="Rectangle 6">
            <a:extLst xmlns:a="http://schemas.openxmlformats.org/drawingml/2006/main">
              <a:ext uri="{FF2B5EF4-FFF2-40B4-BE49-F238E27FC236}">
                <a16:creationId xmlns:a16="http://schemas.microsoft.com/office/drawing/2014/main" id="{4DC368C7-84E9-0B4D-0941-3C15D6866906}"/>
              </a:ext>
            </a:extLst>
          </p:cNvPr>
          <p:cNvSpPr>
            <a:spLocks xmlns:a="http://schemas.openxmlformats.org/drawingml/2006/main" noGrp="1"/>
          </p:cNvSpPr>
          <p:nvPr/>
        </p:nvSpPr>
        <p:spPr>
          <a:xfrm xmlns:a="http://schemas.openxmlformats.org/drawingml/2006/main">
            <a:off x="0" y="-1"/>
            <a:ext cx="5943600" cy="6858000"/>
          </a:xfrm>
          <a:prstGeom xmlns:a="http://schemas.openxmlformats.org/drawingml/2006/main" prst="rect">
            <a:avLst/>
          </a:prstGeom>
          <a:solidFill xmlns:a="http://schemas.openxmlformats.org/drawingml/2006/main">
            <a:srgbClr val="1C2020"/>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 name="Title 1">
            <a:extLst xmlns:a="http://schemas.openxmlformats.org/drawingml/2006/main">
              <a:ext uri="{FF2B5EF4-FFF2-40B4-BE49-F238E27FC236}">
                <a16:creationId xmlns:a16="http://schemas.microsoft.com/office/drawing/2014/main" id="{EBB5018F-8341-A0A7-3798-BB6D386BF6AE}"/>
              </a:ext>
            </a:extLst>
          </p:cNvPr>
          <p:cNvSpPr>
            <a:spLocks xmlns:a="http://schemas.openxmlformats.org/drawingml/2006/main" noGrp="1"/>
          </p:cNvSpPr>
          <p:nvPr>
            <p:ph type="title" idx="0"/>
          </p:nvPr>
        </p:nvSpPr>
        <p:spPr>
          <a:xfrm xmlns:a="http://schemas.openxmlformats.org/drawingml/2006/main">
            <a:off x="768875" y="3017520"/>
            <a:ext cx="4595613" cy="822960"/>
          </a:xfrm>
        </p:spPr>
        <p:txBody>
          <a:bodyPr xmlns:a="http://schemas.openxmlformats.org/drawingml/2006/main" anchor="ctr"/>
          <a:lstStyle xmlns:a="http://schemas.openxmlformats.org/drawingml/2006/main">
            <a:lvl1pPr>
              <a:lnSpc>
                <a:spcPct val="100000"/>
              </a:lnSpc>
              <a:buNone/>
              <a:defRPr b="1" i="0">
                <a:solidFill>
                  <a:schemeClr val="tx1"/>
                </a:solidFill>
                <a:latin typeface="Oracle Sans Tab"/>
                <a:ea typeface="Oracle Sans Tab"/>
                <a:cs typeface="Oracle Sans Tab"/>
              </a:defRPr>
            </a:lvl1pPr>
          </a:lstStyle>
          <a:p xmlns:a="http://schemas.openxmlformats.org/drawingml/2006/main">
            <a:r>
              <a:t>Click to edit Master title style</a:t>
            </a:r>
            <a:endParaRPr/>
          </a:p>
        </p:txBody>
      </p:sp>
      <p:sp>
        <p:nvSpPr>
          <p:cNvPr id="3" name="Slide Number Placeholder 5">
            <a:extLst xmlns:a="http://schemas.openxmlformats.org/drawingml/2006/main">
              <a:ext uri="{FF2B5EF4-FFF2-40B4-BE49-F238E27FC236}">
                <a16:creationId xmlns:a16="http://schemas.microsoft.com/office/drawing/2014/main" id="{BBB52B87-4D2F-759F-F825-1D8452D5364F}"/>
              </a:ext>
            </a:extLst>
          </p:cNvPr>
          <p:cNvSpPr>
            <a:spLocks xmlns:a="http://schemas.openxmlformats.org/drawingml/2006/main" noGrp="1"/>
          </p:cNvSpPr>
          <p:nvPr>
            <p:ph type="sldNum" idx="40"/>
          </p:nvPr>
        </p:nvSpPr>
        <p:spPr>
          <a:xfrm xmlns:a="http://schemas.openxmlformats.org/drawingml/2006/main">
            <a:off x="762000" y="6423660"/>
            <a:ext cx="365760" cy="365760"/>
          </a:xfrm>
        </p:spPr>
        <p:txBody>
          <a:bodyPr xmlns:a="http://schemas.openxmlformats.org/drawingml/2006/main"/>
          <a:lstStyle xmlns:a="http://schemas.openxmlformats.org/drawingml/2006/main">
            <a:lvl1pPr>
              <a:buNone/>
              <a:defRPr>
                <a:solidFill>
                  <a:srgbClr val="AEA8A2"/>
                </a:solidFill>
              </a:defRPr>
            </a:lvl1pPr>
          </a:lstStyle>
          <a:p xmlns:a="http://schemas.openxmlformats.org/drawingml/2006/main">
            <a:fld id="{345D60D9-5372-5F40-9443-0F9AE5BDC3C8}" type="slidenum">
              <a:t>‹#›</a:t>
            </a:fld>
            <a:endParaRPr/>
          </a:p>
        </p:txBody>
      </p:sp>
      <p:sp>
        <p:nvSpPr>
          <p:cNvPr id="5" name="Footer Placeholder 4">
            <a:extLst xmlns:a="http://schemas.openxmlformats.org/drawingml/2006/main">
              <a:ext uri="{FF2B5EF4-FFF2-40B4-BE49-F238E27FC236}">
                <a16:creationId xmlns:a16="http://schemas.microsoft.com/office/drawing/2014/main" id="{911B1AB9-997E-5411-2C56-8A3EC02DD499}"/>
              </a:ext>
            </a:extLst>
          </p:cNvPr>
          <p:cNvSpPr>
            <a:spLocks xmlns:a="http://schemas.openxmlformats.org/drawingml/2006/main" noGrp="1"/>
          </p:cNvSpPr>
          <p:nvPr>
            <p:ph type="ftr" idx="39"/>
          </p:nvPr>
        </p:nvSpPr>
        <p:spPr>
          <a:xfrm xmlns:a="http://schemas.openxmlformats.org/drawingml/2006/main">
            <a:off x="1127759" y="6423978"/>
            <a:ext cx="5745379" cy="365125"/>
          </a:xfrm>
        </p:spPr>
        <p:txBody>
          <a:bodyPr xmlns:a="http://schemas.openxmlformats.org/drawingml/2006/main"/>
          <a:lstStyle xmlns:a="http://schemas.openxmlformats.org/drawingml/2006/main">
            <a:lvl1pPr>
              <a:buNone/>
              <a:defRPr>
                <a:solidFill>
                  <a:srgbClr val="AEA8A2"/>
                </a:solidFill>
              </a:defRPr>
            </a:lvl1pPr>
          </a:lstStyle>
          <a:p xmlns:a="http://schemas.openxmlformats.org/drawingml/2006/main">
            <a:r>
              <a:t>Copyright © 2025, Oracle and/or its affiliates |  Confidential: Internal/Restricted/Highly Restricted</a:t>
            </a:r>
            <a:endParaRPr/>
          </a:p>
        </p:txBody>
      </p:sp>
      <p:sp>
        <p:nvSpPr>
          <p:cNvPr id="6" name="Date Placeholder 3">
            <a:extLst xmlns:a="http://schemas.openxmlformats.org/drawingml/2006/main">
              <a:ext uri="{FF2B5EF4-FFF2-40B4-BE49-F238E27FC236}">
                <a16:creationId xmlns:a16="http://schemas.microsoft.com/office/drawing/2014/main" id="{434C0960-AEC7-0B85-1E58-B54E51F0ECD4}"/>
              </a:ext>
            </a:extLst>
          </p:cNvPr>
          <p:cNvSpPr>
            <a:spLocks xmlns:a="http://schemas.openxmlformats.org/drawingml/2006/main" noGrp="1"/>
          </p:cNvSpPr>
          <p:nvPr>
            <p:ph type="dt" idx="41"/>
          </p:nvPr>
        </p:nvSpPr>
        <p:spPr>
          <a:xfrm xmlns:a="http://schemas.openxmlformats.org/drawingml/2006/main">
            <a:off x="6873138" y="6425604"/>
            <a:ext cx="2743200" cy="363500"/>
          </a:xfrm>
        </p:spPr>
        <p:txBody>
          <a:bodyPr xmlns:a="http://schemas.openxmlformats.org/drawingml/2006/main"/>
          <a:lstStyle xmlns:a="http://schemas.openxmlformats.org/drawingml/2006/main">
            <a:lvl1pPr>
              <a:buNone/>
              <a:defRPr>
                <a:solidFill>
                  <a:srgbClr val="AEA8A2"/>
                </a:solidFill>
              </a:defRPr>
            </a:lvl1pPr>
          </a:lstStyle>
          <a:p xmlns:a="http://schemas.openxmlformats.org/drawingml/2006/main">
            <a:r>
              <a:t>[Date]</a:t>
            </a:r>
            <a:endParaRPr/>
          </a:p>
        </p:txBody>
      </p:sp>
    </p:spTree>
  </p:cSld>
</p:sldLayout>
</file>

<file path=ppt/slideLayouts/slideLayout101.xml><?xml version="1.0" encoding="utf-8"?>
<p:sldLayout xmlns:p="http://schemas.openxmlformats.org/presentationml/2006/main" preserve="1">
  <p:cSld name="Light - Closing Slide">
    <p:bg>
      <p:bgRef idx="1001">
        <a:schemeClr xmlns:a="http://schemas.openxmlformats.org/drawingml/2006/main" val="bg2"/>
      </p:bgRef>
    </p:bg>
    <p:spTree>
      <p:nvGrpSpPr>
        <p:cNvPr id="1" name=""/>
        <p:cNvGrpSpPr/>
        <p:nvPr/>
      </p:nvGrpSpPr>
      <p:grpSpPr>
        <a:xfrm xmlns:a="http://schemas.openxmlformats.org/drawingml/2006/main"/>
      </p:grpSpPr>
      <p:pic>
        <p:nvPicPr>
          <p:cNvPr id="2" name="Oracle Logo">
            <a:extLst xmlns:a="http://schemas.openxmlformats.org/drawingml/2006/main">
              <a:ext uri="{FF2B5EF4-FFF2-40B4-BE49-F238E27FC236}">
                <a16:creationId xmlns:a16="http://schemas.microsoft.com/office/drawing/2014/main" id="{2F764188-E499-4D55-A792-E5FA2D16492F}"/>
              </a:ext>
            </a:extLst>
          </p:cNvPr>
          <p:cNvPicPr>
            <a:picLocks xmlns:a="http://schemas.openxmlformats.org/drawingml/2006/main" noChangeAspect="1"/>
          </p:cNvPicPr>
          <p:nvPr/>
        </p:nvPicPr>
        <p:blipFill>
          <a:blip xmlns:r="http://schemas.openxmlformats.org/officeDocument/2006/relationships" xmlns:a="http://schemas.openxmlformats.org/drawingml/2006/main" r:embed="R1a627bcc985d45a0">
            <a:extLst>
              <a:ext uri="{96DAC541-7B7A-43D3-8B79-37D633B846F1}">
                <asvg:svgBlip xmlns:asvg="http://schemas.microsoft.com/office/drawing/2016/SVG/main" r:embed="Rab2597480e9440e1"/>
              </a:ext>
            </a:extLst>
          </a:blip>
          <a:srcRect xmlns:a="http://schemas.openxmlformats.org/drawingml/2006/main" l="0" t="0" r="0" b="0"/>
          <a:stretch xmlns:a="http://schemas.openxmlformats.org/drawingml/2006/main"/>
        </p:blipFill>
        <p:spPr>
          <a:xfrm xmlns:a="http://schemas.openxmlformats.org/drawingml/2006/main">
            <a:off x="4043835" y="2998299"/>
            <a:ext cx="4104330" cy="861403"/>
          </a:xfrm>
          <a:prstGeom xmlns:a="http://schemas.openxmlformats.org/drawingml/2006/main" prst="rect">
            <a:avLst/>
          </a:prstGeom>
        </p:spPr>
      </p:pic>
    </p:spTree>
  </p:cSld>
</p:sldLayout>
</file>

<file path=ppt/slideLayouts/slideLayout102.xml><?xml version="1.0" encoding="utf-8"?>
<p:sldLayout xmlns:p="http://schemas.openxmlformats.org/presentationml/2006/main" preserve="1">
  <p:cSld name="Dark - Closing Slide">
    <p:bg>
      <p:bgRef idx="1001">
        <a:schemeClr xmlns:a="http://schemas.openxmlformats.org/drawingml/2006/main" val="bg2"/>
      </p:bgRef>
    </p:bg>
    <p:spTree>
      <p:nvGrpSpPr>
        <p:cNvPr id="1" name=""/>
        <p:cNvGrpSpPr/>
        <p:nvPr/>
      </p:nvGrpSpPr>
      <p:grpSpPr>
        <a:xfrm xmlns:a="http://schemas.openxmlformats.org/drawingml/2006/main"/>
      </p:grpSpPr>
      <p:pic>
        <p:nvPicPr>
          <p:cNvPr id="4" name="Oracle Logo">
            <a:extLst xmlns:a="http://schemas.openxmlformats.org/drawingml/2006/main">
              <a:ext uri="{FF2B5EF4-FFF2-40B4-BE49-F238E27FC236}">
                <a16:creationId xmlns:a16="http://schemas.microsoft.com/office/drawing/2014/main" id="{65201199-4E65-494F-A044-A571583CDC6A}"/>
              </a:ext>
            </a:extLst>
          </p:cNvPr>
          <p:cNvPicPr>
            <a:picLocks xmlns:a="http://schemas.openxmlformats.org/drawingml/2006/main" noChangeAspect="1"/>
          </p:cNvPicPr>
          <p:nvPr/>
        </p:nvPicPr>
        <p:blipFill>
          <a:blip xmlns:r="http://schemas.openxmlformats.org/officeDocument/2006/relationships" xmlns:a="http://schemas.openxmlformats.org/drawingml/2006/main" r:embed="R8a26c1ddffbb4001">
            <a:extLst>
              <a:ext uri="{96DAC541-7B7A-43D3-8B79-37D633B846F1}">
                <asvg:svgBlip xmlns:asvg="http://schemas.microsoft.com/office/drawing/2016/SVG/main" r:embed="R88f2e678008c49e3"/>
              </a:ext>
            </a:extLst>
          </a:blip>
          <a:srcRect xmlns:a="http://schemas.openxmlformats.org/drawingml/2006/main" l="0" t="0" r="0" b="0"/>
          <a:stretch xmlns:a="http://schemas.openxmlformats.org/drawingml/2006/main"/>
        </p:blipFill>
        <p:spPr>
          <a:xfrm xmlns:a="http://schemas.openxmlformats.org/drawingml/2006/main">
            <a:off x="4043835" y="2998299"/>
            <a:ext cx="4104330" cy="861403"/>
          </a:xfrm>
          <a:prstGeom xmlns:a="http://schemas.openxmlformats.org/drawingml/2006/main" prst="rect">
            <a:avLst/>
          </a:prstGeom>
        </p:spPr>
      </p:pic>
    </p:spTree>
  </p:cSld>
</p:sldLayout>
</file>

<file path=ppt/slideLayouts/slideLayout103.xml><?xml version="1.0" encoding="utf-8"?>
<p:sldLayout xmlns:p="http://schemas.openxmlformats.org/presentationml/2006/main" showMasterSp="0" preserve="1">
  <p:cSld name="STOP">
    <p:bg>
      <p:bgPr>
        <a:solidFill xmlns:a="http://schemas.openxmlformats.org/drawingml/2006/main">
          <a:srgbClr val="C74634"/>
        </a:solidFill>
      </p:bgPr>
    </p:bg>
    <p:spTree>
      <p:nvGrpSpPr>
        <p:cNvPr id="1" name=""/>
        <p:cNvGrpSpPr/>
        <p:nvPr/>
      </p:nvGrpSpPr>
      <p:grpSpPr>
        <a:xfrm xmlns:a="http://schemas.openxmlformats.org/drawingml/2006/main"/>
      </p:grpSpPr>
      <p:sp>
        <p:nvSpPr>
          <p:cNvPr id="7" name="Freeform 5">
            <a:extLst xmlns:a="http://schemas.openxmlformats.org/drawingml/2006/main">
              <a:ext uri="{FF2B5EF4-FFF2-40B4-BE49-F238E27FC236}">
                <a16:creationId xmlns:a16="http://schemas.microsoft.com/office/drawing/2014/main" id="{8D479378-DEC7-2ADF-53B1-0BD27B66492B}"/>
              </a:ext>
            </a:extLst>
          </p:cNvPr>
          <p:cNvSpPr>
            <a:spLocks xmlns:a="http://schemas.openxmlformats.org/drawingml/2006/main" noGrp="1"/>
          </p:cNvSpPr>
          <p:nvPr/>
        </p:nvSpPr>
        <p:spPr>
          <a:xfrm xmlns:a="http://schemas.openxmlformats.org/drawingml/2006/main" rot="0" flipH="0" flipV="0">
            <a:off x="1697927" y="3324744"/>
            <a:ext cx="644484" cy="525669"/>
          </a:xfrm>
          <a:custGeom xmlns:a="http://schemas.openxmlformats.org/drawingml/2006/main">
            <a:gdLst>
              <a:gd name="T0" fmla="*/ 88 w 1583"/>
              <a:gd name="T1" fmla="*/ 402 h 1292"/>
              <a:gd name="T2" fmla="*/ 167 w 1583"/>
              <a:gd name="T3" fmla="*/ 464 h 1292"/>
              <a:gd name="T4" fmla="*/ 215 w 1583"/>
              <a:gd name="T5" fmla="*/ 521 h 1292"/>
              <a:gd name="T6" fmla="*/ 412 w 1583"/>
              <a:gd name="T7" fmla="*/ 856 h 1292"/>
              <a:gd name="T8" fmla="*/ 1174 w 1583"/>
              <a:gd name="T9" fmla="*/ 1291 h 1292"/>
              <a:gd name="T10" fmla="*/ 1511 w 1583"/>
              <a:gd name="T11" fmla="*/ 1291 h 1292"/>
              <a:gd name="T12" fmla="*/ 1582 w 1583"/>
              <a:gd name="T13" fmla="*/ 1220 h 1292"/>
              <a:gd name="T14" fmla="*/ 1511 w 1583"/>
              <a:gd name="T15" fmla="*/ 1150 h 1292"/>
              <a:gd name="T16" fmla="*/ 1174 w 1583"/>
              <a:gd name="T17" fmla="*/ 1150 h 1292"/>
              <a:gd name="T18" fmla="*/ 534 w 1583"/>
              <a:gd name="T19" fmla="*/ 783 h 1292"/>
              <a:gd name="T20" fmla="*/ 336 w 1583"/>
              <a:gd name="T21" fmla="*/ 447 h 1292"/>
              <a:gd name="T22" fmla="*/ 252 w 1583"/>
              <a:gd name="T23" fmla="*/ 351 h 1292"/>
              <a:gd name="T24" fmla="*/ 173 w 1583"/>
              <a:gd name="T25" fmla="*/ 290 h 1292"/>
              <a:gd name="T26" fmla="*/ 167 w 1583"/>
              <a:gd name="T27" fmla="*/ 234 h 1292"/>
              <a:gd name="T28" fmla="*/ 167 w 1583"/>
              <a:gd name="T29" fmla="*/ 231 h 1292"/>
              <a:gd name="T30" fmla="*/ 421 w 1583"/>
              <a:gd name="T31" fmla="*/ 214 h 1292"/>
              <a:gd name="T32" fmla="*/ 426 w 1583"/>
              <a:gd name="T33" fmla="*/ 220 h 1292"/>
              <a:gd name="T34" fmla="*/ 785 w 1583"/>
              <a:gd name="T35" fmla="*/ 614 h 1292"/>
              <a:gd name="T36" fmla="*/ 883 w 1583"/>
              <a:gd name="T37" fmla="*/ 614 h 1292"/>
              <a:gd name="T38" fmla="*/ 889 w 1583"/>
              <a:gd name="T39" fmla="*/ 518 h 1292"/>
              <a:gd name="T40" fmla="*/ 528 w 1583"/>
              <a:gd name="T41" fmla="*/ 124 h 1292"/>
              <a:gd name="T42" fmla="*/ 525 w 1583"/>
              <a:gd name="T43" fmla="*/ 121 h 1292"/>
              <a:gd name="T44" fmla="*/ 74 w 1583"/>
              <a:gd name="T45" fmla="*/ 132 h 1292"/>
              <a:gd name="T46" fmla="*/ 65 w 1583"/>
              <a:gd name="T47" fmla="*/ 141 h 1292"/>
              <a:gd name="T48" fmla="*/ 85 w 1583"/>
              <a:gd name="T49" fmla="*/ 397 h 1292"/>
              <a:gd name="T50" fmla="*/ 88 w 1583"/>
              <a:gd name="T51" fmla="*/ 402 h 1292"/>
            </a:gdLst>
            <a:rect l="0" t="0" r="r" b="b"/>
            <a:pathLst>
              <a:path w="1583" h="1292">
                <a:moveTo>
                  <a:pt x="88" y="402"/>
                </a:moveTo>
                <a:lnTo>
                  <a:pt x="167" y="464"/>
                </a:lnTo>
                <a:cubicBezTo>
                  <a:pt x="187" y="481"/>
                  <a:pt x="204" y="498"/>
                  <a:pt x="215" y="521"/>
                </a:cubicBezTo>
                <a:lnTo>
                  <a:pt x="412" y="856"/>
                </a:lnTo>
                <a:cubicBezTo>
                  <a:pt x="570" y="1127"/>
                  <a:pt x="861" y="1291"/>
                  <a:pt x="1174" y="1291"/>
                </a:cubicBezTo>
                <a:lnTo>
                  <a:pt x="1511" y="1291"/>
                </a:lnTo>
                <a:cubicBezTo>
                  <a:pt x="1551" y="1291"/>
                  <a:pt x="1582" y="1260"/>
                  <a:pt x="1582" y="1220"/>
                </a:cubicBezTo>
                <a:cubicBezTo>
                  <a:pt x="1582" y="1181"/>
                  <a:pt x="1551" y="1150"/>
                  <a:pt x="1511" y="1150"/>
                </a:cubicBezTo>
                <a:lnTo>
                  <a:pt x="1174" y="1150"/>
                </a:lnTo>
                <a:cubicBezTo>
                  <a:pt x="912" y="1150"/>
                  <a:pt x="666" y="1009"/>
                  <a:pt x="534" y="783"/>
                </a:cubicBezTo>
                <a:lnTo>
                  <a:pt x="336" y="447"/>
                </a:lnTo>
                <a:cubicBezTo>
                  <a:pt x="314" y="411"/>
                  <a:pt x="285" y="380"/>
                  <a:pt x="252" y="351"/>
                </a:cubicBezTo>
                <a:lnTo>
                  <a:pt x="173" y="290"/>
                </a:lnTo>
                <a:cubicBezTo>
                  <a:pt x="156" y="276"/>
                  <a:pt x="153" y="251"/>
                  <a:pt x="167" y="234"/>
                </a:cubicBezTo>
                <a:cubicBezTo>
                  <a:pt x="167" y="234"/>
                  <a:pt x="167" y="234"/>
                  <a:pt x="167" y="231"/>
                </a:cubicBezTo>
                <a:cubicBezTo>
                  <a:pt x="232" y="158"/>
                  <a:pt x="345" y="149"/>
                  <a:pt x="421" y="214"/>
                </a:cubicBezTo>
                <a:cubicBezTo>
                  <a:pt x="424" y="217"/>
                  <a:pt x="424" y="217"/>
                  <a:pt x="426" y="220"/>
                </a:cubicBezTo>
                <a:lnTo>
                  <a:pt x="785" y="614"/>
                </a:lnTo>
                <a:cubicBezTo>
                  <a:pt x="813" y="642"/>
                  <a:pt x="855" y="642"/>
                  <a:pt x="883" y="614"/>
                </a:cubicBezTo>
                <a:cubicBezTo>
                  <a:pt x="909" y="588"/>
                  <a:pt x="912" y="546"/>
                  <a:pt x="889" y="518"/>
                </a:cubicBezTo>
                <a:lnTo>
                  <a:pt x="528" y="124"/>
                </a:lnTo>
                <a:lnTo>
                  <a:pt x="525" y="121"/>
                </a:lnTo>
                <a:cubicBezTo>
                  <a:pt x="398" y="0"/>
                  <a:pt x="195" y="3"/>
                  <a:pt x="74" y="132"/>
                </a:cubicBezTo>
                <a:cubicBezTo>
                  <a:pt x="71" y="135"/>
                  <a:pt x="68" y="138"/>
                  <a:pt x="65" y="141"/>
                </a:cubicBezTo>
                <a:cubicBezTo>
                  <a:pt x="0" y="217"/>
                  <a:pt x="9" y="332"/>
                  <a:pt x="85" y="397"/>
                </a:cubicBezTo>
                <a:cubicBezTo>
                  <a:pt x="82" y="397"/>
                  <a:pt x="85" y="399"/>
                  <a:pt x="88" y="402"/>
                </a:cubicBezTo>
              </a:path>
            </a:pathLst>
          </a:custGeom>
          <a:solidFill xmlns:a="http://schemas.openxmlformats.org/drawingml/2006/main">
            <a:schemeClr val="tx1"/>
          </a:solidFill>
          <a:ln xmlns:a="http://schemas.openxmlformats.org/drawingml/2006/main">
            <a:noFill/>
          </a:ln>
        </p:spPr>
        <p:txBody>
          <a:bodyPr xmlns:a="http://schemas.openxmlformats.org/drawingml/2006/main" wrap="none" anchor="ctr"/>
          <a:lstStyle xmlns:a="http://schemas.openxmlformats.org/drawingml/2006/main"/>
          <a:p xmlns:a="http://schemas.openxmlformats.org/drawingml/2006/main">
            <a:endParaRPr/>
          </a:p>
        </p:txBody>
      </p:sp>
      <p:sp>
        <p:nvSpPr>
          <p:cNvPr id="8" name="Freeform 6">
            <a:extLst xmlns:a="http://schemas.openxmlformats.org/drawingml/2006/main">
              <a:ext uri="{FF2B5EF4-FFF2-40B4-BE49-F238E27FC236}">
                <a16:creationId xmlns:a16="http://schemas.microsoft.com/office/drawing/2014/main" id="{21479569-80A4-2098-1ABC-98C920F1FCDA}"/>
              </a:ext>
            </a:extLst>
          </p:cNvPr>
          <p:cNvSpPr>
            <a:spLocks xmlns:a="http://schemas.openxmlformats.org/drawingml/2006/main" noGrp="1"/>
          </p:cNvSpPr>
          <p:nvPr/>
        </p:nvSpPr>
        <p:spPr>
          <a:xfrm xmlns:a="http://schemas.openxmlformats.org/drawingml/2006/main" rot="0" flipH="0" flipV="0">
            <a:off x="1987765" y="2757669"/>
            <a:ext cx="624681" cy="649885"/>
          </a:xfrm>
          <a:custGeom xmlns:a="http://schemas.openxmlformats.org/drawingml/2006/main">
            <a:gdLst>
              <a:gd name="T0" fmla="*/ 958 w 1534"/>
              <a:gd name="T1" fmla="*/ 222 h 1595"/>
              <a:gd name="T2" fmla="*/ 853 w 1534"/>
              <a:gd name="T3" fmla="*/ 245 h 1595"/>
              <a:gd name="T4" fmla="*/ 598 w 1534"/>
              <a:gd name="T5" fmla="*/ 5 h 1595"/>
              <a:gd name="T6" fmla="*/ 358 w 1534"/>
              <a:gd name="T7" fmla="*/ 231 h 1595"/>
              <a:gd name="T8" fmla="*/ 25 w 1534"/>
              <a:gd name="T9" fmla="*/ 341 h 1595"/>
              <a:gd name="T10" fmla="*/ 0 w 1534"/>
              <a:gd name="T11" fmla="*/ 454 h 1595"/>
              <a:gd name="T12" fmla="*/ 0 w 1534"/>
              <a:gd name="T13" fmla="*/ 1523 h 1595"/>
              <a:gd name="T14" fmla="*/ 70 w 1534"/>
              <a:gd name="T15" fmla="*/ 1594 h 1595"/>
              <a:gd name="T16" fmla="*/ 141 w 1534"/>
              <a:gd name="T17" fmla="*/ 1523 h 1595"/>
              <a:gd name="T18" fmla="*/ 141 w 1534"/>
              <a:gd name="T19" fmla="*/ 457 h 1595"/>
              <a:gd name="T20" fmla="*/ 248 w 1534"/>
              <a:gd name="T21" fmla="*/ 349 h 1595"/>
              <a:gd name="T22" fmla="*/ 355 w 1534"/>
              <a:gd name="T23" fmla="*/ 457 h 1595"/>
              <a:gd name="T24" fmla="*/ 355 w 1534"/>
              <a:gd name="T25" fmla="*/ 457 h 1595"/>
              <a:gd name="T26" fmla="*/ 355 w 1534"/>
              <a:gd name="T27" fmla="*/ 1227 h 1595"/>
              <a:gd name="T28" fmla="*/ 425 w 1534"/>
              <a:gd name="T29" fmla="*/ 1297 h 1595"/>
              <a:gd name="T30" fmla="*/ 496 w 1534"/>
              <a:gd name="T31" fmla="*/ 1227 h 1595"/>
              <a:gd name="T32" fmla="*/ 496 w 1534"/>
              <a:gd name="T33" fmla="*/ 259 h 1595"/>
              <a:gd name="T34" fmla="*/ 603 w 1534"/>
              <a:gd name="T35" fmla="*/ 152 h 1595"/>
              <a:gd name="T36" fmla="*/ 709 w 1534"/>
              <a:gd name="T37" fmla="*/ 259 h 1595"/>
              <a:gd name="T38" fmla="*/ 709 w 1534"/>
              <a:gd name="T39" fmla="*/ 259 h 1595"/>
              <a:gd name="T40" fmla="*/ 709 w 1534"/>
              <a:gd name="T41" fmla="*/ 1224 h 1595"/>
              <a:gd name="T42" fmla="*/ 780 w 1534"/>
              <a:gd name="T43" fmla="*/ 1295 h 1595"/>
              <a:gd name="T44" fmla="*/ 850 w 1534"/>
              <a:gd name="T45" fmla="*/ 1224 h 1595"/>
              <a:gd name="T46" fmla="*/ 850 w 1534"/>
              <a:gd name="T47" fmla="*/ 468 h 1595"/>
              <a:gd name="T48" fmla="*/ 955 w 1534"/>
              <a:gd name="T49" fmla="*/ 364 h 1595"/>
              <a:gd name="T50" fmla="*/ 1059 w 1534"/>
              <a:gd name="T51" fmla="*/ 468 h 1595"/>
              <a:gd name="T52" fmla="*/ 1059 w 1534"/>
              <a:gd name="T53" fmla="*/ 1241 h 1595"/>
              <a:gd name="T54" fmla="*/ 1130 w 1534"/>
              <a:gd name="T55" fmla="*/ 1312 h 1595"/>
              <a:gd name="T56" fmla="*/ 1200 w 1534"/>
              <a:gd name="T57" fmla="*/ 1241 h 1595"/>
              <a:gd name="T58" fmla="*/ 1200 w 1534"/>
              <a:gd name="T59" fmla="*/ 694 h 1595"/>
              <a:gd name="T60" fmla="*/ 1296 w 1534"/>
              <a:gd name="T61" fmla="*/ 598 h 1595"/>
              <a:gd name="T62" fmla="*/ 1392 w 1534"/>
              <a:gd name="T63" fmla="*/ 694 h 1595"/>
              <a:gd name="T64" fmla="*/ 1392 w 1534"/>
              <a:gd name="T65" fmla="*/ 1328 h 1595"/>
              <a:gd name="T66" fmla="*/ 1463 w 1534"/>
              <a:gd name="T67" fmla="*/ 1399 h 1595"/>
              <a:gd name="T68" fmla="*/ 1533 w 1534"/>
              <a:gd name="T69" fmla="*/ 1328 h 1595"/>
              <a:gd name="T70" fmla="*/ 1533 w 1534"/>
              <a:gd name="T71" fmla="*/ 694 h 1595"/>
              <a:gd name="T72" fmla="*/ 1296 w 1534"/>
              <a:gd name="T73" fmla="*/ 459 h 1595"/>
              <a:gd name="T74" fmla="*/ 1203 w 1534"/>
              <a:gd name="T75" fmla="*/ 479 h 1595"/>
              <a:gd name="T76" fmla="*/ 1203 w 1534"/>
              <a:gd name="T77" fmla="*/ 468 h 1595"/>
              <a:gd name="T78" fmla="*/ 958 w 1534"/>
              <a:gd name="T79" fmla="*/ 222 h 1595"/>
            </a:gdLst>
            <a:rect l="0" t="0" r="r" b="b"/>
            <a:pathLst>
              <a:path w="1534" h="1595">
                <a:moveTo>
                  <a:pt x="958" y="222"/>
                </a:moveTo>
                <a:cubicBezTo>
                  <a:pt x="921" y="222"/>
                  <a:pt x="887" y="231"/>
                  <a:pt x="853" y="245"/>
                </a:cubicBezTo>
                <a:cubicBezTo>
                  <a:pt x="848" y="107"/>
                  <a:pt x="735" y="0"/>
                  <a:pt x="598" y="5"/>
                </a:cubicBezTo>
                <a:cubicBezTo>
                  <a:pt x="473" y="11"/>
                  <a:pt x="369" y="107"/>
                  <a:pt x="358" y="231"/>
                </a:cubicBezTo>
                <a:cubicBezTo>
                  <a:pt x="236" y="169"/>
                  <a:pt x="87" y="220"/>
                  <a:pt x="25" y="341"/>
                </a:cubicBezTo>
                <a:cubicBezTo>
                  <a:pt x="8" y="375"/>
                  <a:pt x="0" y="414"/>
                  <a:pt x="0" y="454"/>
                </a:cubicBezTo>
                <a:lnTo>
                  <a:pt x="0" y="1523"/>
                </a:lnTo>
                <a:cubicBezTo>
                  <a:pt x="0" y="1563"/>
                  <a:pt x="30" y="1594"/>
                  <a:pt x="70" y="1594"/>
                </a:cubicBezTo>
                <a:cubicBezTo>
                  <a:pt x="109" y="1594"/>
                  <a:pt x="141" y="1563"/>
                  <a:pt x="141" y="1523"/>
                </a:cubicBezTo>
                <a:lnTo>
                  <a:pt x="141" y="457"/>
                </a:lnTo>
                <a:cubicBezTo>
                  <a:pt x="141" y="397"/>
                  <a:pt x="189" y="349"/>
                  <a:pt x="248" y="349"/>
                </a:cubicBezTo>
                <a:cubicBezTo>
                  <a:pt x="307" y="349"/>
                  <a:pt x="355" y="397"/>
                  <a:pt x="355" y="457"/>
                </a:cubicBezTo>
                <a:lnTo>
                  <a:pt x="355" y="457"/>
                </a:lnTo>
                <a:lnTo>
                  <a:pt x="355" y="1227"/>
                </a:lnTo>
                <a:cubicBezTo>
                  <a:pt x="355" y="1266"/>
                  <a:pt x="385" y="1297"/>
                  <a:pt x="425" y="1297"/>
                </a:cubicBezTo>
                <a:cubicBezTo>
                  <a:pt x="464" y="1297"/>
                  <a:pt x="496" y="1266"/>
                  <a:pt x="496" y="1227"/>
                </a:cubicBezTo>
                <a:lnTo>
                  <a:pt x="496" y="259"/>
                </a:lnTo>
                <a:cubicBezTo>
                  <a:pt x="496" y="200"/>
                  <a:pt x="544" y="152"/>
                  <a:pt x="603" y="152"/>
                </a:cubicBezTo>
                <a:cubicBezTo>
                  <a:pt x="662" y="152"/>
                  <a:pt x="709" y="200"/>
                  <a:pt x="709" y="259"/>
                </a:cubicBezTo>
                <a:lnTo>
                  <a:pt x="709" y="259"/>
                </a:lnTo>
                <a:lnTo>
                  <a:pt x="709" y="1224"/>
                </a:lnTo>
                <a:cubicBezTo>
                  <a:pt x="709" y="1264"/>
                  <a:pt x="741" y="1295"/>
                  <a:pt x="780" y="1295"/>
                </a:cubicBezTo>
                <a:cubicBezTo>
                  <a:pt x="820" y="1295"/>
                  <a:pt x="850" y="1264"/>
                  <a:pt x="850" y="1224"/>
                </a:cubicBezTo>
                <a:lnTo>
                  <a:pt x="850" y="468"/>
                </a:lnTo>
                <a:cubicBezTo>
                  <a:pt x="850" y="411"/>
                  <a:pt x="896" y="364"/>
                  <a:pt x="955" y="364"/>
                </a:cubicBezTo>
                <a:cubicBezTo>
                  <a:pt x="1011" y="364"/>
                  <a:pt x="1059" y="409"/>
                  <a:pt x="1059" y="468"/>
                </a:cubicBezTo>
                <a:lnTo>
                  <a:pt x="1059" y="1241"/>
                </a:lnTo>
                <a:cubicBezTo>
                  <a:pt x="1059" y="1280"/>
                  <a:pt x="1091" y="1312"/>
                  <a:pt x="1130" y="1312"/>
                </a:cubicBezTo>
                <a:cubicBezTo>
                  <a:pt x="1170" y="1312"/>
                  <a:pt x="1200" y="1280"/>
                  <a:pt x="1200" y="1241"/>
                </a:cubicBezTo>
                <a:lnTo>
                  <a:pt x="1200" y="694"/>
                </a:lnTo>
                <a:cubicBezTo>
                  <a:pt x="1200" y="640"/>
                  <a:pt x="1242" y="598"/>
                  <a:pt x="1296" y="598"/>
                </a:cubicBezTo>
                <a:cubicBezTo>
                  <a:pt x="1350" y="598"/>
                  <a:pt x="1392" y="640"/>
                  <a:pt x="1392" y="694"/>
                </a:cubicBezTo>
                <a:lnTo>
                  <a:pt x="1392" y="1328"/>
                </a:lnTo>
                <a:cubicBezTo>
                  <a:pt x="1392" y="1368"/>
                  <a:pt x="1424" y="1399"/>
                  <a:pt x="1463" y="1399"/>
                </a:cubicBezTo>
                <a:cubicBezTo>
                  <a:pt x="1503" y="1399"/>
                  <a:pt x="1533" y="1368"/>
                  <a:pt x="1533" y="1328"/>
                </a:cubicBezTo>
                <a:lnTo>
                  <a:pt x="1533" y="694"/>
                </a:lnTo>
                <a:cubicBezTo>
                  <a:pt x="1533" y="564"/>
                  <a:pt x="1426" y="457"/>
                  <a:pt x="1296" y="459"/>
                </a:cubicBezTo>
                <a:cubicBezTo>
                  <a:pt x="1265" y="459"/>
                  <a:pt x="1231" y="465"/>
                  <a:pt x="1203" y="479"/>
                </a:cubicBezTo>
                <a:lnTo>
                  <a:pt x="1203" y="468"/>
                </a:lnTo>
                <a:cubicBezTo>
                  <a:pt x="1200" y="332"/>
                  <a:pt x="1093" y="225"/>
                  <a:pt x="958" y="222"/>
                </a:cubicBezTo>
              </a:path>
            </a:pathLst>
          </a:custGeom>
          <a:solidFill xmlns:a="http://schemas.openxmlformats.org/drawingml/2006/main">
            <a:schemeClr val="tx1"/>
          </a:solidFill>
          <a:ln xmlns:a="http://schemas.openxmlformats.org/drawingml/2006/main">
            <a:noFill/>
          </a:ln>
        </p:spPr>
        <p:txBody>
          <a:bodyPr xmlns:a="http://schemas.openxmlformats.org/drawingml/2006/main" wrap="none" anchor="ctr"/>
          <a:lstStyle xmlns:a="http://schemas.openxmlformats.org/drawingml/2006/main"/>
          <a:p xmlns:a="http://schemas.openxmlformats.org/drawingml/2006/main">
            <a:endParaRPr/>
          </a:p>
        </p:txBody>
      </p:sp>
      <p:sp>
        <p:nvSpPr>
          <p:cNvPr id="9" name="Freeform 7">
            <a:extLst xmlns:a="http://schemas.openxmlformats.org/drawingml/2006/main">
              <a:ext uri="{FF2B5EF4-FFF2-40B4-BE49-F238E27FC236}">
                <a16:creationId xmlns:a16="http://schemas.microsoft.com/office/drawing/2014/main" id="{FA1BF811-5A06-549B-D001-A8EB9DAFD738}"/>
              </a:ext>
            </a:extLst>
          </p:cNvPr>
          <p:cNvSpPr>
            <a:spLocks xmlns:a="http://schemas.openxmlformats.org/drawingml/2006/main" noGrp="1"/>
          </p:cNvSpPr>
          <p:nvPr/>
        </p:nvSpPr>
        <p:spPr>
          <a:xfrm xmlns:a="http://schemas.openxmlformats.org/drawingml/2006/main" rot="0" flipH="0" flipV="0">
            <a:off x="2074176" y="3418356"/>
            <a:ext cx="234030" cy="185424"/>
          </a:xfrm>
          <a:custGeom xmlns:a="http://schemas.openxmlformats.org/drawingml/2006/main">
            <a:gdLst>
              <a:gd name="T0" fmla="*/ 138 w 578"/>
              <a:gd name="T1" fmla="*/ 0 h 460"/>
              <a:gd name="T2" fmla="*/ 135 w 578"/>
              <a:gd name="T3" fmla="*/ 0 h 460"/>
              <a:gd name="T4" fmla="*/ 71 w 578"/>
              <a:gd name="T5" fmla="*/ 0 h 460"/>
              <a:gd name="T6" fmla="*/ 0 w 578"/>
              <a:gd name="T7" fmla="*/ 71 h 460"/>
              <a:gd name="T8" fmla="*/ 71 w 578"/>
              <a:gd name="T9" fmla="*/ 140 h 460"/>
              <a:gd name="T10" fmla="*/ 135 w 578"/>
              <a:gd name="T11" fmla="*/ 140 h 460"/>
              <a:gd name="T12" fmla="*/ 138 w 578"/>
              <a:gd name="T13" fmla="*/ 140 h 460"/>
              <a:gd name="T14" fmla="*/ 434 w 578"/>
              <a:gd name="T15" fmla="*/ 394 h 460"/>
              <a:gd name="T16" fmla="*/ 512 w 578"/>
              <a:gd name="T17" fmla="*/ 456 h 460"/>
              <a:gd name="T18" fmla="*/ 575 w 578"/>
              <a:gd name="T19" fmla="*/ 377 h 460"/>
              <a:gd name="T20" fmla="*/ 575 w 578"/>
              <a:gd name="T21" fmla="*/ 374 h 460"/>
              <a:gd name="T22" fmla="*/ 138 w 578"/>
              <a:gd name="T23" fmla="*/ 0 h 460"/>
            </a:gdLst>
            <a:rect l="0" t="0" r="r" b="b"/>
            <a:pathLst>
              <a:path w="578" h="460">
                <a:moveTo>
                  <a:pt x="138" y="0"/>
                </a:moveTo>
                <a:lnTo>
                  <a:pt x="135" y="0"/>
                </a:lnTo>
                <a:lnTo>
                  <a:pt x="71" y="0"/>
                </a:lnTo>
                <a:cubicBezTo>
                  <a:pt x="31" y="0"/>
                  <a:pt x="0" y="31"/>
                  <a:pt x="0" y="71"/>
                </a:cubicBezTo>
                <a:cubicBezTo>
                  <a:pt x="0" y="110"/>
                  <a:pt x="31" y="140"/>
                  <a:pt x="71" y="140"/>
                </a:cubicBezTo>
                <a:lnTo>
                  <a:pt x="135" y="140"/>
                </a:lnTo>
                <a:lnTo>
                  <a:pt x="138" y="140"/>
                </a:lnTo>
                <a:cubicBezTo>
                  <a:pt x="285" y="140"/>
                  <a:pt x="412" y="248"/>
                  <a:pt x="434" y="394"/>
                </a:cubicBezTo>
                <a:cubicBezTo>
                  <a:pt x="440" y="434"/>
                  <a:pt x="473" y="459"/>
                  <a:pt x="512" y="456"/>
                </a:cubicBezTo>
                <a:cubicBezTo>
                  <a:pt x="552" y="451"/>
                  <a:pt x="577" y="417"/>
                  <a:pt x="575" y="377"/>
                </a:cubicBezTo>
                <a:lnTo>
                  <a:pt x="575" y="374"/>
                </a:lnTo>
                <a:cubicBezTo>
                  <a:pt x="538" y="157"/>
                  <a:pt x="355" y="0"/>
                  <a:pt x="138" y="0"/>
                </a:cubicBezTo>
              </a:path>
            </a:pathLst>
          </a:custGeom>
          <a:solidFill xmlns:a="http://schemas.openxmlformats.org/drawingml/2006/main">
            <a:schemeClr val="tx1"/>
          </a:solidFill>
          <a:ln xmlns:a="http://schemas.openxmlformats.org/drawingml/2006/main">
            <a:noFill/>
          </a:ln>
        </p:spPr>
        <p:txBody>
          <a:bodyPr xmlns:a="http://schemas.openxmlformats.org/drawingml/2006/main" wrap="none" anchor="ctr"/>
          <a:lstStyle xmlns:a="http://schemas.openxmlformats.org/drawingml/2006/main"/>
          <a:p xmlns:a="http://schemas.openxmlformats.org/drawingml/2006/main">
            <a:endParaRPr/>
          </a:p>
        </p:txBody>
      </p:sp>
      <p:sp>
        <p:nvSpPr>
          <p:cNvPr id="10" name="Freeform 8">
            <a:extLst xmlns:a="http://schemas.openxmlformats.org/drawingml/2006/main">
              <a:ext uri="{FF2B5EF4-FFF2-40B4-BE49-F238E27FC236}">
                <a16:creationId xmlns:a16="http://schemas.microsoft.com/office/drawing/2014/main" id="{29B31A47-1DBD-1652-5D57-90F2000198A7}"/>
              </a:ext>
            </a:extLst>
          </p:cNvPr>
          <p:cNvSpPr>
            <a:spLocks xmlns:a="http://schemas.openxmlformats.org/drawingml/2006/main" noGrp="1"/>
          </p:cNvSpPr>
          <p:nvPr/>
        </p:nvSpPr>
        <p:spPr>
          <a:xfrm xmlns:a="http://schemas.openxmlformats.org/drawingml/2006/main" rot="0" flipH="0" flipV="0">
            <a:off x="2347812" y="3385952"/>
            <a:ext cx="496865" cy="496865"/>
          </a:xfrm>
          <a:custGeom xmlns:a="http://schemas.openxmlformats.org/drawingml/2006/main">
            <a:gdLst>
              <a:gd name="T0" fmla="*/ 582 w 1220"/>
              <a:gd name="T1" fmla="*/ 0 h 1220"/>
              <a:gd name="T2" fmla="*/ 0 w 1220"/>
              <a:gd name="T3" fmla="*/ 580 h 1220"/>
              <a:gd name="T4" fmla="*/ 170 w 1220"/>
              <a:gd name="T5" fmla="*/ 990 h 1220"/>
              <a:gd name="T6" fmla="*/ 170 w 1220"/>
              <a:gd name="T7" fmla="*/ 990 h 1220"/>
              <a:gd name="T8" fmla="*/ 991 w 1220"/>
              <a:gd name="T9" fmla="*/ 990 h 1220"/>
              <a:gd name="T10" fmla="*/ 991 w 1220"/>
              <a:gd name="T11" fmla="*/ 170 h 1220"/>
              <a:gd name="T12" fmla="*/ 582 w 1220"/>
              <a:gd name="T13" fmla="*/ 0 h 1220"/>
              <a:gd name="T14" fmla="*/ 892 w 1220"/>
              <a:gd name="T15" fmla="*/ 891 h 1220"/>
              <a:gd name="T16" fmla="*/ 271 w 1220"/>
              <a:gd name="T17" fmla="*/ 891 h 1220"/>
              <a:gd name="T18" fmla="*/ 271 w 1220"/>
              <a:gd name="T19" fmla="*/ 891 h 1220"/>
              <a:gd name="T20" fmla="*/ 271 w 1220"/>
              <a:gd name="T21" fmla="*/ 891 h 1220"/>
              <a:gd name="T22" fmla="*/ 271 w 1220"/>
              <a:gd name="T23" fmla="*/ 267 h 1220"/>
              <a:gd name="T24" fmla="*/ 895 w 1220"/>
              <a:gd name="T25" fmla="*/ 267 h 1220"/>
              <a:gd name="T26" fmla="*/ 892 w 1220"/>
              <a:gd name="T27" fmla="*/ 891 h 1220"/>
            </a:gdLst>
            <a:rect l="0" t="0" r="r" b="b"/>
            <a:pathLst>
              <a:path w="1220" h="1220">
                <a:moveTo>
                  <a:pt x="582" y="0"/>
                </a:moveTo>
                <a:cubicBezTo>
                  <a:pt x="260" y="0"/>
                  <a:pt x="0" y="259"/>
                  <a:pt x="0" y="580"/>
                </a:cubicBezTo>
                <a:cubicBezTo>
                  <a:pt x="0" y="736"/>
                  <a:pt x="62" y="882"/>
                  <a:pt x="170" y="990"/>
                </a:cubicBezTo>
                <a:lnTo>
                  <a:pt x="170" y="990"/>
                </a:lnTo>
                <a:cubicBezTo>
                  <a:pt x="395" y="1215"/>
                  <a:pt x="766" y="1219"/>
                  <a:pt x="991" y="990"/>
                </a:cubicBezTo>
                <a:cubicBezTo>
                  <a:pt x="1217" y="762"/>
                  <a:pt x="1219" y="394"/>
                  <a:pt x="991" y="170"/>
                </a:cubicBezTo>
                <a:cubicBezTo>
                  <a:pt x="883" y="59"/>
                  <a:pt x="737" y="0"/>
                  <a:pt x="582" y="0"/>
                </a:cubicBezTo>
                <a:close/>
                <a:moveTo>
                  <a:pt x="892" y="891"/>
                </a:moveTo>
                <a:cubicBezTo>
                  <a:pt x="720" y="1063"/>
                  <a:pt x="440" y="1063"/>
                  <a:pt x="271" y="891"/>
                </a:cubicBezTo>
                <a:lnTo>
                  <a:pt x="271" y="891"/>
                </a:lnTo>
                <a:lnTo>
                  <a:pt x="271" y="891"/>
                </a:lnTo>
                <a:cubicBezTo>
                  <a:pt x="99" y="719"/>
                  <a:pt x="99" y="439"/>
                  <a:pt x="271" y="267"/>
                </a:cubicBezTo>
                <a:cubicBezTo>
                  <a:pt x="443" y="96"/>
                  <a:pt x="723" y="96"/>
                  <a:pt x="895" y="267"/>
                </a:cubicBezTo>
                <a:cubicBezTo>
                  <a:pt x="1064" y="439"/>
                  <a:pt x="1064" y="719"/>
                  <a:pt x="892" y="891"/>
                </a:cubicBezTo>
                <a:close/>
              </a:path>
            </a:pathLst>
          </a:custGeom>
          <a:solidFill xmlns:a="http://schemas.openxmlformats.org/drawingml/2006/main">
            <a:schemeClr val="tx1"/>
          </a:solidFill>
          <a:ln xmlns:a="http://schemas.openxmlformats.org/drawingml/2006/main">
            <a:noFill/>
          </a:ln>
        </p:spPr>
        <p:txBody>
          <a:bodyPr xmlns:a="http://schemas.openxmlformats.org/drawingml/2006/main" wrap="none" anchor="ctr"/>
          <a:lstStyle xmlns:a="http://schemas.openxmlformats.org/drawingml/2006/main"/>
          <a:p xmlns:a="http://schemas.openxmlformats.org/drawingml/2006/main">
            <a:endParaRPr/>
          </a:p>
        </p:txBody>
      </p:sp>
      <p:sp>
        <p:nvSpPr>
          <p:cNvPr id="11" name="Freeform 9">
            <a:extLst xmlns:a="http://schemas.openxmlformats.org/drawingml/2006/main">
              <a:ext uri="{FF2B5EF4-FFF2-40B4-BE49-F238E27FC236}">
                <a16:creationId xmlns:a16="http://schemas.microsoft.com/office/drawing/2014/main" id="{98CEA400-2F99-24D8-1CAC-FD508D0F9288}"/>
              </a:ext>
            </a:extLst>
          </p:cNvPr>
          <p:cNvSpPr>
            <a:spLocks xmlns:a="http://schemas.openxmlformats.org/drawingml/2006/main" noGrp="1"/>
          </p:cNvSpPr>
          <p:nvPr/>
        </p:nvSpPr>
        <p:spPr>
          <a:xfrm xmlns:a="http://schemas.openxmlformats.org/drawingml/2006/main" rot="0" flipH="0" flipV="0">
            <a:off x="2493631" y="3528171"/>
            <a:ext cx="183624" cy="183624"/>
          </a:xfrm>
          <a:custGeom xmlns:a="http://schemas.openxmlformats.org/drawingml/2006/main">
            <a:gdLst>
              <a:gd name="T0" fmla="*/ 423 w 456"/>
              <a:gd name="T1" fmla="*/ 28 h 452"/>
              <a:gd name="T2" fmla="*/ 324 w 456"/>
              <a:gd name="T3" fmla="*/ 28 h 452"/>
              <a:gd name="T4" fmla="*/ 324 w 456"/>
              <a:gd name="T5" fmla="*/ 28 h 452"/>
              <a:gd name="T6" fmla="*/ 225 w 456"/>
              <a:gd name="T7" fmla="*/ 124 h 452"/>
              <a:gd name="T8" fmla="*/ 127 w 456"/>
              <a:gd name="T9" fmla="*/ 28 h 452"/>
              <a:gd name="T10" fmla="*/ 28 w 456"/>
              <a:gd name="T11" fmla="*/ 37 h 452"/>
              <a:gd name="T12" fmla="*/ 28 w 456"/>
              <a:gd name="T13" fmla="*/ 130 h 452"/>
              <a:gd name="T14" fmla="*/ 127 w 456"/>
              <a:gd name="T15" fmla="*/ 228 h 452"/>
              <a:gd name="T16" fmla="*/ 28 w 456"/>
              <a:gd name="T17" fmla="*/ 322 h 452"/>
              <a:gd name="T18" fmla="*/ 28 w 456"/>
              <a:gd name="T19" fmla="*/ 423 h 452"/>
              <a:gd name="T20" fmla="*/ 129 w 456"/>
              <a:gd name="T21" fmla="*/ 423 h 452"/>
              <a:gd name="T22" fmla="*/ 228 w 456"/>
              <a:gd name="T23" fmla="*/ 324 h 452"/>
              <a:gd name="T24" fmla="*/ 324 w 456"/>
              <a:gd name="T25" fmla="*/ 423 h 452"/>
              <a:gd name="T26" fmla="*/ 426 w 456"/>
              <a:gd name="T27" fmla="*/ 423 h 452"/>
              <a:gd name="T28" fmla="*/ 426 w 456"/>
              <a:gd name="T29" fmla="*/ 322 h 452"/>
              <a:gd name="T30" fmla="*/ 324 w 456"/>
              <a:gd name="T31" fmla="*/ 226 h 452"/>
              <a:gd name="T32" fmla="*/ 423 w 456"/>
              <a:gd name="T33" fmla="*/ 127 h 452"/>
              <a:gd name="T34" fmla="*/ 423 w 456"/>
              <a:gd name="T35" fmla="*/ 28 h 452"/>
            </a:gdLst>
            <a:rect l="0" t="0" r="r" b="b"/>
            <a:pathLst>
              <a:path w="456" h="452">
                <a:moveTo>
                  <a:pt x="423" y="28"/>
                </a:moveTo>
                <a:cubicBezTo>
                  <a:pt x="395" y="0"/>
                  <a:pt x="349" y="0"/>
                  <a:pt x="324" y="28"/>
                </a:cubicBezTo>
                <a:lnTo>
                  <a:pt x="324" y="28"/>
                </a:lnTo>
                <a:lnTo>
                  <a:pt x="225" y="124"/>
                </a:lnTo>
                <a:lnTo>
                  <a:pt x="127" y="28"/>
                </a:lnTo>
                <a:cubicBezTo>
                  <a:pt x="98" y="3"/>
                  <a:pt x="53" y="6"/>
                  <a:pt x="28" y="37"/>
                </a:cubicBezTo>
                <a:cubicBezTo>
                  <a:pt x="5" y="62"/>
                  <a:pt x="5" y="101"/>
                  <a:pt x="28" y="130"/>
                </a:cubicBezTo>
                <a:lnTo>
                  <a:pt x="127" y="228"/>
                </a:lnTo>
                <a:lnTo>
                  <a:pt x="28" y="322"/>
                </a:lnTo>
                <a:cubicBezTo>
                  <a:pt x="0" y="350"/>
                  <a:pt x="0" y="395"/>
                  <a:pt x="28" y="423"/>
                </a:cubicBezTo>
                <a:cubicBezTo>
                  <a:pt x="56" y="451"/>
                  <a:pt x="101" y="451"/>
                  <a:pt x="129" y="423"/>
                </a:cubicBezTo>
                <a:lnTo>
                  <a:pt x="228" y="324"/>
                </a:lnTo>
                <a:lnTo>
                  <a:pt x="324" y="423"/>
                </a:lnTo>
                <a:cubicBezTo>
                  <a:pt x="352" y="451"/>
                  <a:pt x="398" y="451"/>
                  <a:pt x="426" y="423"/>
                </a:cubicBezTo>
                <a:cubicBezTo>
                  <a:pt x="455" y="395"/>
                  <a:pt x="454" y="350"/>
                  <a:pt x="426" y="322"/>
                </a:cubicBezTo>
                <a:lnTo>
                  <a:pt x="324" y="226"/>
                </a:lnTo>
                <a:lnTo>
                  <a:pt x="423" y="127"/>
                </a:lnTo>
                <a:cubicBezTo>
                  <a:pt x="451" y="99"/>
                  <a:pt x="451" y="56"/>
                  <a:pt x="423" y="28"/>
                </a:cubicBezTo>
              </a:path>
            </a:pathLst>
          </a:custGeom>
          <a:solidFill xmlns:a="http://schemas.openxmlformats.org/drawingml/2006/main">
            <a:schemeClr val="tx1"/>
          </a:solidFill>
          <a:ln xmlns:a="http://schemas.openxmlformats.org/drawingml/2006/main">
            <a:noFill/>
          </a:ln>
        </p:spPr>
        <p:txBody>
          <a:bodyPr xmlns:a="http://schemas.openxmlformats.org/drawingml/2006/main" wrap="none" anchor="ctr"/>
          <a:lstStyle xmlns:a="http://schemas.openxmlformats.org/drawingml/2006/main"/>
          <a:p xmlns:a="http://schemas.openxmlformats.org/drawingml/2006/main">
            <a:endParaRPr/>
          </a:p>
        </p:txBody>
      </p:sp>
      <p:sp>
        <p:nvSpPr>
          <p:cNvPr id="12" name="TextBox 11">
            <a:extLst xmlns:a="http://schemas.openxmlformats.org/drawingml/2006/main">
              <a:ext uri="{FF2B5EF4-FFF2-40B4-BE49-F238E27FC236}">
                <a16:creationId xmlns:a16="http://schemas.microsoft.com/office/drawing/2014/main" id="{F8B44FF3-28AB-10D7-B1C4-E339265AAF9B}"/>
              </a:ext>
            </a:extLst>
          </p:cNvPr>
          <p:cNvSpPr>
            <a:spLocks xmlns:a="http://schemas.openxmlformats.org/drawingml/2006/main" noGrp="1"/>
          </p:cNvSpPr>
          <p:nvPr/>
        </p:nvSpPr>
        <p:spPr>
          <a:xfrm xmlns:a="http://schemas.openxmlformats.org/drawingml/2006/main">
            <a:off x="3261391" y="2485152"/>
            <a:ext cx="8046632" cy="1887696"/>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lnSpc>
                <a:spcPct val="100000"/>
              </a:lnSpc>
              <a:spcAft>
                <a:spcPts val="2000"/>
              </a:spcAft>
              <a:buNone/>
            </a:pPr>
            <a:r>
              <a:rPr sz="2000" b="0" i="0">
                <a:solidFill>
                  <a:schemeClr val="tx1"/>
                </a:solidFill>
                <a:latin typeface="Oracle Sans Tab"/>
                <a:ea typeface="Oracle Sans Tab"/>
                <a:cs typeface="Oracle Sans Tab"/>
              </a:rPr>
              <a:t>Any master slides that appear after this end slide have been accidentally imported from other slide decks and </a:t>
            </a:r>
            <a:br>
              <a:rPr sz="2000" b="0" i="0">
                <a:solidFill>
                  <a:schemeClr val="tx1"/>
                </a:solidFill>
                <a:latin typeface="Oracle Sans Tab"/>
                <a:ea typeface="Oracle Sans Tab"/>
                <a:cs typeface="Oracle Sans Tab"/>
              </a:rPr>
            </a:br>
            <a:r>
              <a:rPr sz="2000" b="0" i="0">
                <a:solidFill>
                  <a:schemeClr val="tx1"/>
                </a:solidFill>
                <a:latin typeface="Oracle Sans Tab"/>
                <a:ea typeface="Oracle Sans Tab"/>
                <a:cs typeface="Oracle Sans Tab"/>
              </a:rPr>
              <a:t>may not match the style of this template.</a:t>
            </a:r>
          </a:p>
          <a:p xmlns:a="http://schemas.openxmlformats.org/drawingml/2006/main">
            <a:pPr algn="l">
              <a:lnSpc>
                <a:spcPct val="100000"/>
              </a:lnSpc>
              <a:spcAft>
                <a:spcPts val="2000"/>
              </a:spcAft>
              <a:buNone/>
            </a:pPr>
            <a:r>
              <a:rPr sz="2000" b="0" i="0">
                <a:solidFill>
                  <a:schemeClr val="tx1"/>
                </a:solidFill>
                <a:latin typeface="Oracle Sans Tab"/>
                <a:ea typeface="Oracle Sans Tab"/>
                <a:cs typeface="Oracle Sans Tab"/>
              </a:rPr>
              <a:t>Please locate slides that are referencing these imported slide layouts and reselect/apply a layout from the master slide options above.</a:t>
            </a:r>
          </a:p>
        </p:txBody>
      </p:sp>
    </p:spTree>
  </p:cSld>
</p:sldLayout>
</file>

<file path=ppt/slideMasters/_rels/slideMaster1.xml.rels>&#65279;<?xml version="1.0" encoding="utf-8"?><Relationships xmlns="http://schemas.openxmlformats.org/package/2006/relationships"><Relationship Type="http://schemas.openxmlformats.org/officeDocument/2006/relationships/image" Target="/ppt/media/image.emf" Id="R1af850d39f714e05" /><Relationship Type="http://schemas.openxmlformats.org/officeDocument/2006/relationships/theme" Target="/ppt/slideMasters/theme/theme2.xml" Id="R85799adfd1624167" /><Relationship Type="http://schemas.openxmlformats.org/officeDocument/2006/relationships/slideLayout" Target="/ppt/slideLayouts/slideLayout1.xml" Id="R55738f264fc5459e" /><Relationship Type="http://schemas.openxmlformats.org/officeDocument/2006/relationships/slideLayout" Target="/ppt/slideLayouts/slideLayout2.xml" Id="Re5b1e4b29571467d" /><Relationship Type="http://schemas.openxmlformats.org/officeDocument/2006/relationships/slideLayout" Target="/ppt/slideLayouts/slideLayout3.xml" Id="Rdeb91b271c784286" /><Relationship Type="http://schemas.openxmlformats.org/officeDocument/2006/relationships/slideLayout" Target="/ppt/slideLayouts/slideLayout4.xml" Id="R7e0d2801a41c42a3" /><Relationship Type="http://schemas.openxmlformats.org/officeDocument/2006/relationships/slideLayout" Target="/ppt/slideLayouts/slideLayout5.xml" Id="R344724ef48d74fab" /><Relationship Type="http://schemas.openxmlformats.org/officeDocument/2006/relationships/slideLayout" Target="/ppt/slideLayouts/slideLayout6.xml" Id="Ra2741ba089654810" /><Relationship Type="http://schemas.openxmlformats.org/officeDocument/2006/relationships/slideLayout" Target="/ppt/slideLayouts/slideLayout7.xml" Id="R2f7322c0fddd4bac" /><Relationship Type="http://schemas.openxmlformats.org/officeDocument/2006/relationships/slideLayout" Target="/ppt/slideLayouts/slideLayout8.xml" Id="R1bbb4d2df4904348" /><Relationship Type="http://schemas.openxmlformats.org/officeDocument/2006/relationships/slideLayout" Target="/ppt/slideLayouts/slideLayout9.xml" Id="R277e757629784d7a" /><Relationship Type="http://schemas.openxmlformats.org/officeDocument/2006/relationships/slideLayout" Target="/ppt/slideLayouts/slideLayout10.xml" Id="Ra65f7f22c46544a3" /><Relationship Type="http://schemas.openxmlformats.org/officeDocument/2006/relationships/slideLayout" Target="/ppt/slideLayouts/slideLayout11.xml" Id="R90dbf4c079264d59" /><Relationship Type="http://schemas.openxmlformats.org/officeDocument/2006/relationships/slideLayout" Target="/ppt/slideLayouts/slideLayout12.xml" Id="R480bedb8678e4639" /><Relationship Type="http://schemas.openxmlformats.org/officeDocument/2006/relationships/slideLayout" Target="/ppt/slideLayouts/slideLayout13.xml" Id="R67d0e255085e451c" /><Relationship Type="http://schemas.openxmlformats.org/officeDocument/2006/relationships/slideLayout" Target="/ppt/slideLayouts/slideLayout14.xml" Id="R7736ac9c11e6435c" /><Relationship Type="http://schemas.openxmlformats.org/officeDocument/2006/relationships/slideLayout" Target="/ppt/slideLayouts/slideLayout15.xml" Id="R21900863405946cd" /><Relationship Type="http://schemas.openxmlformats.org/officeDocument/2006/relationships/slideLayout" Target="/ppt/slideLayouts/slideLayout16.xml" Id="R75da28e8038b4c52" /><Relationship Type="http://schemas.openxmlformats.org/officeDocument/2006/relationships/slideLayout" Target="/ppt/slideLayouts/slideLayout17.xml" Id="R68d26787ab8342c5" /><Relationship Type="http://schemas.openxmlformats.org/officeDocument/2006/relationships/slideLayout" Target="/ppt/slideLayouts/slideLayout18.xml" Id="Rc04140eaedd54ce7" /><Relationship Type="http://schemas.openxmlformats.org/officeDocument/2006/relationships/slideLayout" Target="/ppt/slideLayouts/slideLayout19.xml" Id="R5946f270f76243d2" /><Relationship Type="http://schemas.openxmlformats.org/officeDocument/2006/relationships/slideLayout" Target="/ppt/slideLayouts/slideLayout20.xml" Id="Rd39f809c710b48c2" /><Relationship Type="http://schemas.openxmlformats.org/officeDocument/2006/relationships/slideLayout" Target="/ppt/slideLayouts/slideLayout21.xml" Id="Ra589fbfa835247f3" /><Relationship Type="http://schemas.openxmlformats.org/officeDocument/2006/relationships/slideLayout" Target="/ppt/slideLayouts/slideLayout22.xml" Id="R5a75dd9f890541ea" /><Relationship Type="http://schemas.openxmlformats.org/officeDocument/2006/relationships/slideLayout" Target="/ppt/slideLayouts/slideLayout23.xml" Id="R6e2a6a7073bc44af" /><Relationship Type="http://schemas.openxmlformats.org/officeDocument/2006/relationships/slideLayout" Target="/ppt/slideLayouts/slideLayout24.xml" Id="Ra366a7ef46c94c31" /><Relationship Type="http://schemas.openxmlformats.org/officeDocument/2006/relationships/slideLayout" Target="/ppt/slideLayouts/slideLayout25.xml" Id="Rfb58ca36a4cc420b" /><Relationship Type="http://schemas.openxmlformats.org/officeDocument/2006/relationships/slideLayout" Target="/ppt/slideLayouts/slideLayout26.xml" Id="R53eda12a2d9c4d7d" /><Relationship Type="http://schemas.openxmlformats.org/officeDocument/2006/relationships/slideLayout" Target="/ppt/slideLayouts/slideLayout27.xml" Id="R4bc7cf2015b1490c" /><Relationship Type="http://schemas.openxmlformats.org/officeDocument/2006/relationships/slideLayout" Target="/ppt/slideLayouts/slideLayout28.xml" Id="R8f0e408f7abd4df3" /><Relationship Type="http://schemas.openxmlformats.org/officeDocument/2006/relationships/slideLayout" Target="/ppt/slideLayouts/slideLayout29.xml" Id="R805280d4295346cd" /><Relationship Type="http://schemas.openxmlformats.org/officeDocument/2006/relationships/slideLayout" Target="/ppt/slideLayouts/slideLayout30.xml" Id="R21030bbc624b42c1" /><Relationship Type="http://schemas.openxmlformats.org/officeDocument/2006/relationships/slideLayout" Target="/ppt/slideLayouts/slideLayout31.xml" Id="R9a7690a641da4662" /><Relationship Type="http://schemas.openxmlformats.org/officeDocument/2006/relationships/slideLayout" Target="/ppt/slideLayouts/slideLayout32.xml" Id="R1b0963fdd22448f7" /><Relationship Type="http://schemas.openxmlformats.org/officeDocument/2006/relationships/slideLayout" Target="/ppt/slideLayouts/slideLayout33.xml" Id="R7934e37b74344d5e" /><Relationship Type="http://schemas.openxmlformats.org/officeDocument/2006/relationships/slideLayout" Target="/ppt/slideLayouts/slideLayout34.xml" Id="R68830e01b87d4a68" /><Relationship Type="http://schemas.openxmlformats.org/officeDocument/2006/relationships/slideLayout" Target="/ppt/slideLayouts/slideLayout35.xml" Id="R0b5299a2f14440a6" /><Relationship Type="http://schemas.openxmlformats.org/officeDocument/2006/relationships/slideLayout" Target="/ppt/slideLayouts/slideLayout36.xml" Id="R4fdedac4dedf4689" /><Relationship Type="http://schemas.openxmlformats.org/officeDocument/2006/relationships/slideLayout" Target="/ppt/slideLayouts/slideLayout37.xml" Id="R25fe3d6813654e0a" /><Relationship Type="http://schemas.openxmlformats.org/officeDocument/2006/relationships/slideLayout" Target="/ppt/slideLayouts/slideLayout38.xml" Id="Rad587df30e8443ed" /><Relationship Type="http://schemas.openxmlformats.org/officeDocument/2006/relationships/slideLayout" Target="/ppt/slideLayouts/slideLayout39.xml" Id="R526830ef0dd743b7" /><Relationship Type="http://schemas.openxmlformats.org/officeDocument/2006/relationships/slideLayout" Target="/ppt/slideLayouts/slideLayout40.xml" Id="R197b84bb8fc34d7f" /><Relationship Type="http://schemas.openxmlformats.org/officeDocument/2006/relationships/slideLayout" Target="/ppt/slideLayouts/slideLayout41.xml" Id="R64b41a85b1034860" /><Relationship Type="http://schemas.openxmlformats.org/officeDocument/2006/relationships/slideLayout" Target="/ppt/slideLayouts/slideLayout42.xml" Id="R72ef64300b1149ee" /><Relationship Type="http://schemas.openxmlformats.org/officeDocument/2006/relationships/slideLayout" Target="/ppt/slideLayouts/slideLayout43.xml" Id="R5c1dcf8affa9489e" /><Relationship Type="http://schemas.openxmlformats.org/officeDocument/2006/relationships/slideLayout" Target="/ppt/slideLayouts/slideLayout44.xml" Id="Ra8355591a6134cef" /><Relationship Type="http://schemas.openxmlformats.org/officeDocument/2006/relationships/slideLayout" Target="/ppt/slideLayouts/slideLayout45.xml" Id="R86a5f77541f745d1" /><Relationship Type="http://schemas.openxmlformats.org/officeDocument/2006/relationships/slideLayout" Target="/ppt/slideLayouts/slideLayout46.xml" Id="Re87d4297cfa14548" /><Relationship Type="http://schemas.openxmlformats.org/officeDocument/2006/relationships/slideLayout" Target="/ppt/slideLayouts/slideLayout47.xml" Id="R0f439e83c26b410c" /><Relationship Type="http://schemas.openxmlformats.org/officeDocument/2006/relationships/slideLayout" Target="/ppt/slideLayouts/slideLayout48.xml" Id="Rb5bd5e6fbbcf437b" /><Relationship Type="http://schemas.openxmlformats.org/officeDocument/2006/relationships/slideLayout" Target="/ppt/slideLayouts/slideLayout49.xml" Id="R38857aff62c24671" /><Relationship Type="http://schemas.openxmlformats.org/officeDocument/2006/relationships/slideLayout" Target="/ppt/slideLayouts/slideLayout50.xml" Id="R67e7422041dd4b12" /><Relationship Type="http://schemas.openxmlformats.org/officeDocument/2006/relationships/slideLayout" Target="/ppt/slideLayouts/slideLayout51.xml" Id="R015fe97c6c9545f1" /><Relationship Type="http://schemas.openxmlformats.org/officeDocument/2006/relationships/slideLayout" Target="/ppt/slideLayouts/slideLayout52.xml" Id="Rfdd44314fc704184" /><Relationship Type="http://schemas.openxmlformats.org/officeDocument/2006/relationships/slideLayout" Target="/ppt/slideLayouts/slideLayout53.xml" Id="R802f7516b71b4dd0" /><Relationship Type="http://schemas.openxmlformats.org/officeDocument/2006/relationships/slideLayout" Target="/ppt/slideLayouts/slideLayout54.xml" Id="Rea1aa87311a946df" /><Relationship Type="http://schemas.openxmlformats.org/officeDocument/2006/relationships/slideLayout" Target="/ppt/slideLayouts/slideLayout55.xml" Id="R92e172693fe34eb1" /><Relationship Type="http://schemas.openxmlformats.org/officeDocument/2006/relationships/slideLayout" Target="/ppt/slideLayouts/slideLayout56.xml" Id="Rc3b5ff74c48f417e" /><Relationship Type="http://schemas.openxmlformats.org/officeDocument/2006/relationships/slideLayout" Target="/ppt/slideLayouts/slideLayout57.xml" Id="R07396ded1c984790" /><Relationship Type="http://schemas.openxmlformats.org/officeDocument/2006/relationships/slideLayout" Target="/ppt/slideLayouts/slideLayout58.xml" Id="Rb1513c2016224db4" /><Relationship Type="http://schemas.openxmlformats.org/officeDocument/2006/relationships/slideLayout" Target="/ppt/slideLayouts/slideLayout59.xml" Id="Ra2907ff0d2b24c85" /><Relationship Type="http://schemas.openxmlformats.org/officeDocument/2006/relationships/slideLayout" Target="/ppt/slideLayouts/slideLayout60.xml" Id="R2cf58fd7f8154393" /><Relationship Type="http://schemas.openxmlformats.org/officeDocument/2006/relationships/slideLayout" Target="/ppt/slideLayouts/slideLayout61.xml" Id="Rf8d87eaa79d947c9" /><Relationship Type="http://schemas.openxmlformats.org/officeDocument/2006/relationships/slideLayout" Target="/ppt/slideLayouts/slideLayout62.xml" Id="R3d257d0511054c3e" /><Relationship Type="http://schemas.openxmlformats.org/officeDocument/2006/relationships/slideLayout" Target="/ppt/slideLayouts/slideLayout63.xml" Id="R90e7e290d8954fba" /><Relationship Type="http://schemas.openxmlformats.org/officeDocument/2006/relationships/slideLayout" Target="/ppt/slideLayouts/slideLayout64.xml" Id="R60a3b3cc03e842f5" /><Relationship Type="http://schemas.openxmlformats.org/officeDocument/2006/relationships/slideLayout" Target="/ppt/slideLayouts/slideLayout65.xml" Id="R995f07e7fdc34e61" /><Relationship Type="http://schemas.openxmlformats.org/officeDocument/2006/relationships/slideLayout" Target="/ppt/slideLayouts/slideLayout66.xml" Id="Rd006786eccdd435c" /><Relationship Type="http://schemas.openxmlformats.org/officeDocument/2006/relationships/slideLayout" Target="/ppt/slideLayouts/slideLayout67.xml" Id="R814fbcfc487a4ce2" /><Relationship Type="http://schemas.openxmlformats.org/officeDocument/2006/relationships/slideLayout" Target="/ppt/slideLayouts/slideLayout68.xml" Id="Rba080d4239ab4ed9" /><Relationship Type="http://schemas.openxmlformats.org/officeDocument/2006/relationships/slideLayout" Target="/ppt/slideLayouts/slideLayout69.xml" Id="R63a9039905ce45e3" /><Relationship Type="http://schemas.openxmlformats.org/officeDocument/2006/relationships/slideLayout" Target="/ppt/slideLayouts/slideLayout70.xml" Id="Rb76d7988f7fd4bdc" /><Relationship Type="http://schemas.openxmlformats.org/officeDocument/2006/relationships/slideLayout" Target="/ppt/slideLayouts/slideLayout71.xml" Id="R3100bdb335d2466c" /><Relationship Type="http://schemas.openxmlformats.org/officeDocument/2006/relationships/slideLayout" Target="/ppt/slideLayouts/slideLayout72.xml" Id="R5eece79ad0e843d6" /><Relationship Type="http://schemas.openxmlformats.org/officeDocument/2006/relationships/slideLayout" Target="/ppt/slideLayouts/slideLayout73.xml" Id="R222bfd7f09be4c33" /><Relationship Type="http://schemas.openxmlformats.org/officeDocument/2006/relationships/slideLayout" Target="/ppt/slideLayouts/slideLayout74.xml" Id="Rbffce7cf87c848c7" /><Relationship Type="http://schemas.openxmlformats.org/officeDocument/2006/relationships/slideLayout" Target="/ppt/slideLayouts/slideLayout75.xml" Id="R7d751a58dfc44304" /><Relationship Type="http://schemas.openxmlformats.org/officeDocument/2006/relationships/slideLayout" Target="/ppt/slideLayouts/slideLayout76.xml" Id="R4cbc17d4c93c4f82" /><Relationship Type="http://schemas.openxmlformats.org/officeDocument/2006/relationships/slideLayout" Target="/ppt/slideLayouts/slideLayout77.xml" Id="R8692a4752fee4e9a" /><Relationship Type="http://schemas.openxmlformats.org/officeDocument/2006/relationships/slideLayout" Target="/ppt/slideLayouts/slideLayout78.xml" Id="Rbeebf65739f749aa" /><Relationship Type="http://schemas.openxmlformats.org/officeDocument/2006/relationships/slideLayout" Target="/ppt/slideLayouts/slideLayout79.xml" Id="Re472b0235931422b" /><Relationship Type="http://schemas.openxmlformats.org/officeDocument/2006/relationships/slideLayout" Target="/ppt/slideLayouts/slideLayout80.xml" Id="R8bcd1ac7cdfb495f" /><Relationship Type="http://schemas.openxmlformats.org/officeDocument/2006/relationships/slideLayout" Target="/ppt/slideLayouts/slideLayout81.xml" Id="Rfaf817ba73a74e41" /><Relationship Type="http://schemas.openxmlformats.org/officeDocument/2006/relationships/slideLayout" Target="/ppt/slideLayouts/slideLayout82.xml" Id="R0f5f145402c744ff" /><Relationship Type="http://schemas.openxmlformats.org/officeDocument/2006/relationships/slideLayout" Target="/ppt/slideLayouts/slideLayout83.xml" Id="R553f159e18f64b05" /><Relationship Type="http://schemas.openxmlformats.org/officeDocument/2006/relationships/slideLayout" Target="/ppt/slideLayouts/slideLayout84.xml" Id="R786c8862ee544305" /><Relationship Type="http://schemas.openxmlformats.org/officeDocument/2006/relationships/slideLayout" Target="/ppt/slideLayouts/slideLayout85.xml" Id="R8cc63170b1014be7" /><Relationship Type="http://schemas.openxmlformats.org/officeDocument/2006/relationships/slideLayout" Target="/ppt/slideLayouts/slideLayout86.xml" Id="R168da19561f34bca" /><Relationship Type="http://schemas.openxmlformats.org/officeDocument/2006/relationships/slideLayout" Target="/ppt/slideLayouts/slideLayout87.xml" Id="Rc26bf9e2892f44d2" /><Relationship Type="http://schemas.openxmlformats.org/officeDocument/2006/relationships/slideLayout" Target="/ppt/slideLayouts/slideLayout88.xml" Id="R7b482f59db674d33" /><Relationship Type="http://schemas.openxmlformats.org/officeDocument/2006/relationships/slideLayout" Target="/ppt/slideLayouts/slideLayout89.xml" Id="R0ae4e27ca91e4394" /><Relationship Type="http://schemas.openxmlformats.org/officeDocument/2006/relationships/slideLayout" Target="/ppt/slideLayouts/slideLayout90.xml" Id="R268a63238f0b458c" /><Relationship Type="http://schemas.openxmlformats.org/officeDocument/2006/relationships/slideLayout" Target="/ppt/slideLayouts/slideLayout91.xml" Id="R2f599fa554dc493c" /><Relationship Type="http://schemas.openxmlformats.org/officeDocument/2006/relationships/slideLayout" Target="/ppt/slideLayouts/slideLayout92.xml" Id="R06bb5e23e0844565" /><Relationship Type="http://schemas.openxmlformats.org/officeDocument/2006/relationships/slideLayout" Target="/ppt/slideLayouts/slideLayout93.xml" Id="Ra8a65bf5012f4515" /><Relationship Type="http://schemas.openxmlformats.org/officeDocument/2006/relationships/slideLayout" Target="/ppt/slideLayouts/slideLayout94.xml" Id="R4ddaf685ee9f489b" /><Relationship Type="http://schemas.openxmlformats.org/officeDocument/2006/relationships/slideLayout" Target="/ppt/slideLayouts/slideLayout95.xml" Id="Rba12014d22ce4a12" /><Relationship Type="http://schemas.openxmlformats.org/officeDocument/2006/relationships/slideLayout" Target="/ppt/slideLayouts/slideLayout96.xml" Id="R6c00e56c317f4b66" /><Relationship Type="http://schemas.openxmlformats.org/officeDocument/2006/relationships/slideLayout" Target="/ppt/slideLayouts/slideLayout97.xml" Id="Rf7a9da3ba8124e12" /><Relationship Type="http://schemas.openxmlformats.org/officeDocument/2006/relationships/slideLayout" Target="/ppt/slideLayouts/slideLayout98.xml" Id="Read6c038d76e495c" /><Relationship Type="http://schemas.openxmlformats.org/officeDocument/2006/relationships/slideLayout" Target="/ppt/slideLayouts/slideLayout99.xml" Id="R85fa9f1f00244daf" /><Relationship Type="http://schemas.openxmlformats.org/officeDocument/2006/relationships/slideLayout" Target="/ppt/slideLayouts/slideLayout100.xml" Id="Rb2d5a2608d2f46ee" /><Relationship Type="http://schemas.openxmlformats.org/officeDocument/2006/relationships/slideLayout" Target="/ppt/slideLayouts/slideLayout101.xml" Id="R9e2ee25ed296457e" /><Relationship Type="http://schemas.openxmlformats.org/officeDocument/2006/relationships/slideLayout" Target="/ppt/slideLayouts/slideLayout102.xml" Id="Rafa68f25988c4f5e" /><Relationship Type="http://schemas.openxmlformats.org/officeDocument/2006/relationships/slideLayout" Target="/ppt/slideLayouts/slideLayout103.xml" Id="R6b7ba4bef46044ad" /></Relationships>
</file>

<file path=ppt/slideMasters/slideMaster1.xml><?xml version="1.0" encoding="utf-8"?>
<p:sldMaster xmlns:p="http://schemas.openxmlformats.org/presentationml/2006/main">
  <p:cSld>
    <p:bg>
      <p:bgPr>
        <a:solidFill xmlns:a="http://schemas.openxmlformats.org/drawingml/2006/main">
          <a:schemeClr val="bg2"/>
        </a:solidFill>
      </p:bgPr>
    </p:bg>
    <p:spTree>
      <p:nvGrpSpPr>
        <p:cNvPr id="1" name=""/>
        <p:cNvGrpSpPr/>
        <p:nvPr/>
      </p:nvGrpSpPr>
      <p:grpSpPr>
        <a:xfrm xmlns:a="http://schemas.openxmlformats.org/drawingml/2006/main"/>
      </p:grpSpPr>
      <p:sp>
        <p:nvSpPr>
          <p:cNvPr id="2" name="Title">
            <a:extLst xmlns:a="http://schemas.openxmlformats.org/drawingml/2006/main">
              <a:ext uri="{FF2B5EF4-FFF2-40B4-BE49-F238E27FC236}">
                <a16:creationId xmlns:a16="http://schemas.microsoft.com/office/drawing/2014/main" id="{8A70F255-3C2A-4AC7-8935-184146E3B6D6}"/>
              </a:ext>
            </a:extLst>
          </p:cNvPr>
          <p:cNvSpPr>
            <a:spLocks xmlns:a="http://schemas.openxmlformats.org/drawingml/2006/main" noGrp="1"/>
          </p:cNvSpPr>
          <p:nvPr>
            <p:ph type="title" idx="0"/>
          </p:nvPr>
        </p:nvSpPr>
        <p:spPr>
          <a:xfrm xmlns:a="http://schemas.openxmlformats.org/drawingml/2006/main">
            <a:off x="768875" y="182403"/>
            <a:ext cx="10671048" cy="822960"/>
          </a:xfrm>
          <a:prstGeom xmlns:a="http://schemas.openxmlformats.org/drawingml/2006/main" prst="rect">
            <a:avLst/>
          </a:prstGeom>
        </p:spPr>
        <p:txBody>
          <a:bodyPr xmlns:a="http://schemas.openxmlformats.org/drawingml/2006/main" vert="horz" lIns="0" tIns="0" rIns="0" bIns="0" anchor="b">
            <a:noAutofit/>
          </a:bodyPr>
          <a:lstStyle xmlns:a="http://schemas.openxmlformats.org/drawingml/2006/main"/>
          <a:p xmlns:a="http://schemas.openxmlformats.org/drawingml/2006/main">
            <a:pPr marL="0" lvl="0" indent="0">
              <a:spcBef>
                <a:spcPts val="1000"/>
              </a:spcBef>
              <a:buFont typeface="Arial"/>
              <a:buNone/>
            </a:pPr>
            <a:r>
              <a:t>Title</a:t>
            </a:r>
          </a:p>
        </p:txBody>
      </p:sp>
      <p:sp>
        <p:nvSpPr>
          <p:cNvPr id="4" name="Text Field">
            <a:extLst xmlns:a="http://schemas.openxmlformats.org/drawingml/2006/main">
              <a:ext uri="{FF2B5EF4-FFF2-40B4-BE49-F238E27FC236}">
                <a16:creationId xmlns:a16="http://schemas.microsoft.com/office/drawing/2014/main" id="{E46619B6-A626-4CDA-96E2-B94F4637C628}"/>
              </a:ext>
            </a:extLst>
          </p:cNvPr>
          <p:cNvSpPr>
            <a:spLocks xmlns:a="http://schemas.openxmlformats.org/drawingml/2006/main" noGrp="1"/>
          </p:cNvSpPr>
          <p:nvPr>
            <p:ph type="body" idx="1"/>
          </p:nvPr>
        </p:nvSpPr>
        <p:spPr>
          <a:xfrm xmlns:a="http://schemas.openxmlformats.org/drawingml/2006/main">
            <a:off x="768875" y="1600200"/>
            <a:ext cx="10671048" cy="4514850"/>
          </a:xfrm>
          <a:prstGeom xmlns:a="http://schemas.openxmlformats.org/drawingml/2006/main" prst="rect">
            <a:avLst/>
          </a:prstGeom>
          <a:noFill xmlns:a="http://schemas.openxmlformats.org/drawingml/2006/main"/>
        </p:spPr>
        <p:txBody>
          <a:bodyPr xmlns:a="http://schemas.openxmlformats.org/drawingml/2006/main" vert="horz" lIns="0" tIns="0" rIns="0" bIns="0">
            <a:noAutofit/>
          </a:bodyPr>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17" name="Slide Number">
            <a:extLst xmlns:a="http://schemas.openxmlformats.org/drawingml/2006/main">
              <a:ext uri="{FF2B5EF4-FFF2-40B4-BE49-F238E27FC236}">
                <a16:creationId xmlns:a16="http://schemas.microsoft.com/office/drawing/2014/main" id="{08A3F6CD-49F4-D74B-8C7F-D6CA71EFB13B}"/>
              </a:ext>
            </a:extLst>
          </p:cNvPr>
          <p:cNvSpPr>
            <a:spLocks xmlns:a="http://schemas.openxmlformats.org/drawingml/2006/main" noGrp="1"/>
          </p:cNvSpPr>
          <p:nvPr>
            <p:ph type="sldNum" idx="4"/>
          </p:nvPr>
        </p:nvSpPr>
        <p:spPr>
          <a:xfrm xmlns:a="http://schemas.openxmlformats.org/drawingml/2006/main">
            <a:off x="762000" y="6423660"/>
            <a:ext cx="365760" cy="365760"/>
          </a:xfrm>
          <a:prstGeom xmlns:a="http://schemas.openxmlformats.org/drawingml/2006/main" prst="rect">
            <a:avLst/>
          </a:prstGeom>
        </p:spPr>
        <p:txBody>
          <a:bodyPr xmlns:a="http://schemas.openxmlformats.org/drawingml/2006/main" vert="horz" lIns="0" tIns="0" rIns="0" bIns="0" anchor="ctr"/>
          <a:lstStyle xmlns:a="http://schemas.openxmlformats.org/drawingml/2006/main">
            <a:lvl1pPr algn="l">
              <a:buNone/>
              <a:defRPr sz="800">
                <a:solidFill>
                  <a:srgbClr val="8B8580"/>
                </a:solidFill>
                <a:latin typeface="+mn-lt"/>
                <a:ea typeface="+mn-lt"/>
                <a:cs typeface="+mn-lt"/>
              </a:defRPr>
            </a:lvl1pPr>
          </a:lstStyle>
          <a:p xmlns:a="http://schemas.openxmlformats.org/drawingml/2006/main">
            <a:fld id="{345D60D9-5372-5F40-9443-0F9AE5BDC3C8}" type="slidenum">
              <a:t>‹#›</a:t>
            </a:fld>
            <a:endParaRPr/>
          </a:p>
        </p:txBody>
      </p:sp>
      <p:sp>
        <p:nvSpPr>
          <p:cNvPr id="18" name="Footer">
            <a:extLst xmlns:a="http://schemas.openxmlformats.org/drawingml/2006/main">
              <a:ext uri="{FF2B5EF4-FFF2-40B4-BE49-F238E27FC236}">
                <a16:creationId xmlns:a16="http://schemas.microsoft.com/office/drawing/2014/main" id="{8E003242-6B91-1949-A5CA-15BA57A045C9}"/>
              </a:ext>
            </a:extLst>
          </p:cNvPr>
          <p:cNvSpPr>
            <a:spLocks xmlns:a="http://schemas.openxmlformats.org/drawingml/2006/main" noGrp="1"/>
          </p:cNvSpPr>
          <p:nvPr>
            <p:ph type="ftr" idx="3"/>
          </p:nvPr>
        </p:nvSpPr>
        <p:spPr>
          <a:xfrm xmlns:a="http://schemas.openxmlformats.org/drawingml/2006/main">
            <a:off x="1127759" y="6423978"/>
            <a:ext cx="5745379" cy="365125"/>
          </a:xfrm>
          <a:prstGeom xmlns:a="http://schemas.openxmlformats.org/drawingml/2006/main" prst="rect">
            <a:avLst/>
          </a:prstGeom>
        </p:spPr>
        <p:txBody>
          <a:bodyPr xmlns:a="http://schemas.openxmlformats.org/drawingml/2006/main" vert="horz" lIns="0" tIns="0" rIns="0" bIns="0" anchor="ctr"/>
          <a:lstStyle xmlns:a="http://schemas.openxmlformats.org/drawingml/2006/main">
            <a:lvl1pPr algn="l">
              <a:buNone/>
              <a:defRPr sz="800">
                <a:solidFill>
                  <a:srgbClr val="8B8580"/>
                </a:solidFill>
                <a:latin typeface="+mn-lt"/>
                <a:ea typeface="+mn-lt"/>
                <a:cs typeface="+mn-lt"/>
              </a:defRPr>
            </a:lvl1pPr>
          </a:lstStyle>
          <a:p xmlns:a="http://schemas.openxmlformats.org/drawingml/2006/main">
            <a:r>
              <a:t>Copyright © 2025, Oracle and/or its affiliates |  Confidential: Internal/Restricted/Highly Restricted</a:t>
            </a:r>
            <a:endParaRPr/>
          </a:p>
        </p:txBody>
      </p:sp>
      <p:sp>
        <p:nvSpPr>
          <p:cNvPr id="20" name="Date">
            <a:extLst xmlns:a="http://schemas.openxmlformats.org/drawingml/2006/main">
              <a:ext uri="{FF2B5EF4-FFF2-40B4-BE49-F238E27FC236}">
                <a16:creationId xmlns:a16="http://schemas.microsoft.com/office/drawing/2014/main" id="{65BA88F5-EF53-415B-8446-19188BE675D3}"/>
              </a:ext>
            </a:extLst>
          </p:cNvPr>
          <p:cNvSpPr>
            <a:spLocks xmlns:a="http://schemas.openxmlformats.org/drawingml/2006/main" noGrp="1"/>
          </p:cNvSpPr>
          <p:nvPr>
            <p:ph type="dt" idx="2"/>
          </p:nvPr>
        </p:nvSpPr>
        <p:spPr>
          <a:xfrm xmlns:a="http://schemas.openxmlformats.org/drawingml/2006/main">
            <a:off x="6873138" y="6425604"/>
            <a:ext cx="2743200" cy="363500"/>
          </a:xfrm>
          <a:prstGeom xmlns:a="http://schemas.openxmlformats.org/drawingml/2006/main" prst="rect">
            <a:avLst/>
          </a:prstGeom>
        </p:spPr>
        <p:txBody>
          <a:bodyPr xmlns:a="http://schemas.openxmlformats.org/drawingml/2006/main" vert="horz" lIns="0" tIns="0" rIns="0" bIns="0" anchor="ctr"/>
          <a:lstStyle xmlns:a="http://schemas.openxmlformats.org/drawingml/2006/main">
            <a:lvl1pPr>
              <a:buNone/>
              <a:defRPr sz="800">
                <a:solidFill>
                  <a:srgbClr val="8B8580"/>
                </a:solidFill>
                <a:latin typeface="+mn-lt"/>
                <a:ea typeface="+mn-lt"/>
                <a:cs typeface="+mn-lt"/>
              </a:defRPr>
            </a:lvl1pPr>
          </a:lstStyle>
          <a:p xmlns:a="http://schemas.openxmlformats.org/drawingml/2006/main">
            <a:r>
              <a:t>[Date]</a:t>
            </a:r>
            <a:endParaRPr/>
          </a:p>
        </p:txBody>
      </p:sp>
      <p:pic>
        <p:nvPicPr>
          <p:cNvPr id="3" name="OTag">
            <a:extLst xmlns:a="http://schemas.openxmlformats.org/drawingml/2006/main">
              <a:ext uri="{FF2B5EF4-FFF2-40B4-BE49-F238E27FC236}">
                <a16:creationId xmlns:a16="http://schemas.microsoft.com/office/drawing/2014/main" id="{CF5A3F59-3702-4FD8-9944-916120119E6C}"/>
              </a:ext>
            </a:extLst>
          </p:cNvPr>
          <p:cNvPicPr>
            <a:picLocks xmlns:a="http://schemas.openxmlformats.org/drawingml/2006/main" noChangeAspect="1"/>
          </p:cNvPicPr>
          <p:nvPr/>
        </p:nvPicPr>
        <p:blipFill>
          <a:blip xmlns:r="http://schemas.openxmlformats.org/officeDocument/2006/relationships" xmlns:a="http://schemas.openxmlformats.org/drawingml/2006/main" r:embed="R1af850d39f714e05"/>
          <a:stretch xmlns:a="http://schemas.openxmlformats.org/drawingml/2006/main">
            <a:fillRect l="0" t="0" r="0" b="0"/>
          </a:stretch>
        </p:blipFill>
        <p:spPr>
          <a:xfrm xmlns:a="http://schemas.openxmlformats.org/drawingml/2006/main">
            <a:off x="11405616" y="6464808"/>
            <a:ext cx="393192" cy="393192"/>
          </a:xfrm>
          <a:prstGeom xmlns:a="http://schemas.openxmlformats.org/drawingml/2006/main" prst="rect">
            <a:avLst/>
          </a:prstGeom>
        </p:spPr>
      </p:pic>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55738f264fc5459e"/>
    <p:sldLayoutId xmlns:r="http://schemas.openxmlformats.org/officeDocument/2006/relationships" id="2147483650" r:id="Re5b1e4b29571467d"/>
    <p:sldLayoutId xmlns:r="http://schemas.openxmlformats.org/officeDocument/2006/relationships" id="2147483651" r:id="Rdeb91b271c784286"/>
    <p:sldLayoutId xmlns:r="http://schemas.openxmlformats.org/officeDocument/2006/relationships" id="2147483652" r:id="R7e0d2801a41c42a3"/>
    <p:sldLayoutId xmlns:r="http://schemas.openxmlformats.org/officeDocument/2006/relationships" id="2147483653" r:id="R344724ef48d74fab"/>
    <p:sldLayoutId xmlns:r="http://schemas.openxmlformats.org/officeDocument/2006/relationships" id="2147483654" r:id="Ra2741ba089654810"/>
    <p:sldLayoutId xmlns:r="http://schemas.openxmlformats.org/officeDocument/2006/relationships" id="2147483655" r:id="R2f7322c0fddd4bac"/>
    <p:sldLayoutId xmlns:r="http://schemas.openxmlformats.org/officeDocument/2006/relationships" id="2147483656" r:id="R1bbb4d2df4904348"/>
    <p:sldLayoutId xmlns:r="http://schemas.openxmlformats.org/officeDocument/2006/relationships" id="2147483657" r:id="R277e757629784d7a"/>
    <p:sldLayoutId xmlns:r="http://schemas.openxmlformats.org/officeDocument/2006/relationships" id="2147483658" r:id="Ra65f7f22c46544a3"/>
    <p:sldLayoutId xmlns:r="http://schemas.openxmlformats.org/officeDocument/2006/relationships" id="2147483659" r:id="R90dbf4c079264d59"/>
    <p:sldLayoutId xmlns:r="http://schemas.openxmlformats.org/officeDocument/2006/relationships" id="2147483660" r:id="R480bedb8678e4639"/>
    <p:sldLayoutId xmlns:r="http://schemas.openxmlformats.org/officeDocument/2006/relationships" id="2147483661" r:id="R67d0e255085e451c"/>
    <p:sldLayoutId xmlns:r="http://schemas.openxmlformats.org/officeDocument/2006/relationships" id="2147483662" r:id="R7736ac9c11e6435c"/>
    <p:sldLayoutId xmlns:r="http://schemas.openxmlformats.org/officeDocument/2006/relationships" id="2147483663" r:id="R21900863405946cd"/>
    <p:sldLayoutId xmlns:r="http://schemas.openxmlformats.org/officeDocument/2006/relationships" id="2147483664" r:id="R75da28e8038b4c52"/>
    <p:sldLayoutId xmlns:r="http://schemas.openxmlformats.org/officeDocument/2006/relationships" id="2147483665" r:id="R68d26787ab8342c5"/>
    <p:sldLayoutId xmlns:r="http://schemas.openxmlformats.org/officeDocument/2006/relationships" id="2147483666" r:id="Rc04140eaedd54ce7"/>
    <p:sldLayoutId xmlns:r="http://schemas.openxmlformats.org/officeDocument/2006/relationships" id="2147483667" r:id="R5946f270f76243d2"/>
    <p:sldLayoutId xmlns:r="http://schemas.openxmlformats.org/officeDocument/2006/relationships" id="2147483668" r:id="Rd39f809c710b48c2"/>
    <p:sldLayoutId xmlns:r="http://schemas.openxmlformats.org/officeDocument/2006/relationships" id="2147483669" r:id="Ra589fbfa835247f3"/>
    <p:sldLayoutId xmlns:r="http://schemas.openxmlformats.org/officeDocument/2006/relationships" id="2147483670" r:id="R5a75dd9f890541ea"/>
    <p:sldLayoutId xmlns:r="http://schemas.openxmlformats.org/officeDocument/2006/relationships" id="2147483671" r:id="R6e2a6a7073bc44af"/>
    <p:sldLayoutId xmlns:r="http://schemas.openxmlformats.org/officeDocument/2006/relationships" id="2147483672" r:id="Ra366a7ef46c94c31"/>
    <p:sldLayoutId xmlns:r="http://schemas.openxmlformats.org/officeDocument/2006/relationships" id="2147483673" r:id="Rfb58ca36a4cc420b"/>
    <p:sldLayoutId xmlns:r="http://schemas.openxmlformats.org/officeDocument/2006/relationships" id="2147483674" r:id="R53eda12a2d9c4d7d"/>
    <p:sldLayoutId xmlns:r="http://schemas.openxmlformats.org/officeDocument/2006/relationships" id="2147483675" r:id="R4bc7cf2015b1490c"/>
    <p:sldLayoutId xmlns:r="http://schemas.openxmlformats.org/officeDocument/2006/relationships" id="2147483676" r:id="R8f0e408f7abd4df3"/>
    <p:sldLayoutId xmlns:r="http://schemas.openxmlformats.org/officeDocument/2006/relationships" id="2147483677" r:id="R805280d4295346cd"/>
    <p:sldLayoutId xmlns:r="http://schemas.openxmlformats.org/officeDocument/2006/relationships" id="2147483678" r:id="R21030bbc624b42c1"/>
    <p:sldLayoutId xmlns:r="http://schemas.openxmlformats.org/officeDocument/2006/relationships" id="2147483679" r:id="R9a7690a641da4662"/>
    <p:sldLayoutId xmlns:r="http://schemas.openxmlformats.org/officeDocument/2006/relationships" id="2147483680" r:id="R1b0963fdd22448f7"/>
    <p:sldLayoutId xmlns:r="http://schemas.openxmlformats.org/officeDocument/2006/relationships" id="2147483681" r:id="R7934e37b74344d5e"/>
    <p:sldLayoutId xmlns:r="http://schemas.openxmlformats.org/officeDocument/2006/relationships" id="2147483682" r:id="R68830e01b87d4a68"/>
    <p:sldLayoutId xmlns:r="http://schemas.openxmlformats.org/officeDocument/2006/relationships" id="2147483683" r:id="R0b5299a2f14440a6"/>
    <p:sldLayoutId xmlns:r="http://schemas.openxmlformats.org/officeDocument/2006/relationships" id="2147483684" r:id="R4fdedac4dedf4689"/>
    <p:sldLayoutId xmlns:r="http://schemas.openxmlformats.org/officeDocument/2006/relationships" id="2147483685" r:id="R25fe3d6813654e0a"/>
    <p:sldLayoutId xmlns:r="http://schemas.openxmlformats.org/officeDocument/2006/relationships" id="2147483686" r:id="Rad587df30e8443ed"/>
    <p:sldLayoutId xmlns:r="http://schemas.openxmlformats.org/officeDocument/2006/relationships" id="2147483687" r:id="R526830ef0dd743b7"/>
    <p:sldLayoutId xmlns:r="http://schemas.openxmlformats.org/officeDocument/2006/relationships" id="2147483688" r:id="R197b84bb8fc34d7f"/>
    <p:sldLayoutId xmlns:r="http://schemas.openxmlformats.org/officeDocument/2006/relationships" id="2147483689" r:id="R64b41a85b1034860"/>
    <p:sldLayoutId xmlns:r="http://schemas.openxmlformats.org/officeDocument/2006/relationships" id="2147483690" r:id="R72ef64300b1149ee"/>
    <p:sldLayoutId xmlns:r="http://schemas.openxmlformats.org/officeDocument/2006/relationships" id="2147483691" r:id="R5c1dcf8affa9489e"/>
    <p:sldLayoutId xmlns:r="http://schemas.openxmlformats.org/officeDocument/2006/relationships" id="2147483692" r:id="Ra8355591a6134cef"/>
    <p:sldLayoutId xmlns:r="http://schemas.openxmlformats.org/officeDocument/2006/relationships" id="2147483693" r:id="R86a5f77541f745d1"/>
    <p:sldLayoutId xmlns:r="http://schemas.openxmlformats.org/officeDocument/2006/relationships" id="2147483694" r:id="Re87d4297cfa14548"/>
    <p:sldLayoutId xmlns:r="http://schemas.openxmlformats.org/officeDocument/2006/relationships" id="2147483695" r:id="R0f439e83c26b410c"/>
    <p:sldLayoutId xmlns:r="http://schemas.openxmlformats.org/officeDocument/2006/relationships" id="2147483696" r:id="Rb5bd5e6fbbcf437b"/>
    <p:sldLayoutId xmlns:r="http://schemas.openxmlformats.org/officeDocument/2006/relationships" id="2147483697" r:id="R38857aff62c24671"/>
    <p:sldLayoutId xmlns:r="http://schemas.openxmlformats.org/officeDocument/2006/relationships" id="2147483698" r:id="R67e7422041dd4b12"/>
    <p:sldLayoutId xmlns:r="http://schemas.openxmlformats.org/officeDocument/2006/relationships" id="2147483699" r:id="R015fe97c6c9545f1"/>
    <p:sldLayoutId xmlns:r="http://schemas.openxmlformats.org/officeDocument/2006/relationships" id="2147483700" r:id="Rfdd44314fc704184"/>
    <p:sldLayoutId xmlns:r="http://schemas.openxmlformats.org/officeDocument/2006/relationships" id="2147483701" r:id="R802f7516b71b4dd0"/>
    <p:sldLayoutId xmlns:r="http://schemas.openxmlformats.org/officeDocument/2006/relationships" id="2147483702" r:id="Rea1aa87311a946df"/>
    <p:sldLayoutId xmlns:r="http://schemas.openxmlformats.org/officeDocument/2006/relationships" id="2147483703" r:id="R92e172693fe34eb1"/>
    <p:sldLayoutId xmlns:r="http://schemas.openxmlformats.org/officeDocument/2006/relationships" id="2147483704" r:id="Rc3b5ff74c48f417e"/>
    <p:sldLayoutId xmlns:r="http://schemas.openxmlformats.org/officeDocument/2006/relationships" id="2147483705" r:id="R07396ded1c984790"/>
    <p:sldLayoutId xmlns:r="http://schemas.openxmlformats.org/officeDocument/2006/relationships" id="2147483706" r:id="Rb1513c2016224db4"/>
    <p:sldLayoutId xmlns:r="http://schemas.openxmlformats.org/officeDocument/2006/relationships" id="2147483707" r:id="Ra2907ff0d2b24c85"/>
    <p:sldLayoutId xmlns:r="http://schemas.openxmlformats.org/officeDocument/2006/relationships" id="2147483708" r:id="R2cf58fd7f8154393"/>
    <p:sldLayoutId xmlns:r="http://schemas.openxmlformats.org/officeDocument/2006/relationships" id="2147483709" r:id="Rf8d87eaa79d947c9"/>
    <p:sldLayoutId xmlns:r="http://schemas.openxmlformats.org/officeDocument/2006/relationships" id="2147483710" r:id="R3d257d0511054c3e"/>
    <p:sldLayoutId xmlns:r="http://schemas.openxmlformats.org/officeDocument/2006/relationships" id="2147483711" r:id="R90e7e290d8954fba"/>
    <p:sldLayoutId xmlns:r="http://schemas.openxmlformats.org/officeDocument/2006/relationships" id="2147483712" r:id="R60a3b3cc03e842f5"/>
    <p:sldLayoutId xmlns:r="http://schemas.openxmlformats.org/officeDocument/2006/relationships" id="2147483713" r:id="R995f07e7fdc34e61"/>
    <p:sldLayoutId xmlns:r="http://schemas.openxmlformats.org/officeDocument/2006/relationships" id="2147483714" r:id="Rd006786eccdd435c"/>
    <p:sldLayoutId xmlns:r="http://schemas.openxmlformats.org/officeDocument/2006/relationships" id="2147483715" r:id="R814fbcfc487a4ce2"/>
    <p:sldLayoutId xmlns:r="http://schemas.openxmlformats.org/officeDocument/2006/relationships" id="2147483716" r:id="Rba080d4239ab4ed9"/>
    <p:sldLayoutId xmlns:r="http://schemas.openxmlformats.org/officeDocument/2006/relationships" id="2147483717" r:id="R63a9039905ce45e3"/>
    <p:sldLayoutId xmlns:r="http://schemas.openxmlformats.org/officeDocument/2006/relationships" id="2147483718" r:id="Rb76d7988f7fd4bdc"/>
    <p:sldLayoutId xmlns:r="http://schemas.openxmlformats.org/officeDocument/2006/relationships" id="2147483719" r:id="R3100bdb335d2466c"/>
    <p:sldLayoutId xmlns:r="http://schemas.openxmlformats.org/officeDocument/2006/relationships" id="2147483720" r:id="R5eece79ad0e843d6"/>
    <p:sldLayoutId xmlns:r="http://schemas.openxmlformats.org/officeDocument/2006/relationships" id="2147483721" r:id="R222bfd7f09be4c33"/>
    <p:sldLayoutId xmlns:r="http://schemas.openxmlformats.org/officeDocument/2006/relationships" id="2147483722" r:id="Rbffce7cf87c848c7"/>
    <p:sldLayoutId xmlns:r="http://schemas.openxmlformats.org/officeDocument/2006/relationships" id="2147483723" r:id="R7d751a58dfc44304"/>
    <p:sldLayoutId xmlns:r="http://schemas.openxmlformats.org/officeDocument/2006/relationships" id="2147483724" r:id="R4cbc17d4c93c4f82"/>
    <p:sldLayoutId xmlns:r="http://schemas.openxmlformats.org/officeDocument/2006/relationships" id="2147483725" r:id="R8692a4752fee4e9a"/>
    <p:sldLayoutId xmlns:r="http://schemas.openxmlformats.org/officeDocument/2006/relationships" id="2147483726" r:id="Rbeebf65739f749aa"/>
    <p:sldLayoutId xmlns:r="http://schemas.openxmlformats.org/officeDocument/2006/relationships" id="2147483727" r:id="Re472b0235931422b"/>
    <p:sldLayoutId xmlns:r="http://schemas.openxmlformats.org/officeDocument/2006/relationships" id="2147483728" r:id="R8bcd1ac7cdfb495f"/>
    <p:sldLayoutId xmlns:r="http://schemas.openxmlformats.org/officeDocument/2006/relationships" id="2147483729" r:id="Rfaf817ba73a74e41"/>
    <p:sldLayoutId xmlns:r="http://schemas.openxmlformats.org/officeDocument/2006/relationships" id="2147483730" r:id="R0f5f145402c744ff"/>
    <p:sldLayoutId xmlns:r="http://schemas.openxmlformats.org/officeDocument/2006/relationships" id="2147483731" r:id="R553f159e18f64b05"/>
    <p:sldLayoutId xmlns:r="http://schemas.openxmlformats.org/officeDocument/2006/relationships" id="2147483732" r:id="R786c8862ee544305"/>
    <p:sldLayoutId xmlns:r="http://schemas.openxmlformats.org/officeDocument/2006/relationships" id="2147483733" r:id="R8cc63170b1014be7"/>
    <p:sldLayoutId xmlns:r="http://schemas.openxmlformats.org/officeDocument/2006/relationships" id="2147483734" r:id="R168da19561f34bca"/>
    <p:sldLayoutId xmlns:r="http://schemas.openxmlformats.org/officeDocument/2006/relationships" id="2147483735" r:id="Rc26bf9e2892f44d2"/>
    <p:sldLayoutId xmlns:r="http://schemas.openxmlformats.org/officeDocument/2006/relationships" id="2147483736" r:id="R7b482f59db674d33"/>
    <p:sldLayoutId xmlns:r="http://schemas.openxmlformats.org/officeDocument/2006/relationships" id="2147483737" r:id="R0ae4e27ca91e4394"/>
    <p:sldLayoutId xmlns:r="http://schemas.openxmlformats.org/officeDocument/2006/relationships" id="2147483738" r:id="R268a63238f0b458c"/>
    <p:sldLayoutId xmlns:r="http://schemas.openxmlformats.org/officeDocument/2006/relationships" id="2147483739" r:id="R2f599fa554dc493c"/>
    <p:sldLayoutId xmlns:r="http://schemas.openxmlformats.org/officeDocument/2006/relationships" id="2147483740" r:id="R06bb5e23e0844565"/>
    <p:sldLayoutId xmlns:r="http://schemas.openxmlformats.org/officeDocument/2006/relationships" id="2147483741" r:id="Ra8a65bf5012f4515"/>
    <p:sldLayoutId xmlns:r="http://schemas.openxmlformats.org/officeDocument/2006/relationships" id="2147483742" r:id="R4ddaf685ee9f489b"/>
    <p:sldLayoutId xmlns:r="http://schemas.openxmlformats.org/officeDocument/2006/relationships" id="2147483743" r:id="Rba12014d22ce4a12"/>
    <p:sldLayoutId xmlns:r="http://schemas.openxmlformats.org/officeDocument/2006/relationships" id="2147483744" r:id="R6c00e56c317f4b66"/>
    <p:sldLayoutId xmlns:r="http://schemas.openxmlformats.org/officeDocument/2006/relationships" id="2147483745" r:id="Rf7a9da3ba8124e12"/>
    <p:sldLayoutId xmlns:r="http://schemas.openxmlformats.org/officeDocument/2006/relationships" id="2147483746" r:id="Read6c038d76e495c"/>
    <p:sldLayoutId xmlns:r="http://schemas.openxmlformats.org/officeDocument/2006/relationships" id="2147483747" r:id="R85fa9f1f00244daf"/>
    <p:sldLayoutId xmlns:r="http://schemas.openxmlformats.org/officeDocument/2006/relationships" id="2147483748" r:id="Rb2d5a2608d2f46ee"/>
    <p:sldLayoutId xmlns:r="http://schemas.openxmlformats.org/officeDocument/2006/relationships" id="2147483749" r:id="R9e2ee25ed296457e"/>
    <p:sldLayoutId xmlns:r="http://schemas.openxmlformats.org/officeDocument/2006/relationships" id="2147483750" r:id="Rafa68f25988c4f5e"/>
    <p:sldLayoutId xmlns:r="http://schemas.openxmlformats.org/officeDocument/2006/relationships" id="2147483751" r:id="R6b7ba4bef46044ad"/>
  </p:sldLayoutIdLst>
  <p:hf hdr="0" dt="0"/>
  <p:txStyles>
    <p:titleStyle>
      <a:lvl1pPr xmlns:a="http://schemas.openxmlformats.org/drawingml/2006/main" algn="l" defTabSz="914400">
        <a:lnSpc>
          <a:spcPct val="95000"/>
        </a:lnSpc>
        <a:spcBef>
          <a:spcPct val="0"/>
        </a:spcBef>
        <a:buNone/>
        <a:defRPr sz="2400" b="1" i="0" kern="1200" baseline="0">
          <a:solidFill>
            <a:schemeClr val="tx1"/>
          </a:solidFill>
          <a:latin typeface="+mn-lt"/>
          <a:ea typeface="+mn-lt"/>
          <a:cs typeface="+mn-lt"/>
        </a:defRPr>
      </a:lvl1pPr>
    </p:titleStyle>
    <p:bodyStyle>
      <a:lvl1pPr xmlns:a="http://schemas.openxmlformats.org/drawingml/2006/main" marL="0" marR="0" indent="0" algn="l" defTabSz="914400">
        <a:lnSpc>
          <a:spcPct val="95000"/>
        </a:lnSpc>
        <a:spcBef>
          <a:spcPts val="600"/>
        </a:spcBef>
        <a:spcAft>
          <a:spcPts val="0"/>
        </a:spcAft>
        <a:buClrTx/>
        <a:buSzTx/>
        <a:buFont typeface="System Font Regular"/>
        <a:buNone/>
        <a:defRPr sz="1600" b="0" i="0" kern="1200">
          <a:solidFill>
            <a:schemeClr val="tx1"/>
          </a:solidFill>
          <a:latin typeface="Oracle Sans Tab"/>
          <a:ea typeface="Oracle Sans Tab"/>
          <a:cs typeface="Oracle Sans Tab"/>
        </a:defRPr>
      </a:lvl1pPr>
      <a:lvl2pPr xmlns:a="http://schemas.openxmlformats.org/drawingml/2006/main" marL="365760" marR="0" indent="-182880" algn="l" defTabSz="914400">
        <a:lnSpc>
          <a:spcPct val="95000"/>
        </a:lnSpc>
        <a:spcBef>
          <a:spcPts val="600"/>
        </a:spcBef>
        <a:spcAft>
          <a:spcPts val="0"/>
        </a:spcAft>
        <a:buClrTx/>
        <a:buSzPct val="100000"/>
        <a:buFont typeface="Arial"/>
        <a:buChar char="•"/>
        <a:defRPr sz="1600" b="0" i="0" kern="1200">
          <a:solidFill>
            <a:schemeClr val="tx1"/>
          </a:solidFill>
          <a:latin typeface="Oracle Sans"/>
          <a:ea typeface="Oracle Sans"/>
          <a:cs typeface="Oracle Sans"/>
        </a:defRPr>
      </a:lvl2pPr>
      <a:lvl3pPr xmlns:a="http://schemas.openxmlformats.org/drawingml/2006/main" marL="547688" marR="0" indent="-182563" algn="l" defTabSz="914400">
        <a:lnSpc>
          <a:spcPct val="95000"/>
        </a:lnSpc>
        <a:spcBef>
          <a:spcPts val="400"/>
        </a:spcBef>
        <a:spcAft>
          <a:spcPts val="0"/>
        </a:spcAft>
        <a:buClrTx/>
        <a:buSzPct val="100000"/>
        <a:buFont typeface="System Font Regular"/>
        <a:buChar char="-"/>
        <a:defRPr sz="1600" b="0" i="0" kern="1200">
          <a:solidFill>
            <a:schemeClr val="tx1"/>
          </a:solidFill>
          <a:latin typeface="Oracle Sans"/>
          <a:ea typeface="Oracle Sans"/>
          <a:cs typeface="Oracle Sans"/>
        </a:defRPr>
      </a:lvl3pPr>
      <a:lvl4pPr xmlns:a="http://schemas.openxmlformats.org/drawingml/2006/main" marL="730250" marR="0" indent="-182563" algn="l" defTabSz="914400">
        <a:lnSpc>
          <a:spcPct val="95000"/>
        </a:lnSpc>
        <a:spcBef>
          <a:spcPts val="400"/>
        </a:spcBef>
        <a:spcAft>
          <a:spcPts val="0"/>
        </a:spcAft>
        <a:buClrTx/>
        <a:buSzPct val="100000"/>
        <a:buFont typeface="Arial"/>
        <a:buChar char="•"/>
        <a:defRPr sz="1600" b="0" i="0" kern="1200">
          <a:solidFill>
            <a:schemeClr val="tx1"/>
          </a:solidFill>
          <a:latin typeface="Oracle Sans"/>
          <a:ea typeface="Oracle Sans"/>
          <a:cs typeface="Oracle Sans"/>
        </a:defRPr>
      </a:lvl4pPr>
      <a:lvl5pPr xmlns:a="http://schemas.openxmlformats.org/drawingml/2006/main" marL="914400" marR="0" indent="-182880" algn="l" defTabSz="914400">
        <a:lnSpc>
          <a:spcPct val="95000"/>
        </a:lnSpc>
        <a:spcBef>
          <a:spcPts val="400"/>
        </a:spcBef>
        <a:spcAft>
          <a:spcPts val="0"/>
        </a:spcAft>
        <a:buClrTx/>
        <a:buSzTx/>
        <a:buFont typeface="System Font Regular"/>
        <a:buChar char="-"/>
        <a:defRPr sz="1600" b="0" i="0" kern="1200">
          <a:solidFill>
            <a:schemeClr val="tx1"/>
          </a:solidFill>
          <a:latin typeface="Oracle Sans"/>
          <a:ea typeface="Oracle Sans"/>
          <a:cs typeface="Oracle Sans"/>
        </a:defRPr>
      </a:lvl5pPr>
      <a:lvl6pPr xmlns:a="http://schemas.openxmlformats.org/drawingml/2006/main" marL="1097280" indent="-182880" algn="l" defTabSz="914400">
        <a:lnSpc>
          <a:spcPct val="95000"/>
        </a:lnSpc>
        <a:spcBef>
          <a:spcPts val="400"/>
        </a:spcBef>
        <a:spcAft>
          <a:spcPts val="0"/>
        </a:spcAft>
        <a:buSzPct val="100000"/>
        <a:buFont typeface="Arial"/>
        <a:buChar char="•"/>
        <a:defRPr sz="1600" b="0" i="0" kern="1200">
          <a:solidFill>
            <a:schemeClr val="tx1"/>
          </a:solidFill>
          <a:latin typeface="Oracle Sans"/>
          <a:ea typeface="Oracle Sans"/>
          <a:cs typeface="Oracle Sans"/>
        </a:defRPr>
      </a:lvl6pPr>
      <a:lvl7pPr xmlns:a="http://schemas.openxmlformats.org/drawingml/2006/main" marL="1280160" indent="-182880" algn="l" defTabSz="914400">
        <a:lnSpc>
          <a:spcPct val="95000"/>
        </a:lnSpc>
        <a:spcBef>
          <a:spcPts val="400"/>
        </a:spcBef>
        <a:spcAft>
          <a:spcPts val="0"/>
        </a:spcAft>
        <a:buFont typeface="System Font Regular"/>
        <a:buChar char="-"/>
        <a:defRPr sz="1600" b="0" i="0" kern="1200">
          <a:solidFill>
            <a:schemeClr val="tx1"/>
          </a:solidFill>
          <a:latin typeface="Oracle Sans"/>
          <a:ea typeface="Oracle Sans"/>
          <a:cs typeface="Oracle Sans"/>
        </a:defRPr>
      </a:lvl7pPr>
      <a:lvl8pPr xmlns:a="http://schemas.openxmlformats.org/drawingml/2006/main" marL="1604963" indent="-203200" algn="l" defTabSz="914400">
        <a:lnSpc>
          <a:spcPct val="90000"/>
        </a:lnSpc>
        <a:spcBef>
          <a:spcPts val="500"/>
        </a:spcBef>
        <a:buFont typeface="Arial"/>
        <a:buChar char="•"/>
        <a:defRPr sz="1600" b="0" i="0" kern="1200">
          <a:solidFill>
            <a:schemeClr val="tx1"/>
          </a:solidFill>
          <a:latin typeface="Oracle Sans"/>
          <a:ea typeface="Oracle Sans"/>
          <a:cs typeface="Oracle Sans"/>
        </a:defRPr>
      </a:lvl8pPr>
      <a:lvl9pPr xmlns:a="http://schemas.openxmlformats.org/drawingml/2006/main" marL="1889125" indent="-203200" algn="l" defTabSz="914400">
        <a:lnSpc>
          <a:spcPct val="90000"/>
        </a:lnSpc>
        <a:spcBef>
          <a:spcPts val="500"/>
        </a:spcBef>
        <a:buFont typeface="System Font Regular"/>
        <a:buChar char="-"/>
        <a:defRPr sz="1600" b="0" i="0" kern="1200">
          <a:solidFill>
            <a:schemeClr val="tx1"/>
          </a:solidFill>
          <a:latin typeface="+mn-lt"/>
          <a:ea typeface="+mn-lt"/>
          <a:cs typeface="+mn-lt"/>
        </a:defRPr>
      </a:lvl9pPr>
    </p:bodyStyle>
    <p:otherStyle>
      <a:lvl1pPr xmlns:a="http://schemas.openxmlformats.org/drawingml/2006/main" marL="0" algn="l" defTabSz="914400">
        <a:buNone/>
        <a:defRPr sz="1800" kern="1200">
          <a:solidFill>
            <a:schemeClr val="tx1"/>
          </a:solidFill>
          <a:latin typeface="+mn-lt"/>
          <a:ea typeface="+mn-lt"/>
          <a:cs typeface="+mn-lt"/>
        </a:defRPr>
      </a:lvl1pPr>
      <a:lvl2pPr xmlns:a="http://schemas.openxmlformats.org/drawingml/2006/main" marL="457200" algn="l" defTabSz="914400">
        <a:buNone/>
        <a:defRPr sz="1800" kern="1200">
          <a:solidFill>
            <a:schemeClr val="tx1"/>
          </a:solidFill>
          <a:latin typeface="+mn-lt"/>
          <a:ea typeface="+mn-lt"/>
          <a:cs typeface="+mn-lt"/>
        </a:defRPr>
      </a:lvl2pPr>
      <a:lvl3pPr xmlns:a="http://schemas.openxmlformats.org/drawingml/2006/main" marL="914400" algn="l" defTabSz="914400">
        <a:buNone/>
        <a:defRPr sz="1800" kern="1200">
          <a:solidFill>
            <a:schemeClr val="tx1"/>
          </a:solidFill>
          <a:latin typeface="+mn-lt"/>
          <a:ea typeface="+mn-lt"/>
          <a:cs typeface="+mn-lt"/>
        </a:defRPr>
      </a:lvl3pPr>
      <a:lvl4pPr xmlns:a="http://schemas.openxmlformats.org/drawingml/2006/main" marL="1371600" algn="l" defTabSz="914400">
        <a:buNone/>
        <a:defRPr sz="1800" kern="1200">
          <a:solidFill>
            <a:schemeClr val="tx1"/>
          </a:solidFill>
          <a:latin typeface="+mn-lt"/>
          <a:ea typeface="+mn-lt"/>
          <a:cs typeface="+mn-lt"/>
        </a:defRPr>
      </a:lvl4pPr>
      <a:lvl5pPr xmlns:a="http://schemas.openxmlformats.org/drawingml/2006/main" marL="1828800" algn="l" defTabSz="914400">
        <a:buNone/>
        <a:defRPr sz="1800" kern="1200">
          <a:solidFill>
            <a:schemeClr val="tx1"/>
          </a:solidFill>
          <a:latin typeface="+mn-lt"/>
          <a:ea typeface="+mn-lt"/>
          <a:cs typeface="+mn-lt"/>
        </a:defRPr>
      </a:lvl5pPr>
      <a:lvl6pPr xmlns:a="http://schemas.openxmlformats.org/drawingml/2006/main" marL="2286000" algn="l" defTabSz="914400">
        <a:buNone/>
        <a:defRPr sz="1800" kern="1200">
          <a:solidFill>
            <a:schemeClr val="tx1"/>
          </a:solidFill>
          <a:latin typeface="+mn-lt"/>
          <a:ea typeface="+mn-lt"/>
          <a:cs typeface="+mn-lt"/>
        </a:defRPr>
      </a:lvl6pPr>
      <a:lvl7pPr xmlns:a="http://schemas.openxmlformats.org/drawingml/2006/main" marL="2743200" algn="l" defTabSz="914400">
        <a:buNone/>
        <a:defRPr sz="1800" kern="1200">
          <a:solidFill>
            <a:schemeClr val="tx1"/>
          </a:solidFill>
          <a:latin typeface="+mn-lt"/>
          <a:ea typeface="+mn-lt"/>
          <a:cs typeface="+mn-lt"/>
        </a:defRPr>
      </a:lvl7pPr>
      <a:lvl8pPr xmlns:a="http://schemas.openxmlformats.org/drawingml/2006/main" marL="3200400" algn="l" defTabSz="914400">
        <a:buNone/>
        <a:defRPr sz="1800" kern="1200">
          <a:solidFill>
            <a:schemeClr val="tx1"/>
          </a:solidFill>
          <a:latin typeface="+mn-lt"/>
          <a:ea typeface="+mn-lt"/>
          <a:cs typeface="+mn-lt"/>
        </a:defRPr>
      </a:lvl8pPr>
      <a:lvl9pPr xmlns:a="http://schemas.openxmlformats.org/drawingml/2006/main" marL="3657600" algn="l" defTabSz="914400">
        <a:buNone/>
        <a:defRPr sz="1800" kern="1200">
          <a:solidFill>
            <a:schemeClr val="tx1"/>
          </a:solidFill>
          <a:latin typeface="+mn-lt"/>
          <a:ea typeface="+mn-lt"/>
          <a:cs typeface="+mn-lt"/>
        </a:defRPr>
      </a:lvl9pPr>
    </p:otherStyle>
  </p:txStyles>
  <p:extLst>
    <p:ext uri="{27BBF7A9-308A-43DC-89C8-2F10F3537804}">
      <p15:sldGuideLst xmlns:p15="http://schemas.microsoft.com/office/powerpoint/2012/main">
        <p15:guide id="1" orient="horz" pos="2160" userDrawn="1">
          <p15:clr>
            <a:srgbClr xmlns:a="http://schemas.openxmlformats.org/drawingml/2006/main" val="F26B43"/>
          </p15:clr>
        </p15:guide>
        <p15:guide id="2" pos="3840" userDrawn="1">
          <p15:clr>
            <a:srgbClr xmlns:a="http://schemas.openxmlformats.org/drawingml/2006/main" val="F26B43"/>
          </p15:clr>
        </p15:guide>
        <p15:guide id="3" orient="horz" pos="1008" userDrawn="1">
          <p15:clr>
            <a:srgbClr xmlns:a="http://schemas.openxmlformats.org/drawingml/2006/main" val="5ACBF0"/>
          </p15:clr>
        </p15:guide>
        <p15:guide id="4" orient="horz" pos="3852" userDrawn="1">
          <p15:clr>
            <a:srgbClr xmlns:a="http://schemas.openxmlformats.org/drawingml/2006/main" val="F26B43"/>
          </p15:clr>
        </p15:guide>
        <p15:guide id="5" pos="480" userDrawn="1">
          <p15:clr>
            <a:srgbClr xmlns:a="http://schemas.openxmlformats.org/drawingml/2006/main" val="F26B43"/>
          </p15:clr>
        </p15:guide>
        <p15:guide id="6" orient="horz" pos="795" userDrawn="1">
          <p15:clr>
            <a:srgbClr xmlns:a="http://schemas.openxmlformats.org/drawingml/2006/main" val="F26B43"/>
          </p15:clr>
        </p15:guide>
        <p15:guide id="7" orient="horz" pos="590" userDrawn="1">
          <p15:clr>
            <a:srgbClr xmlns:a="http://schemas.openxmlformats.org/drawingml/2006/main" val="F26B43"/>
          </p15:clr>
        </p15:guide>
        <p15:guide id="8" pos="7212" userDrawn="1">
          <p15:clr>
            <a:srgbClr xmlns:a="http://schemas.openxmlformats.org/drawingml/2006/main" val="F26B43"/>
          </p15:clr>
        </p15:guide>
      </p15:sldGuideLst>
    </p:ext>
  </p:extLst>
</p:sldMaster>
</file>

<file path=ppt/slideMasters/theme/theme2.xml><?xml version="1.0" encoding="utf-8"?>
<a:theme xmlns:a="http://schemas.openxmlformats.org/drawingml/2006/main" name="Oracle-FY26-7.9">
  <a:themeElements>
    <a:clrScheme name="Custom 43">
      <a:dk1>
        <a:srgbClr val="2A2F2F"/>
      </a:dk1>
      <a:lt1>
        <a:srgbClr val="FFFFFF"/>
      </a:lt1>
      <a:dk2>
        <a:srgbClr val="2A2F2F"/>
      </a:dk2>
      <a:lt2>
        <a:srgbClr val="FBF9F8"/>
      </a:lt2>
      <a:accent1>
        <a:srgbClr val="04536F"/>
      </a:accent1>
      <a:accent2>
        <a:srgbClr val="6C3F49"/>
      </a:accent2>
      <a:accent3>
        <a:srgbClr val="C74634"/>
      </a:accent3>
      <a:accent4>
        <a:srgbClr val="F0CC71"/>
      </a:accent4>
      <a:accent5>
        <a:srgbClr val="89B2B0"/>
      </a:accent5>
      <a:accent6>
        <a:srgbClr val="86B596"/>
      </a:accent6>
      <a:hlink>
        <a:srgbClr val="00688C"/>
      </a:hlink>
      <a:folHlink>
        <a:srgbClr val="F0CC71"/>
      </a:folHlink>
    </a:clrScheme>
    <a:fontScheme name="Oracle Pillars">
      <a:majorFont>
        <a:latin typeface="Georgia"/>
        <a:ea typeface=""/>
        <a:cs typeface=""/>
      </a:majorFont>
      <a:minorFont>
        <a:latin typeface="Oracle Sans Tab"/>
        <a:ea typeface=""/>
        <a:cs typeface=""/>
      </a:minorFont>
    </a:fontScheme>
    <a:fmtScheme name="Custom 43">
      <a:fillStyleLst>
        <a:solidFill>
          <a:schemeClr val="phClr"/>
        </a:solidFill>
        <a:solidFill>
          <a:schemeClr val="phClr">
            <a:tint val="50000"/>
          </a:schemeClr>
        </a:solidFill>
        <a:solidFill>
          <a:schemeClr val="phClr">
            <a:shade val="65000"/>
          </a:schemeClr>
        </a:solidFill>
      </a:fillStyleLst>
      <a:lnStyleLst>
        <a:ln w="3175">
          <a:solidFill>
            <a:schemeClr val="phClr">
              <a:shade val="65000"/>
            </a:schemeClr>
          </a:solidFill>
          <a:prstDash val="solid"/>
        </a:ln>
        <a:ln w="3175">
          <a:solidFill>
            <a:schemeClr val="phClr"/>
          </a:solidFill>
          <a:prstDash val="solid"/>
        </a:ln>
        <a:ln w="0">
          <a:noFill/>
        </a:ln>
      </a:lnStyleLst>
      <a:effectStyleLst>
        <a:effectStyle>
          <a:effectLst/>
        </a:effectStyle>
        <a:effectStyle>
          <a:effectLst/>
        </a:effectStyle>
        <a:effectStyle>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2.xml" Id="Rddcacaa70dd44d74" /><Relationship Type="http://schemas.openxmlformats.org/officeDocument/2006/relationships/notesSlide" Target="/ppt/notesSlides/notesSlide1.xml" Id="Rcfe0bc9ef3644d20" /></Relationships>
</file>

<file path=ppt/slides/_rels/slide2.xml.rels>&#65279;<?xml version="1.0" encoding="utf-8"?><Relationships xmlns="http://schemas.openxmlformats.org/package/2006/relationships"><Relationship Type="http://schemas.openxmlformats.org/officeDocument/2006/relationships/slideLayout" Target="/ppt/slideLayouts/slideLayout67.xml" Id="R33dab19044d4465c" /><Relationship Type="http://schemas.openxmlformats.org/officeDocument/2006/relationships/notesSlide" Target="/ppt/notesSlides/notesSlide2.xml" Id="Rdb3a13ed53fe48e0" /></Relationships>
</file>

<file path=ppt/slides/_rels/slide3.xml.rels>&#65279;<?xml version="1.0" encoding="utf-8"?><Relationships xmlns="http://schemas.openxmlformats.org/package/2006/relationships"><Relationship Type="http://schemas.openxmlformats.org/officeDocument/2006/relationships/slideLayout" Target="/ppt/slideLayouts/slideLayout59.xml" Id="R848bc92107a34c11" /><Relationship Type="http://schemas.openxmlformats.org/officeDocument/2006/relationships/notesSlide" Target="/ppt/notesSlides/notesSlide3.xml" Id="R0719c1118c204b2b" /></Relationships>
</file>

<file path=ppt/slides/_rels/slide4.xml.rels>&#65279;<?xml version="1.0" encoding="utf-8"?><Relationships xmlns="http://schemas.openxmlformats.org/package/2006/relationships"><Relationship Type="http://schemas.openxmlformats.org/officeDocument/2006/relationships/slideLayout" Target="/ppt/slideLayouts/slideLayout69.xml" Id="Rfc89c7c6e3a6469c" /><Relationship Type="http://schemas.openxmlformats.org/officeDocument/2006/relationships/notesSlide" Target="/ppt/notesSlides/notesSlide4.xml" Id="R20b60269035748d1" /></Relationships>
</file>

<file path=ppt/slides/_rels/slide5.xml.rels>&#65279;<?xml version="1.0" encoding="utf-8"?><Relationships xmlns="http://schemas.openxmlformats.org/package/2006/relationships"><Relationship Type="http://schemas.openxmlformats.org/officeDocument/2006/relationships/slideLayout" Target="/ppt/slideLayouts/slideLayout65.xml" Id="R36aa86cc296740ac" /><Relationship Type="http://schemas.openxmlformats.org/officeDocument/2006/relationships/notesSlide" Target="/ppt/notesSlides/notesSlide5.xml" Id="Rb1deeba0c5d04d66" /></Relationships>
</file>

<file path=ppt/slides/_rels/slide6.xml.rels>&#65279;<?xml version="1.0" encoding="utf-8"?><Relationships xmlns="http://schemas.openxmlformats.org/package/2006/relationships"><Relationship Type="http://schemas.openxmlformats.org/officeDocument/2006/relationships/slideLayout" Target="/ppt/slideLayouts/slideLayout67.xml" Id="R10361404341b48e1" /><Relationship Type="http://schemas.openxmlformats.org/officeDocument/2006/relationships/image" Target="/ppt/media/image21.png" Id="R7ea1eb65295248b6" /><Relationship Type="http://schemas.openxmlformats.org/officeDocument/2006/relationships/notesSlide" Target="/ppt/notesSlides/notesSlide6.xml" Id="R67b5e39f0275453d" /></Relationships>
</file>

<file path=ppt/slides/_rels/slide7.xml.rels>&#65279;<?xml version="1.0" encoding="utf-8"?><Relationships xmlns="http://schemas.openxmlformats.org/package/2006/relationships"><Relationship Type="http://schemas.openxmlformats.org/officeDocument/2006/relationships/slideLayout" Target="/ppt/slideLayouts/slideLayout67.xml" Id="R2c03a2a0693b44f0" /><Relationship Type="http://schemas.openxmlformats.org/officeDocument/2006/relationships/notesSlide" Target="/ppt/notesSlides/notesSlide7.xml" Id="R9182878f86ee40c2" /></Relationships>
</file>

<file path=ppt/slides/_rels/slide8.xml.rels>&#65279;<?xml version="1.0" encoding="utf-8"?><Relationships xmlns="http://schemas.openxmlformats.org/package/2006/relationships"><Relationship Type="http://schemas.openxmlformats.org/officeDocument/2006/relationships/slideLayout" Target="/ppt/slideLayouts/slideLayout67.xml" Id="Ra110824683ba4527" /><Relationship Type="http://schemas.openxmlformats.org/officeDocument/2006/relationships/notesSlide" Target="/ppt/notesSlides/notesSlide8.xml" Id="Raf56477b114c40b4" /></Relationships>
</file>

<file path=ppt/slides/_rels/slide9.xml.rels>&#65279;<?xml version="1.0" encoding="utf-8"?><Relationships xmlns="http://schemas.openxmlformats.org/package/2006/relationships"><Relationship Type="http://schemas.openxmlformats.org/officeDocument/2006/relationships/slideLayout" Target="/ppt/slideLayouts/slideLayout59.xml" Id="R5b11b8e6e13246f3" /><Relationship Type="http://schemas.openxmlformats.org/officeDocument/2006/relationships/notesSlide" Target="/ppt/notesSlides/notesSlide9.xml" Id="R5dd9a81265dd4085"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01.xml" Id="R6bcf20f556484880" /><Relationship Type="http://schemas.openxmlformats.org/officeDocument/2006/relationships/notesSlide" Target="/ppt/notesSlides/notesSlide10.xml" Id="Rcd3d68cbf5a44b43" /></Relationships>
</file>

<file path=ppt/slides/slide1.xml><?xml version="1.0" encoding="utf-8"?>
<p:sld xmlns:p="http://schemas.openxmlformats.org/presentationml/2006/main">
  <p:cSld>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78C11F99-03D3-469F-A4F0-CA2E408D8BD1}"/>
              </a:ext>
            </a:extLst>
          </p:cNvPr>
          <p:cNvSpPr>
            <a:spLocks xmlns:a="http://schemas.openxmlformats.org/drawingml/2006/main" noGrp="1"/>
          </p:cNvSpPr>
          <p:nvPr>
            <p:ph type="ctrTitle" idx="0"/>
          </p:nvPr>
        </p:nvSpPr>
        <p:spPr/>
        <p:txBody>
          <a:bodyPr xmlns:a="http://schemas.openxmlformats.org/drawingml/2006/main" wrap="square"/>
          <a:lstStyle xmlns:a="http://schemas.openxmlformats.org/drawingml/2006/main"/>
          <a:p xmlns:a="http://schemas.openxmlformats.org/drawingml/2006/main">
            <a:pPr>
              <a:buNone/>
              <a:defRPr>
                <a:solidFill>
                  <a:srgbClr val="1F2933"/>
                </a:solidFill>
              </a:defRPr>
            </a:pPr>
            <a:r>
              <a:rPr>
                <a:solidFill>
                  <a:srgbClr val="1F2933"/>
                </a:solidFill>
              </a:rPr>
              <a:t>From data foundation to financial investigation</a:t>
            </a:r>
          </a:p>
        </p:txBody>
      </p:sp>
      <p:sp>
        <p:nvSpPr>
          <p:cNvPr id="3" name="Text Placeholder 2">
            <a:extLst xmlns:a="http://schemas.openxmlformats.org/drawingml/2006/main">
              <a:ext uri="{FF2B5EF4-FFF2-40B4-BE49-F238E27FC236}">
                <a16:creationId xmlns:a16="http://schemas.microsoft.com/office/drawing/2014/main" id="{129E22EE-7386-445B-BADE-5DFC1A2E4A17}"/>
              </a:ext>
            </a:extLst>
          </p:cNvPr>
          <p:cNvSpPr>
            <a:spLocks xmlns:a="http://schemas.openxmlformats.org/drawingml/2006/main" noGrp="1"/>
          </p:cNvSpPr>
          <p:nvPr>
            <p:ph type="body" idx="33"/>
          </p:nvPr>
        </p:nvSpPr>
        <p:spPr>
          <a:xfrm xmlns:a="http://schemas.openxmlformats.org/drawingml/2006/main">
            <a:off x="790575" y="3571875"/>
            <a:ext cx="6381750" cy="361950"/>
          </a:xfrm>
        </p:spPr>
        <p:txBody>
          <a:bodyPr xmlns:a="http://schemas.openxmlformats.org/drawingml/2006/main" wrap="square"/>
          <a:lstStyle xmlns:a="http://schemas.openxmlformats.org/drawingml/2006/main">
            <a:defPPr>
              <a:defRPr sz="1800">
                <a:solidFill>
                  <a:srgbClr val="312D2A"/>
                </a:solidFill>
              </a:defRPr>
            </a:defPPr>
            <a:lvl1pPr>
              <a:defRPr sz="1800">
                <a:solidFill>
                  <a:srgbClr val="312D2A"/>
                </a:solidFill>
              </a:defRPr>
            </a:lvl1pPr>
            <a:lvl2pPr>
              <a:defRPr sz="1800">
                <a:solidFill>
                  <a:srgbClr val="312D2A"/>
                </a:solidFill>
              </a:defRPr>
            </a:lvl2pPr>
            <a:lvl3pPr>
              <a:defRPr sz="1800">
                <a:solidFill>
                  <a:srgbClr val="312D2A"/>
                </a:solidFill>
              </a:defRPr>
            </a:lvl3pPr>
            <a:lvl4pPr>
              <a:defRPr sz="1800">
                <a:solidFill>
                  <a:srgbClr val="312D2A"/>
                </a:solidFill>
              </a:defRPr>
            </a:lvl4pPr>
            <a:lvl5pPr>
              <a:defRPr sz="1800">
                <a:solidFill>
                  <a:srgbClr val="312D2A"/>
                </a:solidFill>
              </a:defRPr>
            </a:lvl5pPr>
            <a:lvl6pPr>
              <a:defRPr sz="1800">
                <a:solidFill>
                  <a:srgbClr val="312D2A"/>
                </a:solidFill>
              </a:defRPr>
            </a:lvl6pPr>
            <a:lvl7pPr>
              <a:defRPr sz="1800">
                <a:solidFill>
                  <a:srgbClr val="312D2A"/>
                </a:solidFill>
              </a:defRPr>
            </a:lvl7pPr>
            <a:lvl8pPr>
              <a:defRPr sz="1800">
                <a:solidFill>
                  <a:srgbClr val="312D2A"/>
                </a:solidFill>
              </a:defRPr>
            </a:lvl8pPr>
            <a:lvl9pPr>
              <a:defRPr sz="1800">
                <a:solidFill>
                  <a:srgbClr val="312D2A"/>
                </a:solidFill>
              </a:defRPr>
            </a:lvl9pPr>
          </a:lstStyle>
          <a:p xmlns:a="http://schemas.openxmlformats.org/drawingml/2006/main">
            <a:pPr>
              <a:buNone/>
              <a:defRPr sz="1800">
                <a:solidFill>
                  <a:srgbClr val="312D2A"/>
                </a:solidFill>
              </a:defRPr>
            </a:pPr>
            <a:r>
              <a:rPr sz="1800">
                <a:solidFill>
                  <a:srgbClr val="312D2A"/>
                </a:solidFill>
              </a:rPr>
              <a:t>Oracle AI Data Platform • Meridian Demo Bank</a:t>
            </a:r>
          </a:p>
        </p:txBody>
      </p:sp>
      <p:sp>
        <p:nvSpPr>
          <p:cNvPr id="4" name="Text Placeholder 3">
            <a:extLst xmlns:a="http://schemas.openxmlformats.org/drawingml/2006/main">
              <a:ext uri="{FF2B5EF4-FFF2-40B4-BE49-F238E27FC236}">
                <a16:creationId xmlns:a16="http://schemas.microsoft.com/office/drawing/2014/main" id="{3641F5B1-3180-4C62-ABC2-7775F937B7F4}"/>
              </a:ext>
            </a:extLst>
          </p:cNvPr>
          <p:cNvSpPr>
            <a:spLocks xmlns:a="http://schemas.openxmlformats.org/drawingml/2006/main" noGrp="1"/>
          </p:cNvSpPr>
          <p:nvPr>
            <p:ph type="body" idx="35"/>
          </p:nvPr>
        </p:nvSpPr>
        <p:spPr/>
        <p:txBody>
          <a:bodyPr xmlns:a="http://schemas.openxmlformats.org/drawingml/2006/main"/>
          <a:lstStyle xmlns:a="http://schemas.openxmlformats.org/drawingml/2006/main"/>
          <a:p xmlns:a="http://schemas.openxmlformats.org/drawingml/2006/main"/>
        </p:txBody>
      </p:sp>
      <p:sp>
        <p:nvSpPr>
          <p:cNvPr id="5" name="Text Placeholder 4">
            <a:extLst xmlns:a="http://schemas.openxmlformats.org/drawingml/2006/main">
              <a:ext uri="{FF2B5EF4-FFF2-40B4-BE49-F238E27FC236}">
                <a16:creationId xmlns:a16="http://schemas.microsoft.com/office/drawing/2014/main" id="{7BCE0490-7CC3-425C-A535-D0AB1B7044AB}"/>
              </a:ext>
            </a:extLst>
          </p:cNvPr>
          <p:cNvSpPr>
            <a:spLocks xmlns:a="http://schemas.openxmlformats.org/drawingml/2006/main" noGrp="1"/>
          </p:cNvSpPr>
          <p:nvPr>
            <p:ph type="body" idx="34"/>
          </p:nvPr>
        </p:nvSpPr>
        <p:spPr/>
        <p:txBody>
          <a:bodyPr xmlns:a="http://schemas.openxmlformats.org/drawingml/2006/main"/>
          <a:lstStyle xmlns:a="http://schemas.openxmlformats.org/drawingml/2006/main"/>
          <a:p xmlns:a="http://schemas.openxmlformats.org/drawingml/2006/main"/>
        </p:txBody>
      </p:sp>
      <p:sp>
        <p:nvSpPr>
          <p:cNvPr id="6" name="TextBox 5">
            <a:extLst xmlns:a="http://schemas.openxmlformats.org/drawingml/2006/main">
              <a:ext uri="{FF2B5EF4-FFF2-40B4-BE49-F238E27FC236}">
                <a16:creationId xmlns:a16="http://schemas.microsoft.com/office/drawing/2014/main" id="{46C28F53-09A8-41E8-B970-1E8E595F37B3}"/>
              </a:ext>
            </a:extLst>
          </p:cNvPr>
          <p:cNvSpPr>
            <a:spLocks xmlns:a="http://schemas.openxmlformats.org/drawingml/2006/main" noGrp="1"/>
          </p:cNvSpPr>
          <p:nvPr/>
        </p:nvSpPr>
        <p:spPr>
          <a:xfrm xmlns:a="http://schemas.openxmlformats.org/drawingml/2006/main">
            <a:off x="1124712" y="6428232"/>
            <a:ext cx="9326880" cy="219456"/>
          </a:xfrm>
          <a:prstGeom xmlns:a="http://schemas.openxmlformats.org/drawingml/2006/main" prst="rect">
            <a:avLst/>
          </a:prstGeom>
          <a:noFill xmlns:a="http://schemas.openxmlformats.org/drawingml/2006/main"/>
        </p:spPr>
        <p:txBody>
          <a:bodyPr xmlns:a="http://schemas.openxmlformats.org/drawingml/2006/main" wrap="none" lIns="0" tIns="0" rIns="0" bIns="0" anchor="ctr">
            <a:spAutoFit/>
          </a:bodyPr>
          <a:lstStyle xmlns:a="http://schemas.openxmlformats.org/drawingml/2006/main"/>
          <a:p xmlns:a="http://schemas.openxmlformats.org/drawingml/2006/main">
            <a:pPr>
              <a:buNone/>
              <a:defRPr sz="900">
                <a:solidFill>
                  <a:srgbClr val="666666"/>
                </a:solidFill>
              </a:defRPr>
            </a:pPr>
            <a:r>
              <a:t>Abhijit Khuperkar | Reference implementation</a:t>
            </a:r>
          </a:p>
        </p:txBody>
      </p:sp>
      <p:sp>
        <p:nvSpPr>
          <p:cNvPr id="7" name="TextBox 6">
            <a:extLst xmlns:a="http://schemas.openxmlformats.org/drawingml/2006/main">
              <a:ext uri="{FF2B5EF4-FFF2-40B4-BE49-F238E27FC236}">
                <a16:creationId xmlns:a16="http://schemas.microsoft.com/office/drawing/2014/main" id="{51EB23EB-24E0-4CA2-9EED-75B026037A06}"/>
              </a:ext>
            </a:extLst>
          </p:cNvPr>
          <p:cNvSpPr>
            <a:spLocks xmlns:a="http://schemas.openxmlformats.org/drawingml/2006/main" noGrp="1"/>
          </p:cNvSpPr>
          <p:nvPr/>
        </p:nvSpPr>
        <p:spPr>
          <a:xfrm xmlns:a="http://schemas.openxmlformats.org/drawingml/2006/main">
            <a:off x="758952" y="6428232"/>
            <a:ext cx="274320" cy="219456"/>
          </a:xfrm>
          <a:prstGeom xmlns:a="http://schemas.openxmlformats.org/drawingml/2006/main" prst="rect">
            <a:avLst/>
          </a:prstGeom>
          <a:noFill xmlns:a="http://schemas.openxmlformats.org/drawingml/2006/main"/>
        </p:spPr>
        <p:txBody>
          <a:bodyPr xmlns:a="http://schemas.openxmlformats.org/drawingml/2006/main" wrap="none" lIns="0" tIns="0" rIns="0" bIns="0" anchor="ctr">
            <a:spAutoFit/>
          </a:bodyPr>
          <a:lstStyle xmlns:a="http://schemas.openxmlformats.org/drawingml/2006/main"/>
          <a:p xmlns:a="http://schemas.openxmlformats.org/drawingml/2006/main">
            <a:pPr>
              <a:buNone/>
              <a:defRPr sz="900">
                <a:solidFill>
                  <a:srgbClr val="666666"/>
                </a:solidFill>
              </a:defRPr>
            </a:pPr>
            <a:r>
              <a:t>1</a:t>
            </a:r>
          </a:p>
        </p:txBody>
      </p:sp>
      <p:sp>
        <p:nvSpPr>
          <p:cNvPr id="8" name="">
            <a:extLst xmlns:a="http://schemas.openxmlformats.org/drawingml/2006/main">
              <a:ext uri="{FF2B5EF4-FFF2-40B4-BE49-F238E27FC236}">
                <a16:creationId xmlns:a16="http://schemas.microsoft.com/office/drawing/2014/main" id="{B014A4F6-F58B-4055-BA2F-DC0BB112FF02}"/>
              </a:ext>
            </a:extLst>
          </p:cNvPr>
          <p:cNvSpPr>
            <a:spLocks xmlns:a="http://schemas.openxmlformats.org/drawingml/2006/main" noGrp="1"/>
          </p:cNvSpPr>
          <p:nvPr/>
        </p:nvSpPr>
        <p:spPr>
          <a:xfrm xmlns:a="http://schemas.openxmlformats.org/drawingml/2006/main">
            <a:off x="800100" y="4972050"/>
            <a:ext cx="6191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1425" b="0">
                <a:solidFill>
                  <a:srgbClr val="6C655F"/>
                </a:solidFill>
              </a:defRPr>
            </a:defPPr>
            <a:lvl1pPr>
              <a:defRPr sz="1425" b="0">
                <a:solidFill>
                  <a:srgbClr val="6C655F"/>
                </a:solidFill>
              </a:defRPr>
            </a:lvl1pPr>
            <a:lvl2pPr>
              <a:defRPr sz="1425" b="0">
                <a:solidFill>
                  <a:srgbClr val="6C655F"/>
                </a:solidFill>
              </a:defRPr>
            </a:lvl2pPr>
            <a:lvl3pPr>
              <a:defRPr sz="1425" b="0">
                <a:solidFill>
                  <a:srgbClr val="6C655F"/>
                </a:solidFill>
              </a:defRPr>
            </a:lvl3pPr>
            <a:lvl4pPr>
              <a:defRPr sz="1425" b="0">
                <a:solidFill>
                  <a:srgbClr val="6C655F"/>
                </a:solidFill>
              </a:defRPr>
            </a:lvl4pPr>
            <a:lvl5pPr>
              <a:defRPr sz="1425" b="0">
                <a:solidFill>
                  <a:srgbClr val="6C655F"/>
                </a:solidFill>
              </a:defRPr>
            </a:lvl5pPr>
            <a:lvl6pPr>
              <a:defRPr sz="1425" b="0">
                <a:solidFill>
                  <a:srgbClr val="6C655F"/>
                </a:solidFill>
              </a:defRPr>
            </a:lvl6pPr>
            <a:lvl7pPr>
              <a:defRPr sz="1425" b="0">
                <a:solidFill>
                  <a:srgbClr val="6C655F"/>
                </a:solidFill>
              </a:defRPr>
            </a:lvl7pPr>
            <a:lvl8pPr>
              <a:defRPr sz="1425" b="0">
                <a:solidFill>
                  <a:srgbClr val="6C655F"/>
                </a:solidFill>
              </a:defRPr>
            </a:lvl8pPr>
            <a:lvl9pPr>
              <a:defRPr sz="1425" b="0">
                <a:solidFill>
                  <a:srgbClr val="6C655F"/>
                </a:solidFill>
              </a:defRPr>
            </a:lvl9pPr>
          </a:lstStyle>
          <a:p xmlns:a="http://schemas.openxmlformats.org/drawingml/2006/main">
            <a:pPr>
              <a:defRPr sz="1425" b="0">
                <a:solidFill>
                  <a:srgbClr val="6C655F"/>
                </a:solidFill>
              </a:defRPr>
            </a:pPr>
            <a:r>
              <a:rPr sz="1425" b="0">
                <a:solidFill>
                  <a:srgbClr val="6C655F"/>
                </a:solidFill>
              </a:rPr>
              <a:t>Abhijit Khuperkar  •  18 October 2026</a:t>
            </a:r>
          </a:p>
        </p:txBody>
      </p:sp>
      <p:sp>
        <p:nvSpPr>
          <p:cNvPr id="9" name="">
            <a:extLst xmlns:a="http://schemas.openxmlformats.org/drawingml/2006/main">
              <a:ext uri="{FF2B5EF4-FFF2-40B4-BE49-F238E27FC236}">
                <a16:creationId xmlns:a16="http://schemas.microsoft.com/office/drawing/2014/main" id="{BC1D035F-8A76-4493-8120-B573E646C5F6}"/>
              </a:ext>
            </a:extLst>
          </p:cNvPr>
          <p:cNvSpPr>
            <a:spLocks xmlns:a="http://schemas.openxmlformats.org/drawingml/2006/main" noGrp="1"/>
          </p:cNvSpPr>
          <p:nvPr/>
        </p:nvSpPr>
        <p:spPr>
          <a:xfrm xmlns:a="http://schemas.openxmlformats.org/drawingml/2006/main">
            <a:off x="800100" y="5381625"/>
            <a:ext cx="6191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975" b="0">
                <a:solidFill>
                  <a:srgbClr val="6C655F"/>
                </a:solidFill>
              </a:defRPr>
            </a:defPPr>
            <a:lvl1pPr>
              <a:defRPr sz="975" b="0">
                <a:solidFill>
                  <a:srgbClr val="6C655F"/>
                </a:solidFill>
              </a:defRPr>
            </a:lvl1pPr>
            <a:lvl2pPr>
              <a:defRPr sz="975" b="0">
                <a:solidFill>
                  <a:srgbClr val="6C655F"/>
                </a:solidFill>
              </a:defRPr>
            </a:lvl2pPr>
            <a:lvl3pPr>
              <a:defRPr sz="975" b="0">
                <a:solidFill>
                  <a:srgbClr val="6C655F"/>
                </a:solidFill>
              </a:defRPr>
            </a:lvl3pPr>
            <a:lvl4pPr>
              <a:defRPr sz="975" b="0">
                <a:solidFill>
                  <a:srgbClr val="6C655F"/>
                </a:solidFill>
              </a:defRPr>
            </a:lvl4pPr>
            <a:lvl5pPr>
              <a:defRPr sz="975" b="0">
                <a:solidFill>
                  <a:srgbClr val="6C655F"/>
                </a:solidFill>
              </a:defRPr>
            </a:lvl5pPr>
            <a:lvl6pPr>
              <a:defRPr sz="975" b="0">
                <a:solidFill>
                  <a:srgbClr val="6C655F"/>
                </a:solidFill>
              </a:defRPr>
            </a:lvl6pPr>
            <a:lvl7pPr>
              <a:defRPr sz="975" b="0">
                <a:solidFill>
                  <a:srgbClr val="6C655F"/>
                </a:solidFill>
              </a:defRPr>
            </a:lvl7pPr>
            <a:lvl8pPr>
              <a:defRPr sz="975" b="0">
                <a:solidFill>
                  <a:srgbClr val="6C655F"/>
                </a:solidFill>
              </a:defRPr>
            </a:lvl8pPr>
            <a:lvl9pPr>
              <a:defRPr sz="975" b="0">
                <a:solidFill>
                  <a:srgbClr val="6C655F"/>
                </a:solidFill>
              </a:defRPr>
            </a:lvl9pPr>
          </a:lstStyle>
          <a:p xmlns:a="http://schemas.openxmlformats.org/drawingml/2006/main">
            <a:pPr>
              <a:defRPr sz="975" b="0">
                <a:solidFill>
                  <a:srgbClr val="6C655F"/>
                </a:solidFill>
              </a:defRPr>
            </a:pPr>
            <a:r>
              <a:rPr sz="975" b="0">
                <a:solidFill>
                  <a:srgbClr val="6C655F"/>
                </a:solidFill>
              </a:rPr>
              <a:t>Demonstration dataset • INR display assumption</a:t>
            </a:r>
          </a:p>
        </p:txBody>
      </p:sp>
    </p:spTree>
    <p:extLst>
      <p:ext uri="{BB962C8B-B14F-4D97-AF65-F5344CB8AC3E}">
        <p14:creationId xmlns:p14="http://schemas.microsoft.com/office/powerpoint/2010/main" val="1273496450"/>
      </p:ext>
    </p:extLst>
  </p:cSld>
</p:sld>
</file>

<file path=ppt/slides/slide2.xml><?xml version="1.0" encoding="utf-8"?>
<p:sld xmlns:p="http://schemas.openxmlformats.org/presentationml/2006/main">
  <p:cSld>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D01D58BE-0837-4122-879A-22EEA69AD3CF}"/>
              </a:ext>
            </a:extLst>
          </p:cNvPr>
          <p:cNvSpPr>
            <a:spLocks xmlns:a="http://schemas.openxmlformats.org/drawingml/2006/main" noGrp="1"/>
          </p:cNvSpPr>
          <p:nvPr>
            <p:ph type="title" idx="0"/>
          </p:nvPr>
        </p:nvSpPr>
        <p:spPr/>
        <p:txBody>
          <a:bodyPr xmlns:a="http://schemas.openxmlformats.org/drawingml/2006/main" wrap="square"/>
          <a:lstStyle xmlns:a="http://schemas.openxmlformats.org/drawingml/2006/main"/>
          <a:p xmlns:a="http://schemas.openxmlformats.org/drawingml/2006/main">
            <a:pPr>
              <a:buNone/>
              <a:defRPr>
                <a:solidFill>
                  <a:srgbClr val="1F2933"/>
                </a:solidFill>
              </a:defRPr>
            </a:pPr>
            <a:r>
              <a:rPr>
                <a:solidFill>
                  <a:srgbClr val="1F2933"/>
                </a:solidFill>
              </a:rPr>
              <a:t>AI outcomes depend on data and workflow design</a:t>
            </a:r>
          </a:p>
        </p:txBody>
      </p:sp>
      <p:sp>
        <p:nvSpPr>
          <p:cNvPr id="5" name="Text Placeholder 4">
            <a:extLst xmlns:a="http://schemas.openxmlformats.org/drawingml/2006/main">
              <a:ext uri="{FF2B5EF4-FFF2-40B4-BE49-F238E27FC236}">
                <a16:creationId xmlns:a16="http://schemas.microsoft.com/office/drawing/2014/main" id="{81EE5E7F-D09D-4949-B77C-5C31D2A2AAFC}"/>
              </a:ext>
            </a:extLst>
          </p:cNvPr>
          <p:cNvSpPr>
            <a:spLocks xmlns:a="http://schemas.openxmlformats.org/drawingml/2006/main" noGrp="1"/>
          </p:cNvSpPr>
          <p:nvPr>
            <p:ph type="body" idx="11"/>
          </p:nvPr>
        </p:nvSpPr>
        <p:spPr/>
        <p:txBody>
          <a:bodyPr xmlns:a="http://schemas.openxmlformats.org/drawingml/2006/main" wrap="square"/>
          <a:lstStyle xmlns:a="http://schemas.openxmlformats.org/drawingml/2006/main"/>
          <a:p xmlns:a="http://schemas.openxmlformats.org/drawingml/2006/main">
            <a:pPr>
              <a:buNone/>
              <a:defRPr>
                <a:solidFill>
                  <a:srgbClr val="1F2933"/>
                </a:solidFill>
              </a:defRPr>
            </a:pPr>
            <a:r>
              <a:rPr>
                <a:solidFill>
                  <a:srgbClr val="1F2933"/>
                </a:solidFill>
              </a:rPr>
              <a:t>Two independent research findings; different survey populations</a:t>
            </a:r>
          </a:p>
        </p:txBody>
      </p:sp>
      <p:sp>
        <p:nvSpPr>
          <p:cNvPr id="6" name="TextBox 5">
            <a:extLst xmlns:a="http://schemas.openxmlformats.org/drawingml/2006/main">
              <a:ext uri="{FF2B5EF4-FFF2-40B4-BE49-F238E27FC236}">
                <a16:creationId xmlns:a16="http://schemas.microsoft.com/office/drawing/2014/main" id="{FB875334-2FA8-4E31-8C13-BD2A3ACFABC7}"/>
              </a:ext>
            </a:extLst>
          </p:cNvPr>
          <p:cNvSpPr>
            <a:spLocks xmlns:a="http://schemas.openxmlformats.org/drawingml/2006/main" noGrp="1"/>
          </p:cNvSpPr>
          <p:nvPr/>
        </p:nvSpPr>
        <p:spPr>
          <a:xfrm xmlns:a="http://schemas.openxmlformats.org/drawingml/2006/main">
            <a:off x="1124712" y="6428232"/>
            <a:ext cx="9326880" cy="219456"/>
          </a:xfrm>
          <a:prstGeom xmlns:a="http://schemas.openxmlformats.org/drawingml/2006/main" prst="rect">
            <a:avLst/>
          </a:prstGeom>
          <a:noFill xmlns:a="http://schemas.openxmlformats.org/drawingml/2006/main"/>
        </p:spPr>
        <p:txBody>
          <a:bodyPr xmlns:a="http://schemas.openxmlformats.org/drawingml/2006/main" wrap="none" lIns="0" tIns="0" rIns="0" bIns="0" anchor="ctr">
            <a:spAutoFit/>
          </a:bodyPr>
          <a:lstStyle xmlns:a="http://schemas.openxmlformats.org/drawingml/2006/main"/>
          <a:p xmlns:a="http://schemas.openxmlformats.org/drawingml/2006/main">
            <a:pPr>
              <a:buNone/>
              <a:defRPr sz="900">
                <a:solidFill>
                  <a:srgbClr val="666666"/>
                </a:solidFill>
              </a:defRPr>
            </a:pPr>
            <a:r>
              <a:t>Abhijit Khuperkar | Reference implementation</a:t>
            </a:r>
          </a:p>
        </p:txBody>
      </p:sp>
      <p:sp>
        <p:nvSpPr>
          <p:cNvPr id="7" name="TextBox 6">
            <a:extLst xmlns:a="http://schemas.openxmlformats.org/drawingml/2006/main">
              <a:ext uri="{FF2B5EF4-FFF2-40B4-BE49-F238E27FC236}">
                <a16:creationId xmlns:a16="http://schemas.microsoft.com/office/drawing/2014/main" id="{56A10F54-8375-468F-B9CE-2887B5745741}"/>
              </a:ext>
            </a:extLst>
          </p:cNvPr>
          <p:cNvSpPr>
            <a:spLocks xmlns:a="http://schemas.openxmlformats.org/drawingml/2006/main" noGrp="1"/>
          </p:cNvSpPr>
          <p:nvPr/>
        </p:nvSpPr>
        <p:spPr>
          <a:xfrm xmlns:a="http://schemas.openxmlformats.org/drawingml/2006/main">
            <a:off x="758952" y="6428232"/>
            <a:ext cx="274320" cy="219456"/>
          </a:xfrm>
          <a:prstGeom xmlns:a="http://schemas.openxmlformats.org/drawingml/2006/main" prst="rect">
            <a:avLst/>
          </a:prstGeom>
          <a:noFill xmlns:a="http://schemas.openxmlformats.org/drawingml/2006/main"/>
        </p:spPr>
        <p:txBody>
          <a:bodyPr xmlns:a="http://schemas.openxmlformats.org/drawingml/2006/main" wrap="none" lIns="0" tIns="0" rIns="0" bIns="0" anchor="ctr">
            <a:spAutoFit/>
          </a:bodyPr>
          <a:lstStyle xmlns:a="http://schemas.openxmlformats.org/drawingml/2006/main"/>
          <a:p xmlns:a="http://schemas.openxmlformats.org/drawingml/2006/main">
            <a:pPr>
              <a:buNone/>
              <a:defRPr sz="900">
                <a:solidFill>
                  <a:srgbClr val="666666"/>
                </a:solidFill>
              </a:defRPr>
            </a:pPr>
            <a:r>
              <a:t>2</a:t>
            </a:r>
          </a:p>
        </p:txBody>
      </p:sp>
      <p:sp>
        <p:nvSpPr>
          <p:cNvPr id="8" name="">
            <a:extLst xmlns:a="http://schemas.openxmlformats.org/drawingml/2006/main">
              <a:ext uri="{FF2B5EF4-FFF2-40B4-BE49-F238E27FC236}">
                <a16:creationId xmlns:a16="http://schemas.microsoft.com/office/drawing/2014/main" id="{BAFA6A9D-AEBF-4E1C-B49F-30E3E53F1705}"/>
              </a:ext>
            </a:extLst>
          </p:cNvPr>
          <p:cNvSpPr>
            <a:spLocks xmlns:a="http://schemas.openxmlformats.org/drawingml/2006/main" noGrp="1"/>
          </p:cNvSpPr>
          <p:nvPr/>
        </p:nvSpPr>
        <p:spPr>
          <a:xfrm xmlns:a="http://schemas.openxmlformats.org/drawingml/2006/main">
            <a:off x="666750" y="1524000"/>
            <a:ext cx="10858500" cy="4762500"/>
          </a:xfrm>
          <a:prstGeom xmlns:a="http://schemas.openxmlformats.org/drawingml/2006/main" prst="rect">
            <a:avLst/>
          </a:prstGeom>
          <a:solidFill xmlns:a="http://schemas.openxmlformats.org/drawingml/2006/main">
            <a:srgbClr val="FBF9F8"/>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6E77B92F-F646-458B-B9CB-566E636E9C68}"/>
              </a:ext>
            </a:extLst>
          </p:cNvPr>
          <p:cNvSpPr>
            <a:spLocks xmlns:a="http://schemas.openxmlformats.org/drawingml/2006/main" noGrp="1"/>
          </p:cNvSpPr>
          <p:nvPr/>
        </p:nvSpPr>
        <p:spPr>
          <a:xfrm xmlns:a="http://schemas.openxmlformats.org/drawingml/2006/main">
            <a:off x="762000" y="1952625"/>
            <a:ext cx="5095875" cy="3333750"/>
          </a:xfrm>
          <a:prstGeom xmlns:a="http://schemas.openxmlformats.org/drawingml/2006/main" prst="roundRect">
            <a:avLst>
              <a:gd name="adj" fmla="val 2286"/>
            </a:avLst>
          </a:prstGeom>
          <a:solidFill xmlns:a="http://schemas.openxmlformats.org/drawingml/2006/main">
            <a:srgbClr val="F7F5F1"/>
          </a:solidFill>
          <a:ln xmlns:a="http://schemas.openxmlformats.org/drawingml/2006/main" w="9525">
            <a:solidFill>
              <a:srgbClr val="D9D3CC"/>
            </a:solidFill>
            <a:prstDash val="solid"/>
          </a:ln>
        </p:spPr>
      </p:sp>
      <p:sp>
        <p:nvSpPr>
          <p:cNvPr id="10" name="">
            <a:extLst xmlns:a="http://schemas.openxmlformats.org/drawingml/2006/main">
              <a:ext uri="{FF2B5EF4-FFF2-40B4-BE49-F238E27FC236}">
                <a16:creationId xmlns:a16="http://schemas.microsoft.com/office/drawing/2014/main" id="{CE16B429-8BCD-4C55-9446-E4B5761D3F59}"/>
              </a:ext>
            </a:extLst>
          </p:cNvPr>
          <p:cNvSpPr>
            <a:spLocks xmlns:a="http://schemas.openxmlformats.org/drawingml/2006/main" noGrp="1"/>
          </p:cNvSpPr>
          <p:nvPr/>
        </p:nvSpPr>
        <p:spPr>
          <a:xfrm xmlns:a="http://schemas.openxmlformats.org/drawingml/2006/main">
            <a:off x="6334125" y="1952625"/>
            <a:ext cx="5095875" cy="3333750"/>
          </a:xfrm>
          <a:prstGeom xmlns:a="http://schemas.openxmlformats.org/drawingml/2006/main" prst="roundRect">
            <a:avLst>
              <a:gd name="adj" fmla="val 2286"/>
            </a:avLst>
          </a:prstGeom>
          <a:solidFill xmlns:a="http://schemas.openxmlformats.org/drawingml/2006/main">
            <a:srgbClr val="F7F5F1"/>
          </a:solidFill>
          <a:ln xmlns:a="http://schemas.openxmlformats.org/drawingml/2006/main" w="9525">
            <a:solidFill>
              <a:srgbClr val="D9D3CC"/>
            </a:solidFill>
            <a:prstDash val="solid"/>
          </a:ln>
        </p:spPr>
      </p:sp>
      <p:sp>
        <p:nvSpPr>
          <p:cNvPr id="11" name="">
            <a:extLst xmlns:a="http://schemas.openxmlformats.org/drawingml/2006/main">
              <a:ext uri="{FF2B5EF4-FFF2-40B4-BE49-F238E27FC236}">
                <a16:creationId xmlns:a16="http://schemas.microsoft.com/office/drawing/2014/main" id="{0E5225E0-F82F-4CBC-8903-EE9EE258670E}"/>
              </a:ext>
            </a:extLst>
          </p:cNvPr>
          <p:cNvSpPr>
            <a:spLocks xmlns:a="http://schemas.openxmlformats.org/drawingml/2006/main" noGrp="1"/>
          </p:cNvSpPr>
          <p:nvPr/>
        </p:nvSpPr>
        <p:spPr>
          <a:xfrm xmlns:a="http://schemas.openxmlformats.org/drawingml/2006/main">
            <a:off x="1028700" y="2190750"/>
            <a:ext cx="438150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5400" b="1">
                <a:solidFill>
                  <a:srgbClr val="C74634"/>
                </a:solidFill>
              </a:defRPr>
            </a:defPPr>
            <a:lvl1pPr>
              <a:defRPr sz="5400" b="1">
                <a:solidFill>
                  <a:srgbClr val="C74634"/>
                </a:solidFill>
              </a:defRPr>
            </a:lvl1pPr>
            <a:lvl2pPr>
              <a:defRPr sz="5400" b="1">
                <a:solidFill>
                  <a:srgbClr val="C74634"/>
                </a:solidFill>
              </a:defRPr>
            </a:lvl2pPr>
            <a:lvl3pPr>
              <a:defRPr sz="5400" b="1">
                <a:solidFill>
                  <a:srgbClr val="C74634"/>
                </a:solidFill>
              </a:defRPr>
            </a:lvl3pPr>
            <a:lvl4pPr>
              <a:defRPr sz="5400" b="1">
                <a:solidFill>
                  <a:srgbClr val="C74634"/>
                </a:solidFill>
              </a:defRPr>
            </a:lvl4pPr>
            <a:lvl5pPr>
              <a:defRPr sz="5400" b="1">
                <a:solidFill>
                  <a:srgbClr val="C74634"/>
                </a:solidFill>
              </a:defRPr>
            </a:lvl5pPr>
            <a:lvl6pPr>
              <a:defRPr sz="5400" b="1">
                <a:solidFill>
                  <a:srgbClr val="C74634"/>
                </a:solidFill>
              </a:defRPr>
            </a:lvl6pPr>
            <a:lvl7pPr>
              <a:defRPr sz="5400" b="1">
                <a:solidFill>
                  <a:srgbClr val="C74634"/>
                </a:solidFill>
              </a:defRPr>
            </a:lvl7pPr>
            <a:lvl8pPr>
              <a:defRPr sz="5400" b="1">
                <a:solidFill>
                  <a:srgbClr val="C74634"/>
                </a:solidFill>
              </a:defRPr>
            </a:lvl8pPr>
            <a:lvl9pPr>
              <a:defRPr sz="5400" b="1">
                <a:solidFill>
                  <a:srgbClr val="C74634"/>
                </a:solidFill>
              </a:defRPr>
            </a:lvl9pPr>
          </a:lstStyle>
          <a:p xmlns:a="http://schemas.openxmlformats.org/drawingml/2006/main">
            <a:pPr>
              <a:defRPr sz="5400" b="1">
                <a:solidFill>
                  <a:srgbClr val="C74634"/>
                </a:solidFill>
              </a:defRPr>
            </a:pPr>
            <a:r>
              <a:rPr sz="5400" b="1">
                <a:solidFill>
                  <a:srgbClr val="C74634"/>
                </a:solidFill>
              </a:rPr>
              <a:t>63%</a:t>
            </a:r>
          </a:p>
        </p:txBody>
      </p:sp>
      <p:sp>
        <p:nvSpPr>
          <p:cNvPr id="12" name="">
            <a:extLst xmlns:a="http://schemas.openxmlformats.org/drawingml/2006/main">
              <a:ext uri="{FF2B5EF4-FFF2-40B4-BE49-F238E27FC236}">
                <a16:creationId xmlns:a16="http://schemas.microsoft.com/office/drawing/2014/main" id="{2A1C4B80-A4AB-450A-893F-9E8A075F3597}"/>
              </a:ext>
            </a:extLst>
          </p:cNvPr>
          <p:cNvSpPr>
            <a:spLocks xmlns:a="http://schemas.openxmlformats.org/drawingml/2006/main" noGrp="1"/>
          </p:cNvSpPr>
          <p:nvPr/>
        </p:nvSpPr>
        <p:spPr>
          <a:xfrm xmlns:a="http://schemas.openxmlformats.org/drawingml/2006/main">
            <a:off x="1028700" y="3181350"/>
            <a:ext cx="4524375"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1875" b="0">
                <a:solidFill>
                  <a:srgbClr val="312D2A"/>
                </a:solidFill>
              </a:defRPr>
            </a:defPPr>
            <a:lvl1pPr>
              <a:defRPr sz="1875" b="0">
                <a:solidFill>
                  <a:srgbClr val="312D2A"/>
                </a:solidFill>
              </a:defRPr>
            </a:lvl1pPr>
            <a:lvl2pPr>
              <a:defRPr sz="1875" b="0">
                <a:solidFill>
                  <a:srgbClr val="312D2A"/>
                </a:solidFill>
              </a:defRPr>
            </a:lvl2pPr>
            <a:lvl3pPr>
              <a:defRPr sz="1875" b="0">
                <a:solidFill>
                  <a:srgbClr val="312D2A"/>
                </a:solidFill>
              </a:defRPr>
            </a:lvl3pPr>
            <a:lvl4pPr>
              <a:defRPr sz="1875" b="0">
                <a:solidFill>
                  <a:srgbClr val="312D2A"/>
                </a:solidFill>
              </a:defRPr>
            </a:lvl4pPr>
            <a:lvl5pPr>
              <a:defRPr sz="1875" b="0">
                <a:solidFill>
                  <a:srgbClr val="312D2A"/>
                </a:solidFill>
              </a:defRPr>
            </a:lvl5pPr>
            <a:lvl6pPr>
              <a:defRPr sz="1875" b="0">
                <a:solidFill>
                  <a:srgbClr val="312D2A"/>
                </a:solidFill>
              </a:defRPr>
            </a:lvl6pPr>
            <a:lvl7pPr>
              <a:defRPr sz="1875" b="0">
                <a:solidFill>
                  <a:srgbClr val="312D2A"/>
                </a:solidFill>
              </a:defRPr>
            </a:lvl7pPr>
            <a:lvl8pPr>
              <a:defRPr sz="1875" b="0">
                <a:solidFill>
                  <a:srgbClr val="312D2A"/>
                </a:solidFill>
              </a:defRPr>
            </a:lvl8pPr>
            <a:lvl9pPr>
              <a:defRPr sz="1875" b="0">
                <a:solidFill>
                  <a:srgbClr val="312D2A"/>
                </a:solidFill>
              </a:defRPr>
            </a:lvl9pPr>
          </a:lstStyle>
          <a:p xmlns:a="http://schemas.openxmlformats.org/drawingml/2006/main">
            <a:pPr>
              <a:defRPr sz="1875" b="0">
                <a:solidFill>
                  <a:srgbClr val="312D2A"/>
                </a:solidFill>
              </a:defRPr>
            </a:pPr>
            <a:r>
              <a:rPr sz="1875" b="0">
                <a:solidFill>
                  <a:srgbClr val="312D2A"/>
                </a:solidFill>
              </a:rPr>
              <a:t>Lacked or were unsure of suitable data-management practices for AI.</a:t>
            </a:r>
          </a:p>
        </p:txBody>
      </p:sp>
      <p:sp>
        <p:nvSpPr>
          <p:cNvPr id="13" name="">
            <a:extLst xmlns:a="http://schemas.openxmlformats.org/drawingml/2006/main">
              <a:ext uri="{FF2B5EF4-FFF2-40B4-BE49-F238E27FC236}">
                <a16:creationId xmlns:a16="http://schemas.microsoft.com/office/drawing/2014/main" id="{FE613257-2E48-4E3E-8060-B17DEF5C23FF}"/>
              </a:ext>
            </a:extLst>
          </p:cNvPr>
          <p:cNvSpPr>
            <a:spLocks xmlns:a="http://schemas.openxmlformats.org/drawingml/2006/main" noGrp="1"/>
          </p:cNvSpPr>
          <p:nvPr/>
        </p:nvSpPr>
        <p:spPr>
          <a:xfrm xmlns:a="http://schemas.openxmlformats.org/drawingml/2006/main">
            <a:off x="1028700" y="4686300"/>
            <a:ext cx="452437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1275" b="0">
                <a:solidFill>
                  <a:srgbClr val="6C655F"/>
                </a:solidFill>
              </a:defRPr>
            </a:defPPr>
            <a:lvl1pPr>
              <a:defRPr sz="1275" b="0">
                <a:solidFill>
                  <a:srgbClr val="6C655F"/>
                </a:solidFill>
              </a:defRPr>
            </a:lvl1pPr>
            <a:lvl2pPr>
              <a:defRPr sz="1275" b="0">
                <a:solidFill>
                  <a:srgbClr val="6C655F"/>
                </a:solidFill>
              </a:defRPr>
            </a:lvl2pPr>
            <a:lvl3pPr>
              <a:defRPr sz="1275" b="0">
                <a:solidFill>
                  <a:srgbClr val="6C655F"/>
                </a:solidFill>
              </a:defRPr>
            </a:lvl3pPr>
            <a:lvl4pPr>
              <a:defRPr sz="1275" b="0">
                <a:solidFill>
                  <a:srgbClr val="6C655F"/>
                </a:solidFill>
              </a:defRPr>
            </a:lvl4pPr>
            <a:lvl5pPr>
              <a:defRPr sz="1275" b="0">
                <a:solidFill>
                  <a:srgbClr val="6C655F"/>
                </a:solidFill>
              </a:defRPr>
            </a:lvl5pPr>
            <a:lvl6pPr>
              <a:defRPr sz="1275" b="0">
                <a:solidFill>
                  <a:srgbClr val="6C655F"/>
                </a:solidFill>
              </a:defRPr>
            </a:lvl6pPr>
            <a:lvl7pPr>
              <a:defRPr sz="1275" b="0">
                <a:solidFill>
                  <a:srgbClr val="6C655F"/>
                </a:solidFill>
              </a:defRPr>
            </a:lvl7pPr>
            <a:lvl8pPr>
              <a:defRPr sz="1275" b="0">
                <a:solidFill>
                  <a:srgbClr val="6C655F"/>
                </a:solidFill>
              </a:defRPr>
            </a:lvl8pPr>
            <a:lvl9pPr>
              <a:defRPr sz="1275" b="0">
                <a:solidFill>
                  <a:srgbClr val="6C655F"/>
                </a:solidFill>
              </a:defRPr>
            </a:lvl9pPr>
          </a:lstStyle>
          <a:p xmlns:a="http://schemas.openxmlformats.org/drawingml/2006/main">
            <a:pPr>
              <a:defRPr sz="1275" b="0">
                <a:solidFill>
                  <a:srgbClr val="6C655F"/>
                </a:solidFill>
              </a:defRPr>
            </a:pPr>
            <a:r>
              <a:rPr sz="1275" b="0">
                <a:solidFill>
                  <a:srgbClr val="6C655F"/>
                </a:solidFill>
              </a:rPr>
              <a:t>Gartner • July 2024 survey • n=1,203</a:t>
            </a:r>
          </a:p>
        </p:txBody>
      </p:sp>
      <p:sp>
        <p:nvSpPr>
          <p:cNvPr id="14" name="">
            <a:extLst xmlns:a="http://schemas.openxmlformats.org/drawingml/2006/main">
              <a:ext uri="{FF2B5EF4-FFF2-40B4-BE49-F238E27FC236}">
                <a16:creationId xmlns:a16="http://schemas.microsoft.com/office/drawing/2014/main" id="{F6C5F039-A958-4FF2-BFE4-E97596D2DDE9}"/>
              </a:ext>
            </a:extLst>
          </p:cNvPr>
          <p:cNvSpPr>
            <a:spLocks xmlns:a="http://schemas.openxmlformats.org/drawingml/2006/main" noGrp="1"/>
          </p:cNvSpPr>
          <p:nvPr/>
        </p:nvSpPr>
        <p:spPr>
          <a:xfrm xmlns:a="http://schemas.openxmlformats.org/drawingml/2006/main">
            <a:off x="6600825" y="2190750"/>
            <a:ext cx="438150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5400" b="1">
                <a:solidFill>
                  <a:srgbClr val="C74634"/>
                </a:solidFill>
              </a:defRPr>
            </a:defPPr>
            <a:lvl1pPr>
              <a:defRPr sz="5400" b="1">
                <a:solidFill>
                  <a:srgbClr val="C74634"/>
                </a:solidFill>
              </a:defRPr>
            </a:lvl1pPr>
            <a:lvl2pPr>
              <a:defRPr sz="5400" b="1">
                <a:solidFill>
                  <a:srgbClr val="C74634"/>
                </a:solidFill>
              </a:defRPr>
            </a:lvl2pPr>
            <a:lvl3pPr>
              <a:defRPr sz="5400" b="1">
                <a:solidFill>
                  <a:srgbClr val="C74634"/>
                </a:solidFill>
              </a:defRPr>
            </a:lvl3pPr>
            <a:lvl4pPr>
              <a:defRPr sz="5400" b="1">
                <a:solidFill>
                  <a:srgbClr val="C74634"/>
                </a:solidFill>
              </a:defRPr>
            </a:lvl4pPr>
            <a:lvl5pPr>
              <a:defRPr sz="5400" b="1">
                <a:solidFill>
                  <a:srgbClr val="C74634"/>
                </a:solidFill>
              </a:defRPr>
            </a:lvl5pPr>
            <a:lvl6pPr>
              <a:defRPr sz="5400" b="1">
                <a:solidFill>
                  <a:srgbClr val="C74634"/>
                </a:solidFill>
              </a:defRPr>
            </a:lvl6pPr>
            <a:lvl7pPr>
              <a:defRPr sz="5400" b="1">
                <a:solidFill>
                  <a:srgbClr val="C74634"/>
                </a:solidFill>
              </a:defRPr>
            </a:lvl7pPr>
            <a:lvl8pPr>
              <a:defRPr sz="5400" b="1">
                <a:solidFill>
                  <a:srgbClr val="C74634"/>
                </a:solidFill>
              </a:defRPr>
            </a:lvl8pPr>
            <a:lvl9pPr>
              <a:defRPr sz="5400" b="1">
                <a:solidFill>
                  <a:srgbClr val="C74634"/>
                </a:solidFill>
              </a:defRPr>
            </a:lvl9pPr>
          </a:lstStyle>
          <a:p xmlns:a="http://schemas.openxmlformats.org/drawingml/2006/main">
            <a:pPr>
              <a:defRPr sz="5400" b="1">
                <a:solidFill>
                  <a:srgbClr val="C74634"/>
                </a:solidFill>
              </a:defRPr>
            </a:pPr>
            <a:r>
              <a:rPr sz="5400" b="1">
                <a:solidFill>
                  <a:srgbClr val="C74634"/>
                </a:solidFill>
              </a:rPr>
              <a:t>21%</a:t>
            </a:r>
          </a:p>
        </p:txBody>
      </p:sp>
      <p:sp>
        <p:nvSpPr>
          <p:cNvPr id="15" name="">
            <a:extLst xmlns:a="http://schemas.openxmlformats.org/drawingml/2006/main">
              <a:ext uri="{FF2B5EF4-FFF2-40B4-BE49-F238E27FC236}">
                <a16:creationId xmlns:a16="http://schemas.microsoft.com/office/drawing/2014/main" id="{3F04A5F0-27F4-473C-8A3D-C0B8596F575D}"/>
              </a:ext>
            </a:extLst>
          </p:cNvPr>
          <p:cNvSpPr>
            <a:spLocks xmlns:a="http://schemas.openxmlformats.org/drawingml/2006/main" noGrp="1"/>
          </p:cNvSpPr>
          <p:nvPr/>
        </p:nvSpPr>
        <p:spPr>
          <a:xfrm xmlns:a="http://schemas.openxmlformats.org/drawingml/2006/main">
            <a:off x="6600825" y="3181350"/>
            <a:ext cx="4524375"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1875" b="0">
                <a:solidFill>
                  <a:srgbClr val="312D2A"/>
                </a:solidFill>
              </a:defRPr>
            </a:defPPr>
            <a:lvl1pPr>
              <a:defRPr sz="1875" b="0">
                <a:solidFill>
                  <a:srgbClr val="312D2A"/>
                </a:solidFill>
              </a:defRPr>
            </a:lvl1pPr>
            <a:lvl2pPr>
              <a:defRPr sz="1875" b="0">
                <a:solidFill>
                  <a:srgbClr val="312D2A"/>
                </a:solidFill>
              </a:defRPr>
            </a:lvl2pPr>
            <a:lvl3pPr>
              <a:defRPr sz="1875" b="0">
                <a:solidFill>
                  <a:srgbClr val="312D2A"/>
                </a:solidFill>
              </a:defRPr>
            </a:lvl3pPr>
            <a:lvl4pPr>
              <a:defRPr sz="1875" b="0">
                <a:solidFill>
                  <a:srgbClr val="312D2A"/>
                </a:solidFill>
              </a:defRPr>
            </a:lvl4pPr>
            <a:lvl5pPr>
              <a:defRPr sz="1875" b="0">
                <a:solidFill>
                  <a:srgbClr val="312D2A"/>
                </a:solidFill>
              </a:defRPr>
            </a:lvl5pPr>
            <a:lvl6pPr>
              <a:defRPr sz="1875" b="0">
                <a:solidFill>
                  <a:srgbClr val="312D2A"/>
                </a:solidFill>
              </a:defRPr>
            </a:lvl6pPr>
            <a:lvl7pPr>
              <a:defRPr sz="1875" b="0">
                <a:solidFill>
                  <a:srgbClr val="312D2A"/>
                </a:solidFill>
              </a:defRPr>
            </a:lvl7pPr>
            <a:lvl8pPr>
              <a:defRPr sz="1875" b="0">
                <a:solidFill>
                  <a:srgbClr val="312D2A"/>
                </a:solidFill>
              </a:defRPr>
            </a:lvl8pPr>
            <a:lvl9pPr>
              <a:defRPr sz="1875" b="0">
                <a:solidFill>
                  <a:srgbClr val="312D2A"/>
                </a:solidFill>
              </a:defRPr>
            </a:lvl9pPr>
          </a:lstStyle>
          <a:p xmlns:a="http://schemas.openxmlformats.org/drawingml/2006/main">
            <a:pPr>
              <a:defRPr sz="1875" b="0">
                <a:solidFill>
                  <a:srgbClr val="312D2A"/>
                </a:solidFill>
              </a:defRPr>
            </a:pPr>
            <a:r>
              <a:rPr sz="1875" b="0">
                <a:solidFill>
                  <a:srgbClr val="312D2A"/>
                </a:solidFill>
              </a:rPr>
              <a:t>Reported fundamental redesign of at least some workflows.</a:t>
            </a:r>
          </a:p>
        </p:txBody>
      </p:sp>
      <p:sp>
        <p:nvSpPr>
          <p:cNvPr id="16" name="">
            <a:extLst xmlns:a="http://schemas.openxmlformats.org/drawingml/2006/main">
              <a:ext uri="{FF2B5EF4-FFF2-40B4-BE49-F238E27FC236}">
                <a16:creationId xmlns:a16="http://schemas.microsoft.com/office/drawing/2014/main" id="{8E2C9137-40D3-48BB-9E94-F4717F7FF294}"/>
              </a:ext>
            </a:extLst>
          </p:cNvPr>
          <p:cNvSpPr>
            <a:spLocks xmlns:a="http://schemas.openxmlformats.org/drawingml/2006/main" noGrp="1"/>
          </p:cNvSpPr>
          <p:nvPr/>
        </p:nvSpPr>
        <p:spPr>
          <a:xfrm xmlns:a="http://schemas.openxmlformats.org/drawingml/2006/main">
            <a:off x="6600825" y="4648200"/>
            <a:ext cx="4524375"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1275" b="0">
                <a:solidFill>
                  <a:srgbClr val="6C655F"/>
                </a:solidFill>
              </a:defRPr>
            </a:defPPr>
            <a:lvl1pPr>
              <a:defRPr sz="1275" b="0">
                <a:solidFill>
                  <a:srgbClr val="6C655F"/>
                </a:solidFill>
              </a:defRPr>
            </a:lvl1pPr>
            <a:lvl2pPr>
              <a:defRPr sz="1275" b="0">
                <a:solidFill>
                  <a:srgbClr val="6C655F"/>
                </a:solidFill>
              </a:defRPr>
            </a:lvl2pPr>
            <a:lvl3pPr>
              <a:defRPr sz="1275" b="0">
                <a:solidFill>
                  <a:srgbClr val="6C655F"/>
                </a:solidFill>
              </a:defRPr>
            </a:lvl3pPr>
            <a:lvl4pPr>
              <a:defRPr sz="1275" b="0">
                <a:solidFill>
                  <a:srgbClr val="6C655F"/>
                </a:solidFill>
              </a:defRPr>
            </a:lvl4pPr>
            <a:lvl5pPr>
              <a:defRPr sz="1275" b="0">
                <a:solidFill>
                  <a:srgbClr val="6C655F"/>
                </a:solidFill>
              </a:defRPr>
            </a:lvl5pPr>
            <a:lvl6pPr>
              <a:defRPr sz="1275" b="0">
                <a:solidFill>
                  <a:srgbClr val="6C655F"/>
                </a:solidFill>
              </a:defRPr>
            </a:lvl6pPr>
            <a:lvl7pPr>
              <a:defRPr sz="1275" b="0">
                <a:solidFill>
                  <a:srgbClr val="6C655F"/>
                </a:solidFill>
              </a:defRPr>
            </a:lvl7pPr>
            <a:lvl8pPr>
              <a:defRPr sz="1275" b="0">
                <a:solidFill>
                  <a:srgbClr val="6C655F"/>
                </a:solidFill>
              </a:defRPr>
            </a:lvl8pPr>
            <a:lvl9pPr>
              <a:defRPr sz="1275" b="0">
                <a:solidFill>
                  <a:srgbClr val="6C655F"/>
                </a:solidFill>
              </a:defRPr>
            </a:lvl9pPr>
          </a:lstStyle>
          <a:p xmlns:a="http://schemas.openxmlformats.org/drawingml/2006/main">
            <a:pPr>
              <a:defRPr sz="1275" b="0">
                <a:solidFill>
                  <a:srgbClr val="6C655F"/>
                </a:solidFill>
              </a:defRPr>
            </a:pPr>
            <a:r>
              <a:rPr sz="1275" b="0">
                <a:solidFill>
                  <a:srgbClr val="6C655F"/>
                </a:solidFill>
              </a:rPr>
              <a:t>McKinsey • respondents using generative AI</a:t>
            </a:r>
          </a:p>
        </p:txBody>
      </p:sp>
      <p:sp>
        <p:nvSpPr>
          <p:cNvPr id="17" name="">
            <a:extLst xmlns:a="http://schemas.openxmlformats.org/drawingml/2006/main">
              <a:ext uri="{FF2B5EF4-FFF2-40B4-BE49-F238E27FC236}">
                <a16:creationId xmlns:a16="http://schemas.microsoft.com/office/drawing/2014/main" id="{E8D8BDCD-16B9-4B7D-AB3D-CA93072EBCF1}"/>
              </a:ext>
            </a:extLst>
          </p:cNvPr>
          <p:cNvSpPr>
            <a:spLocks xmlns:a="http://schemas.openxmlformats.org/drawingml/2006/main" noGrp="1"/>
          </p:cNvSpPr>
          <p:nvPr/>
        </p:nvSpPr>
        <p:spPr>
          <a:xfrm xmlns:a="http://schemas.openxmlformats.org/drawingml/2006/main">
            <a:off x="762000" y="5676900"/>
            <a:ext cx="10668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1200" b="0">
                <a:solidFill>
                  <a:srgbClr val="6C655F"/>
                </a:solidFill>
              </a:defRPr>
            </a:defPPr>
            <a:lvl1pPr>
              <a:defRPr sz="1200" b="0">
                <a:solidFill>
                  <a:srgbClr val="6C655F"/>
                </a:solidFill>
              </a:defRPr>
            </a:lvl1pPr>
            <a:lvl2pPr>
              <a:defRPr sz="1200" b="0">
                <a:solidFill>
                  <a:srgbClr val="6C655F"/>
                </a:solidFill>
              </a:defRPr>
            </a:lvl2pPr>
            <a:lvl3pPr>
              <a:defRPr sz="1200" b="0">
                <a:solidFill>
                  <a:srgbClr val="6C655F"/>
                </a:solidFill>
              </a:defRPr>
            </a:lvl3pPr>
            <a:lvl4pPr>
              <a:defRPr sz="1200" b="0">
                <a:solidFill>
                  <a:srgbClr val="6C655F"/>
                </a:solidFill>
              </a:defRPr>
            </a:lvl4pPr>
            <a:lvl5pPr>
              <a:defRPr sz="1200" b="0">
                <a:solidFill>
                  <a:srgbClr val="6C655F"/>
                </a:solidFill>
              </a:defRPr>
            </a:lvl5pPr>
            <a:lvl6pPr>
              <a:defRPr sz="1200" b="0">
                <a:solidFill>
                  <a:srgbClr val="6C655F"/>
                </a:solidFill>
              </a:defRPr>
            </a:lvl6pPr>
            <a:lvl7pPr>
              <a:defRPr sz="1200" b="0">
                <a:solidFill>
                  <a:srgbClr val="6C655F"/>
                </a:solidFill>
              </a:defRPr>
            </a:lvl7pPr>
            <a:lvl8pPr>
              <a:defRPr sz="1200" b="0">
                <a:solidFill>
                  <a:srgbClr val="6C655F"/>
                </a:solidFill>
              </a:defRPr>
            </a:lvl8pPr>
            <a:lvl9pPr>
              <a:defRPr sz="1200" b="0">
                <a:solidFill>
                  <a:srgbClr val="6C655F"/>
                </a:solidFill>
              </a:defRPr>
            </a:lvl9pPr>
          </a:lstStyle>
          <a:p xmlns:a="http://schemas.openxmlformats.org/drawingml/2006/main">
            <a:pPr>
              <a:defRPr sz="1200" b="0">
                <a:solidFill>
                  <a:srgbClr val="6C655F"/>
                </a:solidFill>
              </a:defRPr>
            </a:pPr>
            <a:r>
              <a:rPr sz="1200" b="0">
                <a:solidFill>
                  <a:srgbClr val="6C655F"/>
                </a:solidFill>
              </a:rPr>
              <a:t>Different survey populations. These findings motivate the design; they do not measure this project’s impact.</a:t>
            </a:r>
          </a:p>
        </p:txBody>
      </p:sp>
    </p:spTree>
    <p:extLst>
      <p:ext uri="{BB962C8B-B14F-4D97-AF65-F5344CB8AC3E}">
        <p14:creationId xmlns:p14="http://schemas.microsoft.com/office/powerpoint/2010/main" val="1986174689"/>
      </p:ext>
    </p:extLst>
  </p:cSld>
</p:sld>
</file>

<file path=ppt/slides/slide3.xml><?xml version="1.0" encoding="utf-8"?>
<p:sld xmlns:p="http://schemas.openxmlformats.org/presentationml/2006/main">
  <p:cSld>
    <p:spTree>
      <p:nvGrpSpPr>
        <p:cNvPr id="1" name=""/>
        <p:cNvGrpSpPr/>
        <p:nvPr/>
      </p:nvGrpSpPr>
      <p:grpSpPr>
        <a:xfrm xmlns:a="http://schemas.openxmlformats.org/drawingml/2006/main"/>
      </p:grpSpPr>
      <p:cxnSp>
        <p:nvCxnSpPr>
          <p:cNvPr id="41" name="">
            <a:extLst xmlns:a="http://schemas.openxmlformats.org/drawingml/2006/main">
              <a:ext uri="{FF2B5EF4-FFF2-40B4-BE49-F238E27FC236}">
                <a16:creationId xmlns:a16="http://schemas.microsoft.com/office/drawing/2014/main" id="{B47011D0-A894-46E7-88EF-A314BC820A97}"/>
              </a:ext>
            </a:extLst>
          </p:cNvPr>
          <p:cNvCxnSpPr>
            <a:stCxn xmlns:a="http://schemas.openxmlformats.org/drawingml/2006/main" id="28" idx="3"/>
            <a:endCxn xmlns:a="http://schemas.openxmlformats.org/drawingml/2006/main" id="24" idx="2"/>
          </p:cNvCxnSpPr>
          <p:nvPr/>
        </p:nvCxnSpPr>
        <p:spPr>
          <a:xfrm xmlns:a="http://schemas.openxmlformats.org/drawingml/2006/main" flipV="1">
            <a:off x="7143750" y="5095875"/>
            <a:ext cx="2762250" cy="728663"/>
          </a:xfrm>
          <a:prstGeom xmlns:a="http://schemas.openxmlformats.org/drawingml/2006/main" prst="bentConnector2">
            <a:avLst/>
          </a:prstGeom>
          <a:ln xmlns:a="http://schemas.openxmlformats.org/drawingml/2006/main" w="19050">
            <a:solidFill>
              <a:srgbClr val="6C655F"/>
            </a:solidFill>
            <a:prstDash val="solid"/>
            <a:tailEnd type="triangle" w="sm" len="sm"/>
          </a:ln>
        </p:spPr>
      </p:cxnSp>
      <p:cxnSp>
        <p:nvCxnSpPr>
          <p:cNvPr id="40" name="">
            <a:extLst xmlns:a="http://schemas.openxmlformats.org/drawingml/2006/main">
              <a:ext uri="{FF2B5EF4-FFF2-40B4-BE49-F238E27FC236}">
                <a16:creationId xmlns:a16="http://schemas.microsoft.com/office/drawing/2014/main" id="{7CA7770C-81A4-4445-ADA3-B7E6FC64C8FF}"/>
              </a:ext>
            </a:extLst>
          </p:cNvPr>
          <p:cNvCxnSpPr>
            <a:stCxn xmlns:a="http://schemas.openxmlformats.org/drawingml/2006/main" id="20" idx="3"/>
            <a:endCxn xmlns:a="http://schemas.openxmlformats.org/drawingml/2006/main" id="24" idx="1"/>
          </p:cNvCxnSpPr>
          <p:nvPr/>
        </p:nvCxnSpPr>
        <p:spPr>
          <a:xfrm xmlns:a="http://schemas.openxmlformats.org/drawingml/2006/main">
            <a:off x="7143750" y="4476750"/>
            <a:ext cx="1238250" cy="0"/>
          </a:xfrm>
          <a:prstGeom xmlns:a="http://schemas.openxmlformats.org/drawingml/2006/main" prst="straightConnector1">
            <a:avLst/>
          </a:prstGeom>
          <a:ln xmlns:a="http://schemas.openxmlformats.org/drawingml/2006/main" w="19050">
            <a:solidFill>
              <a:srgbClr val="6C655F"/>
            </a:solidFill>
            <a:prstDash val="solid"/>
            <a:tailEnd type="triangle" w="sm" len="sm"/>
          </a:ln>
        </p:spPr>
      </p:cxnSp>
      <p:cxnSp>
        <p:nvCxnSpPr>
          <p:cNvPr id="39" name="">
            <a:extLst xmlns:a="http://schemas.openxmlformats.org/drawingml/2006/main">
              <a:ext uri="{FF2B5EF4-FFF2-40B4-BE49-F238E27FC236}">
                <a16:creationId xmlns:a16="http://schemas.microsoft.com/office/drawing/2014/main" id="{C13B5B7A-F846-4F12-9600-9D83BC339B2E}"/>
              </a:ext>
            </a:extLst>
          </p:cNvPr>
          <p:cNvCxnSpPr>
            <a:stCxn xmlns:a="http://schemas.openxmlformats.org/drawingml/2006/main" id="8" idx="3"/>
            <a:endCxn xmlns:a="http://schemas.openxmlformats.org/drawingml/2006/main" id="20" idx="1"/>
          </p:cNvCxnSpPr>
          <p:nvPr/>
        </p:nvCxnSpPr>
        <p:spPr>
          <a:xfrm xmlns:a="http://schemas.openxmlformats.org/drawingml/2006/main">
            <a:off x="3143250" y="3024188"/>
            <a:ext cx="1143000" cy="1452563"/>
          </a:xfrm>
          <a:prstGeom xmlns:a="http://schemas.openxmlformats.org/drawingml/2006/main" prst="bentConnector3">
            <a:avLst>
              <a:gd name="adj1" fmla="val 50000"/>
            </a:avLst>
          </a:prstGeom>
          <a:ln xmlns:a="http://schemas.openxmlformats.org/drawingml/2006/main" w="19050">
            <a:solidFill>
              <a:srgbClr val="6C655F"/>
            </a:solidFill>
            <a:prstDash val="solid"/>
            <a:tailEnd type="triangle" w="sm" len="sm"/>
          </a:ln>
        </p:spPr>
      </p:cxnSp>
      <p:cxnSp>
        <p:nvCxnSpPr>
          <p:cNvPr id="38" name="">
            <a:extLst xmlns:a="http://schemas.openxmlformats.org/drawingml/2006/main">
              <a:ext uri="{FF2B5EF4-FFF2-40B4-BE49-F238E27FC236}">
                <a16:creationId xmlns:a16="http://schemas.microsoft.com/office/drawing/2014/main" id="{74E4EC6D-7F12-49BC-98BD-03E0E955CAFF}"/>
              </a:ext>
            </a:extLst>
          </p:cNvPr>
          <p:cNvCxnSpPr>
            <a:stCxn xmlns:a="http://schemas.openxmlformats.org/drawingml/2006/main" id="12" idx="3"/>
            <a:endCxn xmlns:a="http://schemas.openxmlformats.org/drawingml/2006/main" id="16" idx="1"/>
          </p:cNvCxnSpPr>
          <p:nvPr/>
        </p:nvCxnSpPr>
        <p:spPr>
          <a:xfrm xmlns:a="http://schemas.openxmlformats.org/drawingml/2006/main">
            <a:off x="7143750" y="2571750"/>
            <a:ext cx="1238250" cy="0"/>
          </a:xfrm>
          <a:prstGeom xmlns:a="http://schemas.openxmlformats.org/drawingml/2006/main" prst="straightConnector1">
            <a:avLst/>
          </a:prstGeom>
          <a:ln xmlns:a="http://schemas.openxmlformats.org/drawingml/2006/main" w="19050">
            <a:solidFill>
              <a:srgbClr val="6C655F"/>
            </a:solidFill>
            <a:prstDash val="solid"/>
            <a:tailEnd type="triangle" w="sm" len="sm"/>
          </a:ln>
        </p:spPr>
      </p:cxnSp>
      <p:cxnSp>
        <p:nvCxnSpPr>
          <p:cNvPr id="37" name="">
            <a:extLst xmlns:a="http://schemas.openxmlformats.org/drawingml/2006/main">
              <a:ext uri="{FF2B5EF4-FFF2-40B4-BE49-F238E27FC236}">
                <a16:creationId xmlns:a16="http://schemas.microsoft.com/office/drawing/2014/main" id="{C5B0BB07-6FD1-49C6-A4EE-8372CD950336}"/>
              </a:ext>
            </a:extLst>
          </p:cNvPr>
          <p:cNvCxnSpPr>
            <a:stCxn xmlns:a="http://schemas.openxmlformats.org/drawingml/2006/main" id="8" idx="3"/>
            <a:endCxn xmlns:a="http://schemas.openxmlformats.org/drawingml/2006/main" id="12" idx="1"/>
          </p:cNvCxnSpPr>
          <p:nvPr/>
        </p:nvCxnSpPr>
        <p:spPr>
          <a:xfrm xmlns:a="http://schemas.openxmlformats.org/drawingml/2006/main" flipV="1">
            <a:off x="3143250" y="2571750"/>
            <a:ext cx="1143000" cy="452438"/>
          </a:xfrm>
          <a:prstGeom xmlns:a="http://schemas.openxmlformats.org/drawingml/2006/main" prst="bentConnector3">
            <a:avLst>
              <a:gd name="adj1" fmla="val 50000"/>
            </a:avLst>
          </a:prstGeom>
          <a:ln xmlns:a="http://schemas.openxmlformats.org/drawingml/2006/main" w="19050">
            <a:solidFill>
              <a:srgbClr val="6C655F"/>
            </a:solidFill>
            <a:prstDash val="solid"/>
            <a:tailEnd type="triangle" w="sm" len="sm"/>
          </a:ln>
        </p:spPr>
      </p:cxnSp>
      <p:sp>
        <p:nvSpPr>
          <p:cNvPr id="2" name="Title 1">
            <a:extLst xmlns:a="http://schemas.openxmlformats.org/drawingml/2006/main">
              <a:ext uri="{FF2B5EF4-FFF2-40B4-BE49-F238E27FC236}">
                <a16:creationId xmlns:a16="http://schemas.microsoft.com/office/drawing/2014/main" id="{EE616004-8DDB-4A39-9774-2DB127546BE1}"/>
              </a:ext>
            </a:extLst>
          </p:cNvPr>
          <p:cNvSpPr>
            <a:spLocks xmlns:a="http://schemas.openxmlformats.org/drawingml/2006/main" noGrp="1"/>
          </p:cNvSpPr>
          <p:nvPr>
            <p:ph type="title" idx="0"/>
          </p:nvPr>
        </p:nvSpPr>
        <p:spPr/>
        <p:txBody>
          <a:bodyPr xmlns:a="http://schemas.openxmlformats.org/drawingml/2006/main" wrap="square"/>
          <a:lstStyle xmlns:a="http://schemas.openxmlformats.org/drawingml/2006/main"/>
          <a:p xmlns:a="http://schemas.openxmlformats.org/drawingml/2006/main">
            <a:pPr>
              <a:buNone/>
              <a:defRPr>
                <a:solidFill>
                  <a:srgbClr val="1F2933"/>
                </a:solidFill>
              </a:defRPr>
            </a:pPr>
            <a:r>
              <a:rPr>
                <a:solidFill>
                  <a:srgbClr val="1F2933"/>
                </a:solidFill>
              </a:rPr>
              <a:t>Make the serving paths explicit</a:t>
            </a:r>
          </a:p>
        </p:txBody>
      </p:sp>
      <p:sp>
        <p:nvSpPr>
          <p:cNvPr id="4" name="TextBox 3">
            <a:extLst xmlns:a="http://schemas.openxmlformats.org/drawingml/2006/main">
              <a:ext uri="{FF2B5EF4-FFF2-40B4-BE49-F238E27FC236}">
                <a16:creationId xmlns:a16="http://schemas.microsoft.com/office/drawing/2014/main" id="{8EE430A0-B00A-457B-B6F1-E6B9F0186A55}"/>
              </a:ext>
            </a:extLst>
          </p:cNvPr>
          <p:cNvSpPr>
            <a:spLocks xmlns:a="http://schemas.openxmlformats.org/drawingml/2006/main" noGrp="1"/>
          </p:cNvSpPr>
          <p:nvPr/>
        </p:nvSpPr>
        <p:spPr>
          <a:xfrm xmlns:a="http://schemas.openxmlformats.org/drawingml/2006/main">
            <a:off x="1124712" y="6428232"/>
            <a:ext cx="9326880" cy="219456"/>
          </a:xfrm>
          <a:prstGeom xmlns:a="http://schemas.openxmlformats.org/drawingml/2006/main" prst="rect">
            <a:avLst/>
          </a:prstGeom>
          <a:noFill xmlns:a="http://schemas.openxmlformats.org/drawingml/2006/main"/>
        </p:spPr>
        <p:txBody>
          <a:bodyPr xmlns:a="http://schemas.openxmlformats.org/drawingml/2006/main" wrap="none" lIns="0" tIns="0" rIns="0" bIns="0" anchor="ctr">
            <a:spAutoFit/>
          </a:bodyPr>
          <a:lstStyle xmlns:a="http://schemas.openxmlformats.org/drawingml/2006/main"/>
          <a:p xmlns:a="http://schemas.openxmlformats.org/drawingml/2006/main">
            <a:pPr>
              <a:buNone/>
              <a:defRPr sz="900">
                <a:solidFill>
                  <a:srgbClr val="666666"/>
                </a:solidFill>
              </a:defRPr>
            </a:pPr>
            <a:r>
              <a:t>Abhijit Khuperkar | Reference implementation</a:t>
            </a:r>
          </a:p>
        </p:txBody>
      </p:sp>
      <p:sp>
        <p:nvSpPr>
          <p:cNvPr id="5" name="TextBox 4">
            <a:extLst xmlns:a="http://schemas.openxmlformats.org/drawingml/2006/main">
              <a:ext uri="{FF2B5EF4-FFF2-40B4-BE49-F238E27FC236}">
                <a16:creationId xmlns:a16="http://schemas.microsoft.com/office/drawing/2014/main" id="{902C4A0A-9BE1-4728-97A1-FF85AC130CCA}"/>
              </a:ext>
            </a:extLst>
          </p:cNvPr>
          <p:cNvSpPr>
            <a:spLocks xmlns:a="http://schemas.openxmlformats.org/drawingml/2006/main" noGrp="1"/>
          </p:cNvSpPr>
          <p:nvPr/>
        </p:nvSpPr>
        <p:spPr>
          <a:xfrm xmlns:a="http://schemas.openxmlformats.org/drawingml/2006/main">
            <a:off x="758952" y="6428232"/>
            <a:ext cx="274320" cy="219456"/>
          </a:xfrm>
          <a:prstGeom xmlns:a="http://schemas.openxmlformats.org/drawingml/2006/main" prst="rect">
            <a:avLst/>
          </a:prstGeom>
          <a:noFill xmlns:a="http://schemas.openxmlformats.org/drawingml/2006/main"/>
        </p:spPr>
        <p:txBody>
          <a:bodyPr xmlns:a="http://schemas.openxmlformats.org/drawingml/2006/main" wrap="none" lIns="0" tIns="0" rIns="0" bIns="0" anchor="ctr">
            <a:spAutoFit/>
          </a:bodyPr>
          <a:lstStyle xmlns:a="http://schemas.openxmlformats.org/drawingml/2006/main"/>
          <a:p xmlns:a="http://schemas.openxmlformats.org/drawingml/2006/main">
            <a:pPr>
              <a:buNone/>
              <a:defRPr sz="900">
                <a:solidFill>
                  <a:srgbClr val="666666"/>
                </a:solidFill>
              </a:defRPr>
            </a:pPr>
            <a:r>
              <a:t>3</a:t>
            </a:r>
          </a:p>
        </p:txBody>
      </p:sp>
      <p:sp>
        <p:nvSpPr>
          <p:cNvPr id="6" name="">
            <a:extLst xmlns:a="http://schemas.openxmlformats.org/drawingml/2006/main">
              <a:ext uri="{FF2B5EF4-FFF2-40B4-BE49-F238E27FC236}">
                <a16:creationId xmlns:a16="http://schemas.microsoft.com/office/drawing/2014/main" id="{E62C662A-AC5B-410D-ABC6-B89F35861C1F}"/>
              </a:ext>
            </a:extLst>
          </p:cNvPr>
          <p:cNvSpPr>
            <a:spLocks xmlns:a="http://schemas.openxmlformats.org/drawingml/2006/main" noGrp="1"/>
          </p:cNvSpPr>
          <p:nvPr/>
        </p:nvSpPr>
        <p:spPr>
          <a:xfrm xmlns:a="http://schemas.openxmlformats.org/drawingml/2006/main">
            <a:off x="666750" y="1524000"/>
            <a:ext cx="10858500" cy="4762500"/>
          </a:xfrm>
          <a:prstGeom xmlns:a="http://schemas.openxmlformats.org/drawingml/2006/main" prst="rect">
            <a:avLst/>
          </a:prstGeom>
          <a:solidFill xmlns:a="http://schemas.openxmlformats.org/drawingml/2006/main">
            <a:srgbClr val="FBF9F8"/>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4FB8474A-D1CF-4E7F-8D08-A58216C3B19C}"/>
              </a:ext>
            </a:extLst>
          </p:cNvPr>
          <p:cNvSpPr>
            <a:spLocks xmlns:a="http://schemas.openxmlformats.org/drawingml/2006/main" noGrp="1"/>
          </p:cNvSpPr>
          <p:nvPr/>
        </p:nvSpPr>
        <p:spPr>
          <a:xfrm xmlns:a="http://schemas.openxmlformats.org/drawingml/2006/main">
            <a:off x="762000" y="1162050"/>
            <a:ext cx="10668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1725" b="0">
                <a:solidFill>
                  <a:srgbClr val="6C655F"/>
                </a:solidFill>
              </a:defRPr>
            </a:defPPr>
            <a:lvl1pPr>
              <a:defRPr sz="1725" b="0">
                <a:solidFill>
                  <a:srgbClr val="6C655F"/>
                </a:solidFill>
              </a:defRPr>
            </a:lvl1pPr>
            <a:lvl2pPr>
              <a:defRPr sz="1725" b="0">
                <a:solidFill>
                  <a:srgbClr val="6C655F"/>
                </a:solidFill>
              </a:defRPr>
            </a:lvl2pPr>
            <a:lvl3pPr>
              <a:defRPr sz="1725" b="0">
                <a:solidFill>
                  <a:srgbClr val="6C655F"/>
                </a:solidFill>
              </a:defRPr>
            </a:lvl3pPr>
            <a:lvl4pPr>
              <a:defRPr sz="1725" b="0">
                <a:solidFill>
                  <a:srgbClr val="6C655F"/>
                </a:solidFill>
              </a:defRPr>
            </a:lvl4pPr>
            <a:lvl5pPr>
              <a:defRPr sz="1725" b="0">
                <a:solidFill>
                  <a:srgbClr val="6C655F"/>
                </a:solidFill>
              </a:defRPr>
            </a:lvl5pPr>
            <a:lvl6pPr>
              <a:defRPr sz="1725" b="0">
                <a:solidFill>
                  <a:srgbClr val="6C655F"/>
                </a:solidFill>
              </a:defRPr>
            </a:lvl6pPr>
            <a:lvl7pPr>
              <a:defRPr sz="1725" b="0">
                <a:solidFill>
                  <a:srgbClr val="6C655F"/>
                </a:solidFill>
              </a:defRPr>
            </a:lvl7pPr>
            <a:lvl8pPr>
              <a:defRPr sz="1725" b="0">
                <a:solidFill>
                  <a:srgbClr val="6C655F"/>
                </a:solidFill>
              </a:defRPr>
            </a:lvl8pPr>
            <a:lvl9pPr>
              <a:defRPr sz="1725" b="0">
                <a:solidFill>
                  <a:srgbClr val="6C655F"/>
                </a:solidFill>
              </a:defRPr>
            </a:lvl9pPr>
          </a:lstStyle>
          <a:p xmlns:a="http://schemas.openxmlformats.org/drawingml/2006/main">
            <a:pPr>
              <a:defRPr sz="1725" b="0">
                <a:solidFill>
                  <a:srgbClr val="6C655F"/>
                </a:solidFill>
              </a:defRPr>
            </a:pPr>
            <a:r>
              <a:rPr sz="1725" b="0">
                <a:solidFill>
                  <a:srgbClr val="6C655F"/>
                </a:solidFill>
              </a:rPr>
              <a:t>Gold data supports analytics and a separate agent snapshot path</a:t>
            </a:r>
          </a:p>
        </p:txBody>
      </p:sp>
      <p:sp>
        <p:nvSpPr>
          <p:cNvPr id="8" name="">
            <a:extLst xmlns:a="http://schemas.openxmlformats.org/drawingml/2006/main">
              <a:ext uri="{FF2B5EF4-FFF2-40B4-BE49-F238E27FC236}">
                <a16:creationId xmlns:a16="http://schemas.microsoft.com/office/drawing/2014/main" id="{1685DE10-5BF8-4327-8ACF-A8C2F7819EE0}"/>
              </a:ext>
            </a:extLst>
          </p:cNvPr>
          <p:cNvSpPr>
            <a:spLocks xmlns:a="http://schemas.openxmlformats.org/drawingml/2006/main" noGrp="1"/>
          </p:cNvSpPr>
          <p:nvPr/>
        </p:nvSpPr>
        <p:spPr>
          <a:xfrm xmlns:a="http://schemas.openxmlformats.org/drawingml/2006/main">
            <a:off x="762000" y="2286000"/>
            <a:ext cx="2381250" cy="1476375"/>
          </a:xfrm>
          <a:prstGeom xmlns:a="http://schemas.openxmlformats.org/drawingml/2006/main" prst="roundRect">
            <a:avLst>
              <a:gd name="adj" fmla="val 5161"/>
            </a:avLst>
          </a:prstGeom>
          <a:solidFill xmlns:a="http://schemas.openxmlformats.org/drawingml/2006/main">
            <a:srgbClr val="FFFFFF"/>
          </a:solidFill>
          <a:ln xmlns:a="http://schemas.openxmlformats.org/drawingml/2006/main" w="9525">
            <a:solidFill>
              <a:srgbClr val="D9D3CC"/>
            </a:solidFill>
            <a:prstDash val="solid"/>
          </a:ln>
        </p:spPr>
      </p:sp>
      <p:sp>
        <p:nvSpPr>
          <p:cNvPr id="9" name="">
            <a:extLst xmlns:a="http://schemas.openxmlformats.org/drawingml/2006/main">
              <a:ext uri="{FF2B5EF4-FFF2-40B4-BE49-F238E27FC236}">
                <a16:creationId xmlns:a16="http://schemas.microsoft.com/office/drawing/2014/main" id="{15F2FE72-F107-493D-9E35-E5B3DE048671}"/>
              </a:ext>
            </a:extLst>
          </p:cNvPr>
          <p:cNvSpPr>
            <a:spLocks xmlns:a="http://schemas.openxmlformats.org/drawingml/2006/main" noGrp="1"/>
          </p:cNvSpPr>
          <p:nvPr/>
        </p:nvSpPr>
        <p:spPr>
          <a:xfrm xmlns:a="http://schemas.openxmlformats.org/drawingml/2006/main">
            <a:off x="762000" y="2400300"/>
            <a:ext cx="38100" cy="1247775"/>
          </a:xfrm>
          <a:prstGeom xmlns:a="http://schemas.openxmlformats.org/drawingml/2006/main" prst="rect">
            <a:avLst/>
          </a:prstGeom>
          <a:solidFill xmlns:a="http://schemas.openxmlformats.org/drawingml/2006/main">
            <a:srgbClr val="C74634"/>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006AD1DD-5F61-4882-9EF9-C70D162BCEC9}"/>
              </a:ext>
            </a:extLst>
          </p:cNvPr>
          <p:cNvSpPr>
            <a:spLocks xmlns:a="http://schemas.openxmlformats.org/drawingml/2006/main" noGrp="1"/>
          </p:cNvSpPr>
          <p:nvPr/>
        </p:nvSpPr>
        <p:spPr>
          <a:xfrm xmlns:a="http://schemas.openxmlformats.org/drawingml/2006/main">
            <a:off x="933450" y="2428875"/>
            <a:ext cx="20383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1800" b="1">
                <a:solidFill>
                  <a:srgbClr val="312D2A"/>
                </a:solidFill>
              </a:defRPr>
            </a:defPPr>
            <a:lvl1pPr>
              <a:defRPr sz="1800" b="1">
                <a:solidFill>
                  <a:srgbClr val="312D2A"/>
                </a:solidFill>
              </a:defRPr>
            </a:lvl1pPr>
            <a:lvl2pPr>
              <a:defRPr sz="1800" b="1">
                <a:solidFill>
                  <a:srgbClr val="312D2A"/>
                </a:solidFill>
              </a:defRPr>
            </a:lvl2pPr>
            <a:lvl3pPr>
              <a:defRPr sz="1800" b="1">
                <a:solidFill>
                  <a:srgbClr val="312D2A"/>
                </a:solidFill>
              </a:defRPr>
            </a:lvl3pPr>
            <a:lvl4pPr>
              <a:defRPr sz="1800" b="1">
                <a:solidFill>
                  <a:srgbClr val="312D2A"/>
                </a:solidFill>
              </a:defRPr>
            </a:lvl4pPr>
            <a:lvl5pPr>
              <a:defRPr sz="1800" b="1">
                <a:solidFill>
                  <a:srgbClr val="312D2A"/>
                </a:solidFill>
              </a:defRPr>
            </a:lvl5pPr>
            <a:lvl6pPr>
              <a:defRPr sz="1800" b="1">
                <a:solidFill>
                  <a:srgbClr val="312D2A"/>
                </a:solidFill>
              </a:defRPr>
            </a:lvl6pPr>
            <a:lvl7pPr>
              <a:defRPr sz="1800" b="1">
                <a:solidFill>
                  <a:srgbClr val="312D2A"/>
                </a:solidFill>
              </a:defRPr>
            </a:lvl7pPr>
            <a:lvl8pPr>
              <a:defRPr sz="1800" b="1">
                <a:solidFill>
                  <a:srgbClr val="312D2A"/>
                </a:solidFill>
              </a:defRPr>
            </a:lvl8pPr>
            <a:lvl9pPr>
              <a:defRPr sz="1800" b="1">
                <a:solidFill>
                  <a:srgbClr val="312D2A"/>
                </a:solidFill>
              </a:defRPr>
            </a:lvl9pPr>
          </a:lstStyle>
          <a:p xmlns:a="http://schemas.openxmlformats.org/drawingml/2006/main">
            <a:pPr>
              <a:defRPr sz="1800" b="1">
                <a:solidFill>
                  <a:srgbClr val="312D2A"/>
                </a:solidFill>
              </a:defRPr>
            </a:pPr>
            <a:r>
              <a:rPr sz="1800" b="1">
                <a:solidFill>
                  <a:srgbClr val="312D2A"/>
                </a:solidFill>
              </a:rPr>
              <a:t>Spark medallion</a:t>
            </a:r>
          </a:p>
        </p:txBody>
      </p:sp>
      <p:sp>
        <p:nvSpPr>
          <p:cNvPr id="11" name="">
            <a:extLst xmlns:a="http://schemas.openxmlformats.org/drawingml/2006/main">
              <a:ext uri="{FF2B5EF4-FFF2-40B4-BE49-F238E27FC236}">
                <a16:creationId xmlns:a16="http://schemas.microsoft.com/office/drawing/2014/main" id="{58F4635B-F09D-4D4A-96AB-52C7DC0C7B75}"/>
              </a:ext>
            </a:extLst>
          </p:cNvPr>
          <p:cNvSpPr>
            <a:spLocks xmlns:a="http://schemas.openxmlformats.org/drawingml/2006/main" noGrp="1"/>
          </p:cNvSpPr>
          <p:nvPr/>
        </p:nvSpPr>
        <p:spPr>
          <a:xfrm xmlns:a="http://schemas.openxmlformats.org/drawingml/2006/main">
            <a:off x="933450" y="2828925"/>
            <a:ext cx="20383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1575" b="0">
                <a:solidFill>
                  <a:srgbClr val="6C655F"/>
                </a:solidFill>
              </a:defRPr>
            </a:defPPr>
            <a:lvl1pPr>
              <a:defRPr sz="1575" b="0">
                <a:solidFill>
                  <a:srgbClr val="6C655F"/>
                </a:solidFill>
              </a:defRPr>
            </a:lvl1pPr>
            <a:lvl2pPr>
              <a:defRPr sz="1575" b="0">
                <a:solidFill>
                  <a:srgbClr val="6C655F"/>
                </a:solidFill>
              </a:defRPr>
            </a:lvl2pPr>
            <a:lvl3pPr>
              <a:defRPr sz="1575" b="0">
                <a:solidFill>
                  <a:srgbClr val="6C655F"/>
                </a:solidFill>
              </a:defRPr>
            </a:lvl3pPr>
            <a:lvl4pPr>
              <a:defRPr sz="1575" b="0">
                <a:solidFill>
                  <a:srgbClr val="6C655F"/>
                </a:solidFill>
              </a:defRPr>
            </a:lvl4pPr>
            <a:lvl5pPr>
              <a:defRPr sz="1575" b="0">
                <a:solidFill>
                  <a:srgbClr val="6C655F"/>
                </a:solidFill>
              </a:defRPr>
            </a:lvl5pPr>
            <a:lvl6pPr>
              <a:defRPr sz="1575" b="0">
                <a:solidFill>
                  <a:srgbClr val="6C655F"/>
                </a:solidFill>
              </a:defRPr>
            </a:lvl6pPr>
            <a:lvl7pPr>
              <a:defRPr sz="1575" b="0">
                <a:solidFill>
                  <a:srgbClr val="6C655F"/>
                </a:solidFill>
              </a:defRPr>
            </a:lvl7pPr>
            <a:lvl8pPr>
              <a:defRPr sz="1575" b="0">
                <a:solidFill>
                  <a:srgbClr val="6C655F"/>
                </a:solidFill>
              </a:defRPr>
            </a:lvl8pPr>
            <a:lvl9pPr>
              <a:defRPr sz="1575" b="0">
                <a:solidFill>
                  <a:srgbClr val="6C655F"/>
                </a:solidFill>
              </a:defRPr>
            </a:lvl9pPr>
          </a:lstStyle>
          <a:p xmlns:a="http://schemas.openxmlformats.org/drawingml/2006/main">
            <a:pPr>
              <a:defRPr sz="1575" b="0">
                <a:solidFill>
                  <a:srgbClr val="6C655F"/>
                </a:solidFill>
              </a:defRPr>
            </a:pPr>
            <a:r>
              <a:rPr sz="1575" b="0">
                <a:solidFill>
                  <a:srgbClr val="6C655F"/>
                </a:solidFill>
              </a:rPr>
              <a:t>Bronze → Silver → Gold</a:t>
            </a:r>
          </a:p>
          <a:p xmlns:a="http://schemas.openxmlformats.org/drawingml/2006/main">
            <a:pPr>
              <a:defRPr sz="1575" b="0">
                <a:solidFill>
                  <a:srgbClr val="6C655F"/>
                </a:solidFill>
              </a:defRPr>
            </a:pPr>
            <a:r>
              <a:rPr sz="1575" b="0">
                <a:solidFill>
                  <a:srgbClr val="6C655F"/>
                </a:solidFill>
              </a:rPr>
              <a:t>Delta tables</a:t>
            </a:r>
          </a:p>
        </p:txBody>
      </p:sp>
      <p:sp>
        <p:nvSpPr>
          <p:cNvPr id="12" name="">
            <a:extLst xmlns:a="http://schemas.openxmlformats.org/drawingml/2006/main">
              <a:ext uri="{FF2B5EF4-FFF2-40B4-BE49-F238E27FC236}">
                <a16:creationId xmlns:a16="http://schemas.microsoft.com/office/drawing/2014/main" id="{60D8A90A-7DC9-43F3-ABD6-4E6EB8ABE1D7}"/>
              </a:ext>
            </a:extLst>
          </p:cNvPr>
          <p:cNvSpPr>
            <a:spLocks xmlns:a="http://schemas.openxmlformats.org/drawingml/2006/main" noGrp="1"/>
          </p:cNvSpPr>
          <p:nvPr/>
        </p:nvSpPr>
        <p:spPr>
          <a:xfrm xmlns:a="http://schemas.openxmlformats.org/drawingml/2006/main">
            <a:off x="4286250" y="1952625"/>
            <a:ext cx="2857500" cy="1238250"/>
          </a:xfrm>
          <a:prstGeom xmlns:a="http://schemas.openxmlformats.org/drawingml/2006/main" prst="roundRect">
            <a:avLst>
              <a:gd name="adj" fmla="val 6154"/>
            </a:avLst>
          </a:prstGeom>
          <a:solidFill xmlns:a="http://schemas.openxmlformats.org/drawingml/2006/main">
            <a:srgbClr val="FFFFFF"/>
          </a:solidFill>
          <a:ln xmlns:a="http://schemas.openxmlformats.org/drawingml/2006/main" w="9525">
            <a:solidFill>
              <a:srgbClr val="D9D3CC"/>
            </a:solidFill>
            <a:prstDash val="solid"/>
          </a:ln>
        </p:spPr>
      </p:sp>
      <p:sp>
        <p:nvSpPr>
          <p:cNvPr id="13" name="">
            <a:extLst xmlns:a="http://schemas.openxmlformats.org/drawingml/2006/main">
              <a:ext uri="{FF2B5EF4-FFF2-40B4-BE49-F238E27FC236}">
                <a16:creationId xmlns:a16="http://schemas.microsoft.com/office/drawing/2014/main" id="{3840F270-FE5A-44B0-998B-CB260C69684C}"/>
              </a:ext>
            </a:extLst>
          </p:cNvPr>
          <p:cNvSpPr>
            <a:spLocks xmlns:a="http://schemas.openxmlformats.org/drawingml/2006/main" noGrp="1"/>
          </p:cNvSpPr>
          <p:nvPr/>
        </p:nvSpPr>
        <p:spPr>
          <a:xfrm xmlns:a="http://schemas.openxmlformats.org/drawingml/2006/main">
            <a:off x="4286250" y="2066925"/>
            <a:ext cx="38100" cy="1009650"/>
          </a:xfrm>
          <a:prstGeom xmlns:a="http://schemas.openxmlformats.org/drawingml/2006/main" prst="rect">
            <a:avLst/>
          </a:prstGeom>
          <a:solidFill xmlns:a="http://schemas.openxmlformats.org/drawingml/2006/main">
            <a:srgbClr val="537D6B"/>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88F3EB78-9F59-4CF3-B5A7-DFC255873569}"/>
              </a:ext>
            </a:extLst>
          </p:cNvPr>
          <p:cNvSpPr>
            <a:spLocks xmlns:a="http://schemas.openxmlformats.org/drawingml/2006/main" noGrp="1"/>
          </p:cNvSpPr>
          <p:nvPr/>
        </p:nvSpPr>
        <p:spPr>
          <a:xfrm xmlns:a="http://schemas.openxmlformats.org/drawingml/2006/main">
            <a:off x="4457700" y="2095500"/>
            <a:ext cx="25146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1725" b="1">
                <a:solidFill>
                  <a:srgbClr val="312D2A"/>
                </a:solidFill>
              </a:defRPr>
            </a:defPPr>
            <a:lvl1pPr>
              <a:defRPr sz="1725" b="1">
                <a:solidFill>
                  <a:srgbClr val="312D2A"/>
                </a:solidFill>
              </a:defRPr>
            </a:lvl1pPr>
            <a:lvl2pPr>
              <a:defRPr sz="1725" b="1">
                <a:solidFill>
                  <a:srgbClr val="312D2A"/>
                </a:solidFill>
              </a:defRPr>
            </a:lvl2pPr>
            <a:lvl3pPr>
              <a:defRPr sz="1725" b="1">
                <a:solidFill>
                  <a:srgbClr val="312D2A"/>
                </a:solidFill>
              </a:defRPr>
            </a:lvl3pPr>
            <a:lvl4pPr>
              <a:defRPr sz="1725" b="1">
                <a:solidFill>
                  <a:srgbClr val="312D2A"/>
                </a:solidFill>
              </a:defRPr>
            </a:lvl4pPr>
            <a:lvl5pPr>
              <a:defRPr sz="1725" b="1">
                <a:solidFill>
                  <a:srgbClr val="312D2A"/>
                </a:solidFill>
              </a:defRPr>
            </a:lvl5pPr>
            <a:lvl6pPr>
              <a:defRPr sz="1725" b="1">
                <a:solidFill>
                  <a:srgbClr val="312D2A"/>
                </a:solidFill>
              </a:defRPr>
            </a:lvl6pPr>
            <a:lvl7pPr>
              <a:defRPr sz="1725" b="1">
                <a:solidFill>
                  <a:srgbClr val="312D2A"/>
                </a:solidFill>
              </a:defRPr>
            </a:lvl7pPr>
            <a:lvl8pPr>
              <a:defRPr sz="1725" b="1">
                <a:solidFill>
                  <a:srgbClr val="312D2A"/>
                </a:solidFill>
              </a:defRPr>
            </a:lvl8pPr>
            <a:lvl9pPr>
              <a:defRPr sz="1725" b="1">
                <a:solidFill>
                  <a:srgbClr val="312D2A"/>
                </a:solidFill>
              </a:defRPr>
            </a:lvl9pPr>
          </a:lstStyle>
          <a:p xmlns:a="http://schemas.openxmlformats.org/drawingml/2006/main">
            <a:pPr>
              <a:defRPr sz="1725" b="1">
                <a:solidFill>
                  <a:srgbClr val="312D2A"/>
                </a:solidFill>
              </a:defRPr>
            </a:pPr>
            <a:r>
              <a:rPr sz="1725" b="1">
                <a:solidFill>
                  <a:srgbClr val="312D2A"/>
                </a:solidFill>
              </a:rPr>
              <a:t>AILH publication</a:t>
            </a:r>
          </a:p>
        </p:txBody>
      </p:sp>
      <p:sp>
        <p:nvSpPr>
          <p:cNvPr id="15" name="">
            <a:extLst xmlns:a="http://schemas.openxmlformats.org/drawingml/2006/main">
              <a:ext uri="{FF2B5EF4-FFF2-40B4-BE49-F238E27FC236}">
                <a16:creationId xmlns:a16="http://schemas.microsoft.com/office/drawing/2014/main" id="{BB56B06C-56FA-4A5A-95B8-A14BC46023E0}"/>
              </a:ext>
            </a:extLst>
          </p:cNvPr>
          <p:cNvSpPr>
            <a:spLocks xmlns:a="http://schemas.openxmlformats.org/drawingml/2006/main" noGrp="1"/>
          </p:cNvSpPr>
          <p:nvPr/>
        </p:nvSpPr>
        <p:spPr>
          <a:xfrm xmlns:a="http://schemas.openxmlformats.org/drawingml/2006/main">
            <a:off x="4457700" y="2495550"/>
            <a:ext cx="25146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1425" b="0">
                <a:solidFill>
                  <a:srgbClr val="6C655F"/>
                </a:solidFill>
              </a:defRPr>
            </a:defPPr>
            <a:lvl1pPr>
              <a:defRPr sz="1425" b="0">
                <a:solidFill>
                  <a:srgbClr val="6C655F"/>
                </a:solidFill>
              </a:defRPr>
            </a:lvl1pPr>
            <a:lvl2pPr>
              <a:defRPr sz="1425" b="0">
                <a:solidFill>
                  <a:srgbClr val="6C655F"/>
                </a:solidFill>
              </a:defRPr>
            </a:lvl2pPr>
            <a:lvl3pPr>
              <a:defRPr sz="1425" b="0">
                <a:solidFill>
                  <a:srgbClr val="6C655F"/>
                </a:solidFill>
              </a:defRPr>
            </a:lvl3pPr>
            <a:lvl4pPr>
              <a:defRPr sz="1425" b="0">
                <a:solidFill>
                  <a:srgbClr val="6C655F"/>
                </a:solidFill>
              </a:defRPr>
            </a:lvl4pPr>
            <a:lvl5pPr>
              <a:defRPr sz="1425" b="0">
                <a:solidFill>
                  <a:srgbClr val="6C655F"/>
                </a:solidFill>
              </a:defRPr>
            </a:lvl5pPr>
            <a:lvl6pPr>
              <a:defRPr sz="1425" b="0">
                <a:solidFill>
                  <a:srgbClr val="6C655F"/>
                </a:solidFill>
              </a:defRPr>
            </a:lvl6pPr>
            <a:lvl7pPr>
              <a:defRPr sz="1425" b="0">
                <a:solidFill>
                  <a:srgbClr val="6C655F"/>
                </a:solidFill>
              </a:defRPr>
            </a:lvl7pPr>
            <a:lvl8pPr>
              <a:defRPr sz="1425" b="0">
                <a:solidFill>
                  <a:srgbClr val="6C655F"/>
                </a:solidFill>
              </a:defRPr>
            </a:lvl8pPr>
            <a:lvl9pPr>
              <a:defRPr sz="1425" b="0">
                <a:solidFill>
                  <a:srgbClr val="6C655F"/>
                </a:solidFill>
              </a:defRPr>
            </a:lvl9pPr>
          </a:lstStyle>
          <a:p xmlns:a="http://schemas.openxmlformats.org/drawingml/2006/main">
            <a:pPr>
              <a:defRPr sz="1425" b="0">
                <a:solidFill>
                  <a:srgbClr val="6C655F"/>
                </a:solidFill>
              </a:defRPr>
            </a:pPr>
            <a:r>
              <a:rPr sz="1425" b="0">
                <a:solidFill>
                  <a:srgbClr val="6C655F"/>
                </a:solidFill>
              </a:rPr>
              <a:t>Two native Oracle Gold tables</a:t>
            </a:r>
          </a:p>
          <a:p xmlns:a="http://schemas.openxmlformats.org/drawingml/2006/main">
            <a:pPr>
              <a:defRPr sz="1425" b="0">
                <a:solidFill>
                  <a:srgbClr val="6C655F"/>
                </a:solidFill>
              </a:defRPr>
            </a:pPr>
            <a:r>
              <a:rPr sz="1425" b="0">
                <a:solidFill>
                  <a:srgbClr val="6C655F"/>
                </a:solidFill>
              </a:rPr>
              <a:t>Schema + full-row verification</a:t>
            </a:r>
          </a:p>
        </p:txBody>
      </p:sp>
      <p:sp>
        <p:nvSpPr>
          <p:cNvPr id="16" name="">
            <a:extLst xmlns:a="http://schemas.openxmlformats.org/drawingml/2006/main">
              <a:ext uri="{FF2B5EF4-FFF2-40B4-BE49-F238E27FC236}">
                <a16:creationId xmlns:a16="http://schemas.microsoft.com/office/drawing/2014/main" id="{D2508C6D-C8B8-46B8-BD9D-BD2FAA7AF122}"/>
              </a:ext>
            </a:extLst>
          </p:cNvPr>
          <p:cNvSpPr>
            <a:spLocks xmlns:a="http://schemas.openxmlformats.org/drawingml/2006/main" noGrp="1"/>
          </p:cNvSpPr>
          <p:nvPr/>
        </p:nvSpPr>
        <p:spPr>
          <a:xfrm xmlns:a="http://schemas.openxmlformats.org/drawingml/2006/main">
            <a:off x="8382000" y="1952625"/>
            <a:ext cx="3048000" cy="1238250"/>
          </a:xfrm>
          <a:prstGeom xmlns:a="http://schemas.openxmlformats.org/drawingml/2006/main" prst="roundRect">
            <a:avLst>
              <a:gd name="adj" fmla="val 6154"/>
            </a:avLst>
          </a:prstGeom>
          <a:solidFill xmlns:a="http://schemas.openxmlformats.org/drawingml/2006/main">
            <a:srgbClr val="FFFFFF"/>
          </a:solidFill>
          <a:ln xmlns:a="http://schemas.openxmlformats.org/drawingml/2006/main" w="9525">
            <a:solidFill>
              <a:srgbClr val="D9D3CC"/>
            </a:solidFill>
            <a:prstDash val="solid"/>
          </a:ln>
        </p:spPr>
      </p:sp>
      <p:sp>
        <p:nvSpPr>
          <p:cNvPr id="17" name="">
            <a:extLst xmlns:a="http://schemas.openxmlformats.org/drawingml/2006/main">
              <a:ext uri="{FF2B5EF4-FFF2-40B4-BE49-F238E27FC236}">
                <a16:creationId xmlns:a16="http://schemas.microsoft.com/office/drawing/2014/main" id="{21B0EA38-711C-43D7-8EB4-630FCB8E43B2}"/>
              </a:ext>
            </a:extLst>
          </p:cNvPr>
          <p:cNvSpPr>
            <a:spLocks xmlns:a="http://schemas.openxmlformats.org/drawingml/2006/main" noGrp="1"/>
          </p:cNvSpPr>
          <p:nvPr/>
        </p:nvSpPr>
        <p:spPr>
          <a:xfrm xmlns:a="http://schemas.openxmlformats.org/drawingml/2006/main">
            <a:off x="8382000" y="2066925"/>
            <a:ext cx="38100" cy="1009650"/>
          </a:xfrm>
          <a:prstGeom xmlns:a="http://schemas.openxmlformats.org/drawingml/2006/main" prst="rect">
            <a:avLst/>
          </a:prstGeom>
          <a:solidFill xmlns:a="http://schemas.openxmlformats.org/drawingml/2006/main">
            <a:srgbClr val="537D6B"/>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2A67F923-86C4-47B3-B422-B0E0A4D256A5}"/>
              </a:ext>
            </a:extLst>
          </p:cNvPr>
          <p:cNvSpPr>
            <a:spLocks xmlns:a="http://schemas.openxmlformats.org/drawingml/2006/main" noGrp="1"/>
          </p:cNvSpPr>
          <p:nvPr/>
        </p:nvSpPr>
        <p:spPr>
          <a:xfrm xmlns:a="http://schemas.openxmlformats.org/drawingml/2006/main">
            <a:off x="8553450" y="2095500"/>
            <a:ext cx="27051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1725" b="1">
                <a:solidFill>
                  <a:srgbClr val="312D2A"/>
                </a:solidFill>
              </a:defRPr>
            </a:defPPr>
            <a:lvl1pPr>
              <a:defRPr sz="1725" b="1">
                <a:solidFill>
                  <a:srgbClr val="312D2A"/>
                </a:solidFill>
              </a:defRPr>
            </a:lvl1pPr>
            <a:lvl2pPr>
              <a:defRPr sz="1725" b="1">
                <a:solidFill>
                  <a:srgbClr val="312D2A"/>
                </a:solidFill>
              </a:defRPr>
            </a:lvl2pPr>
            <a:lvl3pPr>
              <a:defRPr sz="1725" b="1">
                <a:solidFill>
                  <a:srgbClr val="312D2A"/>
                </a:solidFill>
              </a:defRPr>
            </a:lvl3pPr>
            <a:lvl4pPr>
              <a:defRPr sz="1725" b="1">
                <a:solidFill>
                  <a:srgbClr val="312D2A"/>
                </a:solidFill>
              </a:defRPr>
            </a:lvl4pPr>
            <a:lvl5pPr>
              <a:defRPr sz="1725" b="1">
                <a:solidFill>
                  <a:srgbClr val="312D2A"/>
                </a:solidFill>
              </a:defRPr>
            </a:lvl5pPr>
            <a:lvl6pPr>
              <a:defRPr sz="1725" b="1">
                <a:solidFill>
                  <a:srgbClr val="312D2A"/>
                </a:solidFill>
              </a:defRPr>
            </a:lvl6pPr>
            <a:lvl7pPr>
              <a:defRPr sz="1725" b="1">
                <a:solidFill>
                  <a:srgbClr val="312D2A"/>
                </a:solidFill>
              </a:defRPr>
            </a:lvl7pPr>
            <a:lvl8pPr>
              <a:defRPr sz="1725" b="1">
                <a:solidFill>
                  <a:srgbClr val="312D2A"/>
                </a:solidFill>
              </a:defRPr>
            </a:lvl8pPr>
            <a:lvl9pPr>
              <a:defRPr sz="1725" b="1">
                <a:solidFill>
                  <a:srgbClr val="312D2A"/>
                </a:solidFill>
              </a:defRPr>
            </a:lvl9pPr>
          </a:lstStyle>
          <a:p xmlns:a="http://schemas.openxmlformats.org/drawingml/2006/main">
            <a:pPr>
              <a:defRPr sz="1725" b="1">
                <a:solidFill>
                  <a:srgbClr val="312D2A"/>
                </a:solidFill>
              </a:defRPr>
            </a:pPr>
            <a:r>
              <a:rPr sz="1725" b="1">
                <a:solidFill>
                  <a:srgbClr val="312D2A"/>
                </a:solidFill>
              </a:rPr>
              <a:t>Oracle Analytics Cloud</a:t>
            </a:r>
          </a:p>
        </p:txBody>
      </p:sp>
      <p:sp>
        <p:nvSpPr>
          <p:cNvPr id="19" name="">
            <a:extLst xmlns:a="http://schemas.openxmlformats.org/drawingml/2006/main">
              <a:ext uri="{FF2B5EF4-FFF2-40B4-BE49-F238E27FC236}">
                <a16:creationId xmlns:a16="http://schemas.microsoft.com/office/drawing/2014/main" id="{9220E037-9A2D-4553-BDCB-94A2A3137E0C}"/>
              </a:ext>
            </a:extLst>
          </p:cNvPr>
          <p:cNvSpPr>
            <a:spLocks xmlns:a="http://schemas.openxmlformats.org/drawingml/2006/main" noGrp="1"/>
          </p:cNvSpPr>
          <p:nvPr/>
        </p:nvSpPr>
        <p:spPr>
          <a:xfrm xmlns:a="http://schemas.openxmlformats.org/drawingml/2006/main">
            <a:off x="8553450" y="2495550"/>
            <a:ext cx="27051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1500" b="0">
                <a:solidFill>
                  <a:srgbClr val="6C655F"/>
                </a:solidFill>
              </a:defRPr>
            </a:defPPr>
            <a:lvl1pPr>
              <a:defRPr sz="1500" b="0">
                <a:solidFill>
                  <a:srgbClr val="6C655F"/>
                </a:solidFill>
              </a:defRPr>
            </a:lvl1pPr>
            <a:lvl2pPr>
              <a:defRPr sz="1500" b="0">
                <a:solidFill>
                  <a:srgbClr val="6C655F"/>
                </a:solidFill>
              </a:defRPr>
            </a:lvl2pPr>
            <a:lvl3pPr>
              <a:defRPr sz="1500" b="0">
                <a:solidFill>
                  <a:srgbClr val="6C655F"/>
                </a:solidFill>
              </a:defRPr>
            </a:lvl3pPr>
            <a:lvl4pPr>
              <a:defRPr sz="1500" b="0">
                <a:solidFill>
                  <a:srgbClr val="6C655F"/>
                </a:solidFill>
              </a:defRPr>
            </a:lvl4pPr>
            <a:lvl5pPr>
              <a:defRPr sz="1500" b="0">
                <a:solidFill>
                  <a:srgbClr val="6C655F"/>
                </a:solidFill>
              </a:defRPr>
            </a:lvl5pPr>
            <a:lvl6pPr>
              <a:defRPr sz="1500" b="0">
                <a:solidFill>
                  <a:srgbClr val="6C655F"/>
                </a:solidFill>
              </a:defRPr>
            </a:lvl6pPr>
            <a:lvl7pPr>
              <a:defRPr sz="1500" b="0">
                <a:solidFill>
                  <a:srgbClr val="6C655F"/>
                </a:solidFill>
              </a:defRPr>
            </a:lvl7pPr>
            <a:lvl8pPr>
              <a:defRPr sz="1500" b="0">
                <a:solidFill>
                  <a:srgbClr val="6C655F"/>
                </a:solidFill>
              </a:defRPr>
            </a:lvl8pPr>
            <a:lvl9pPr>
              <a:defRPr sz="1500" b="0">
                <a:solidFill>
                  <a:srgbClr val="6C655F"/>
                </a:solidFill>
              </a:defRPr>
            </a:lvl9pPr>
          </a:lstStyle>
          <a:p xmlns:a="http://schemas.openxmlformats.org/drawingml/2006/main">
            <a:pPr>
              <a:defRPr sz="1500" b="0">
                <a:solidFill>
                  <a:srgbClr val="6C655F"/>
                </a:solidFill>
              </a:defRPr>
            </a:pPr>
            <a:r>
              <a:rPr sz="1500" b="0">
                <a:solidFill>
                  <a:srgbClr val="6C655F"/>
                </a:solidFill>
              </a:rPr>
              <a:t>Portfolio • trends • queue</a:t>
            </a:r>
          </a:p>
          <a:p xmlns:a="http://schemas.openxmlformats.org/drawingml/2006/main">
            <a:pPr>
              <a:defRPr sz="1500" b="0">
                <a:solidFill>
                  <a:srgbClr val="6C655F"/>
                </a:solidFill>
              </a:defRPr>
            </a:pPr>
            <a:r>
              <a:rPr sz="1500" b="0">
                <a:solidFill>
                  <a:srgbClr val="6C655F"/>
                </a:solidFill>
              </a:rPr>
              <a:t>Six executive canvases</a:t>
            </a:r>
          </a:p>
        </p:txBody>
      </p:sp>
      <p:sp>
        <p:nvSpPr>
          <p:cNvPr id="20" name="">
            <a:extLst xmlns:a="http://schemas.openxmlformats.org/drawingml/2006/main">
              <a:ext uri="{FF2B5EF4-FFF2-40B4-BE49-F238E27FC236}">
                <a16:creationId xmlns:a16="http://schemas.microsoft.com/office/drawing/2014/main" id="{86308C45-0A15-47E8-B25F-B937FD76656C}"/>
              </a:ext>
            </a:extLst>
          </p:cNvPr>
          <p:cNvSpPr>
            <a:spLocks xmlns:a="http://schemas.openxmlformats.org/drawingml/2006/main" noGrp="1"/>
          </p:cNvSpPr>
          <p:nvPr/>
        </p:nvSpPr>
        <p:spPr>
          <a:xfrm xmlns:a="http://schemas.openxmlformats.org/drawingml/2006/main">
            <a:off x="4286250" y="3857625"/>
            <a:ext cx="2857500" cy="1238250"/>
          </a:xfrm>
          <a:prstGeom xmlns:a="http://schemas.openxmlformats.org/drawingml/2006/main" prst="roundRect">
            <a:avLst>
              <a:gd name="adj" fmla="val 6154"/>
            </a:avLst>
          </a:prstGeom>
          <a:solidFill xmlns:a="http://schemas.openxmlformats.org/drawingml/2006/main">
            <a:srgbClr val="FFFFFF"/>
          </a:solidFill>
          <a:ln xmlns:a="http://schemas.openxmlformats.org/drawingml/2006/main" w="9525">
            <a:solidFill>
              <a:srgbClr val="D9D3CC"/>
            </a:solidFill>
            <a:prstDash val="solid"/>
          </a:ln>
        </p:spPr>
      </p:sp>
      <p:sp>
        <p:nvSpPr>
          <p:cNvPr id="21" name="">
            <a:extLst xmlns:a="http://schemas.openxmlformats.org/drawingml/2006/main">
              <a:ext uri="{FF2B5EF4-FFF2-40B4-BE49-F238E27FC236}">
                <a16:creationId xmlns:a16="http://schemas.microsoft.com/office/drawing/2014/main" id="{70A2906A-84CB-4939-8751-6AD2F8543339}"/>
              </a:ext>
            </a:extLst>
          </p:cNvPr>
          <p:cNvSpPr>
            <a:spLocks xmlns:a="http://schemas.openxmlformats.org/drawingml/2006/main" noGrp="1"/>
          </p:cNvSpPr>
          <p:nvPr/>
        </p:nvSpPr>
        <p:spPr>
          <a:xfrm xmlns:a="http://schemas.openxmlformats.org/drawingml/2006/main">
            <a:off x="4286250" y="3971925"/>
            <a:ext cx="38100" cy="1009650"/>
          </a:xfrm>
          <a:prstGeom xmlns:a="http://schemas.openxmlformats.org/drawingml/2006/main" prst="rect">
            <a:avLst/>
          </a:prstGeom>
          <a:solidFill xmlns:a="http://schemas.openxmlformats.org/drawingml/2006/main">
            <a:srgbClr val="315F70"/>
          </a:solidFill>
          <a:ln xmlns:a="http://schemas.openxmlformats.org/drawingml/2006/main" w="0">
            <a:noFill/>
          </a:ln>
        </p:spPr>
      </p:sp>
      <p:sp>
        <p:nvSpPr>
          <p:cNvPr id="22" name="">
            <a:extLst xmlns:a="http://schemas.openxmlformats.org/drawingml/2006/main">
              <a:ext uri="{FF2B5EF4-FFF2-40B4-BE49-F238E27FC236}">
                <a16:creationId xmlns:a16="http://schemas.microsoft.com/office/drawing/2014/main" id="{E4EEE9A5-05EC-40DE-96B8-26F15292DB09}"/>
              </a:ext>
            </a:extLst>
          </p:cNvPr>
          <p:cNvSpPr>
            <a:spLocks xmlns:a="http://schemas.openxmlformats.org/drawingml/2006/main" noGrp="1"/>
          </p:cNvSpPr>
          <p:nvPr/>
        </p:nvSpPr>
        <p:spPr>
          <a:xfrm xmlns:a="http://schemas.openxmlformats.org/drawingml/2006/main">
            <a:off x="4457700" y="4000500"/>
            <a:ext cx="25146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1725" b="1">
                <a:solidFill>
                  <a:srgbClr val="312D2A"/>
                </a:solidFill>
              </a:defRPr>
            </a:defPPr>
            <a:lvl1pPr>
              <a:defRPr sz="1725" b="1">
                <a:solidFill>
                  <a:srgbClr val="312D2A"/>
                </a:solidFill>
              </a:defRPr>
            </a:lvl1pPr>
            <a:lvl2pPr>
              <a:defRPr sz="1725" b="1">
                <a:solidFill>
                  <a:srgbClr val="312D2A"/>
                </a:solidFill>
              </a:defRPr>
            </a:lvl2pPr>
            <a:lvl3pPr>
              <a:defRPr sz="1725" b="1">
                <a:solidFill>
                  <a:srgbClr val="312D2A"/>
                </a:solidFill>
              </a:defRPr>
            </a:lvl3pPr>
            <a:lvl4pPr>
              <a:defRPr sz="1725" b="1">
                <a:solidFill>
                  <a:srgbClr val="312D2A"/>
                </a:solidFill>
              </a:defRPr>
            </a:lvl4pPr>
            <a:lvl5pPr>
              <a:defRPr sz="1725" b="1">
                <a:solidFill>
                  <a:srgbClr val="312D2A"/>
                </a:solidFill>
              </a:defRPr>
            </a:lvl5pPr>
            <a:lvl6pPr>
              <a:defRPr sz="1725" b="1">
                <a:solidFill>
                  <a:srgbClr val="312D2A"/>
                </a:solidFill>
              </a:defRPr>
            </a:lvl6pPr>
            <a:lvl7pPr>
              <a:defRPr sz="1725" b="1">
                <a:solidFill>
                  <a:srgbClr val="312D2A"/>
                </a:solidFill>
              </a:defRPr>
            </a:lvl7pPr>
            <a:lvl8pPr>
              <a:defRPr sz="1725" b="1">
                <a:solidFill>
                  <a:srgbClr val="312D2A"/>
                </a:solidFill>
              </a:defRPr>
            </a:lvl8pPr>
            <a:lvl9pPr>
              <a:defRPr sz="1725" b="1">
                <a:solidFill>
                  <a:srgbClr val="312D2A"/>
                </a:solidFill>
              </a:defRPr>
            </a:lvl9pPr>
          </a:lstStyle>
          <a:p xmlns:a="http://schemas.openxmlformats.org/drawingml/2006/main">
            <a:pPr>
              <a:defRPr sz="1725" b="1">
                <a:solidFill>
                  <a:srgbClr val="312D2A"/>
                </a:solidFill>
              </a:defRPr>
            </a:pPr>
            <a:r>
              <a:rPr sz="1725" b="1">
                <a:solidFill>
                  <a:srgbClr val="312D2A"/>
                </a:solidFill>
              </a:rPr>
              <a:t>Agent SQL snapshots</a:t>
            </a:r>
          </a:p>
        </p:txBody>
      </p:sp>
      <p:sp>
        <p:nvSpPr>
          <p:cNvPr id="23" name="">
            <a:extLst xmlns:a="http://schemas.openxmlformats.org/drawingml/2006/main">
              <a:ext uri="{FF2B5EF4-FFF2-40B4-BE49-F238E27FC236}">
                <a16:creationId xmlns:a16="http://schemas.microsoft.com/office/drawing/2014/main" id="{F5D53A67-C820-4C92-849D-97F119DA2059}"/>
              </a:ext>
            </a:extLst>
          </p:cNvPr>
          <p:cNvSpPr>
            <a:spLocks xmlns:a="http://schemas.openxmlformats.org/drawingml/2006/main" noGrp="1"/>
          </p:cNvSpPr>
          <p:nvPr/>
        </p:nvSpPr>
        <p:spPr>
          <a:xfrm xmlns:a="http://schemas.openxmlformats.org/drawingml/2006/main">
            <a:off x="4457700" y="4400550"/>
            <a:ext cx="25146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1425" b="0">
                <a:solidFill>
                  <a:srgbClr val="6C655F"/>
                </a:solidFill>
              </a:defRPr>
            </a:defPPr>
            <a:lvl1pPr>
              <a:defRPr sz="1425" b="0">
                <a:solidFill>
                  <a:srgbClr val="6C655F"/>
                </a:solidFill>
              </a:defRPr>
            </a:lvl1pPr>
            <a:lvl2pPr>
              <a:defRPr sz="1425" b="0">
                <a:solidFill>
                  <a:srgbClr val="6C655F"/>
                </a:solidFill>
              </a:defRPr>
            </a:lvl2pPr>
            <a:lvl3pPr>
              <a:defRPr sz="1425" b="0">
                <a:solidFill>
                  <a:srgbClr val="6C655F"/>
                </a:solidFill>
              </a:defRPr>
            </a:lvl3pPr>
            <a:lvl4pPr>
              <a:defRPr sz="1425" b="0">
                <a:solidFill>
                  <a:srgbClr val="6C655F"/>
                </a:solidFill>
              </a:defRPr>
            </a:lvl4pPr>
            <a:lvl5pPr>
              <a:defRPr sz="1425" b="0">
                <a:solidFill>
                  <a:srgbClr val="6C655F"/>
                </a:solidFill>
              </a:defRPr>
            </a:lvl5pPr>
            <a:lvl6pPr>
              <a:defRPr sz="1425" b="0">
                <a:solidFill>
                  <a:srgbClr val="6C655F"/>
                </a:solidFill>
              </a:defRPr>
            </a:lvl6pPr>
            <a:lvl7pPr>
              <a:defRPr sz="1425" b="0">
                <a:solidFill>
                  <a:srgbClr val="6C655F"/>
                </a:solidFill>
              </a:defRPr>
            </a:lvl7pPr>
            <a:lvl8pPr>
              <a:defRPr sz="1425" b="0">
                <a:solidFill>
                  <a:srgbClr val="6C655F"/>
                </a:solidFill>
              </a:defRPr>
            </a:lvl8pPr>
            <a:lvl9pPr>
              <a:defRPr sz="1425" b="0">
                <a:solidFill>
                  <a:srgbClr val="6C655F"/>
                </a:solidFill>
              </a:defRPr>
            </a:lvl9pPr>
          </a:lstStyle>
          <a:p xmlns:a="http://schemas.openxmlformats.org/drawingml/2006/main">
            <a:pPr>
              <a:defRPr sz="1425" b="0">
                <a:solidFill>
                  <a:srgbClr val="6C655F"/>
                </a:solidFill>
              </a:defRPr>
            </a:pPr>
            <a:r>
              <a:rPr sz="1425" b="0">
                <a:solidFill>
                  <a:srgbClr val="6C655F"/>
                </a:solidFill>
              </a:rPr>
              <a:t>finance.agent_demo_fs</a:t>
            </a:r>
          </a:p>
          <a:p xmlns:a="http://schemas.openxmlformats.org/drawingml/2006/main">
            <a:pPr>
              <a:defRPr sz="1425" b="0">
                <a:solidFill>
                  <a:srgbClr val="6C655F"/>
                </a:solidFill>
              </a:defRPr>
            </a:pPr>
            <a:r>
              <a:rPr sz="1425" b="0">
                <a:solidFill>
                  <a:srgbClr val="6C655F"/>
                </a:solidFill>
              </a:rPr>
              <a:t>Seven parameterized tools</a:t>
            </a:r>
          </a:p>
        </p:txBody>
      </p:sp>
      <p:sp>
        <p:nvSpPr>
          <p:cNvPr id="24" name="">
            <a:extLst xmlns:a="http://schemas.openxmlformats.org/drawingml/2006/main">
              <a:ext uri="{FF2B5EF4-FFF2-40B4-BE49-F238E27FC236}">
                <a16:creationId xmlns:a16="http://schemas.microsoft.com/office/drawing/2014/main" id="{764E078E-3754-46E6-8736-EC043B1B62B1}"/>
              </a:ext>
            </a:extLst>
          </p:cNvPr>
          <p:cNvSpPr>
            <a:spLocks xmlns:a="http://schemas.openxmlformats.org/drawingml/2006/main" noGrp="1"/>
          </p:cNvSpPr>
          <p:nvPr/>
        </p:nvSpPr>
        <p:spPr>
          <a:xfrm xmlns:a="http://schemas.openxmlformats.org/drawingml/2006/main">
            <a:off x="8382000" y="3857625"/>
            <a:ext cx="3048000" cy="1238250"/>
          </a:xfrm>
          <a:prstGeom xmlns:a="http://schemas.openxmlformats.org/drawingml/2006/main" prst="roundRect">
            <a:avLst>
              <a:gd name="adj" fmla="val 6154"/>
            </a:avLst>
          </a:prstGeom>
          <a:solidFill xmlns:a="http://schemas.openxmlformats.org/drawingml/2006/main">
            <a:srgbClr val="FFFFFF"/>
          </a:solidFill>
          <a:ln xmlns:a="http://schemas.openxmlformats.org/drawingml/2006/main" w="9525">
            <a:solidFill>
              <a:srgbClr val="D9D3CC"/>
            </a:solidFill>
            <a:prstDash val="solid"/>
          </a:ln>
        </p:spPr>
      </p:sp>
      <p:sp>
        <p:nvSpPr>
          <p:cNvPr id="25" name="">
            <a:extLst xmlns:a="http://schemas.openxmlformats.org/drawingml/2006/main">
              <a:ext uri="{FF2B5EF4-FFF2-40B4-BE49-F238E27FC236}">
                <a16:creationId xmlns:a16="http://schemas.microsoft.com/office/drawing/2014/main" id="{5C10E235-D28E-47D6-A780-9AC98A34936C}"/>
              </a:ext>
            </a:extLst>
          </p:cNvPr>
          <p:cNvSpPr>
            <a:spLocks xmlns:a="http://schemas.openxmlformats.org/drawingml/2006/main" noGrp="1"/>
          </p:cNvSpPr>
          <p:nvPr/>
        </p:nvSpPr>
        <p:spPr>
          <a:xfrm xmlns:a="http://schemas.openxmlformats.org/drawingml/2006/main">
            <a:off x="8382000" y="3971925"/>
            <a:ext cx="38100" cy="1009650"/>
          </a:xfrm>
          <a:prstGeom xmlns:a="http://schemas.openxmlformats.org/drawingml/2006/main" prst="rect">
            <a:avLst/>
          </a:prstGeom>
          <a:solidFill xmlns:a="http://schemas.openxmlformats.org/drawingml/2006/main">
            <a:srgbClr val="315F70"/>
          </a:solidFill>
          <a:ln xmlns:a="http://schemas.openxmlformats.org/drawingml/2006/main" w="0">
            <a:noFill/>
          </a:ln>
        </p:spPr>
      </p:sp>
      <p:sp>
        <p:nvSpPr>
          <p:cNvPr id="26" name="">
            <a:extLst xmlns:a="http://schemas.openxmlformats.org/drawingml/2006/main">
              <a:ext uri="{FF2B5EF4-FFF2-40B4-BE49-F238E27FC236}">
                <a16:creationId xmlns:a16="http://schemas.microsoft.com/office/drawing/2014/main" id="{C3206ABB-C8F6-42A8-BA34-9D7E482F2DD2}"/>
              </a:ext>
            </a:extLst>
          </p:cNvPr>
          <p:cNvSpPr>
            <a:spLocks xmlns:a="http://schemas.openxmlformats.org/drawingml/2006/main" noGrp="1"/>
          </p:cNvSpPr>
          <p:nvPr/>
        </p:nvSpPr>
        <p:spPr>
          <a:xfrm xmlns:a="http://schemas.openxmlformats.org/drawingml/2006/main">
            <a:off x="8553450" y="4000500"/>
            <a:ext cx="27051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1725" b="1">
                <a:solidFill>
                  <a:srgbClr val="312D2A"/>
                </a:solidFill>
              </a:defRPr>
            </a:defPPr>
            <a:lvl1pPr>
              <a:defRPr sz="1725" b="1">
                <a:solidFill>
                  <a:srgbClr val="312D2A"/>
                </a:solidFill>
              </a:defRPr>
            </a:lvl1pPr>
            <a:lvl2pPr>
              <a:defRPr sz="1725" b="1">
                <a:solidFill>
                  <a:srgbClr val="312D2A"/>
                </a:solidFill>
              </a:defRPr>
            </a:lvl2pPr>
            <a:lvl3pPr>
              <a:defRPr sz="1725" b="1">
                <a:solidFill>
                  <a:srgbClr val="312D2A"/>
                </a:solidFill>
              </a:defRPr>
            </a:lvl3pPr>
            <a:lvl4pPr>
              <a:defRPr sz="1725" b="1">
                <a:solidFill>
                  <a:srgbClr val="312D2A"/>
                </a:solidFill>
              </a:defRPr>
            </a:lvl4pPr>
            <a:lvl5pPr>
              <a:defRPr sz="1725" b="1">
                <a:solidFill>
                  <a:srgbClr val="312D2A"/>
                </a:solidFill>
              </a:defRPr>
            </a:lvl5pPr>
            <a:lvl6pPr>
              <a:defRPr sz="1725" b="1">
                <a:solidFill>
                  <a:srgbClr val="312D2A"/>
                </a:solidFill>
              </a:defRPr>
            </a:lvl6pPr>
            <a:lvl7pPr>
              <a:defRPr sz="1725" b="1">
                <a:solidFill>
                  <a:srgbClr val="312D2A"/>
                </a:solidFill>
              </a:defRPr>
            </a:lvl7pPr>
            <a:lvl8pPr>
              <a:defRPr sz="1725" b="1">
                <a:solidFill>
                  <a:srgbClr val="312D2A"/>
                </a:solidFill>
              </a:defRPr>
            </a:lvl8pPr>
            <a:lvl9pPr>
              <a:defRPr sz="1725" b="1">
                <a:solidFill>
                  <a:srgbClr val="312D2A"/>
                </a:solidFill>
              </a:defRPr>
            </a:lvl9pPr>
          </a:lstStyle>
          <a:p xmlns:a="http://schemas.openxmlformats.org/drawingml/2006/main">
            <a:pPr>
              <a:defRPr sz="1725" b="1">
                <a:solidFill>
                  <a:srgbClr val="312D2A"/>
                </a:solidFill>
              </a:defRPr>
            </a:pPr>
            <a:r>
              <a:rPr sz="1725" b="1">
                <a:solidFill>
                  <a:srgbClr val="312D2A"/>
                </a:solidFill>
              </a:rPr>
              <a:t>Investigation Copilot</a:t>
            </a:r>
          </a:p>
        </p:txBody>
      </p:sp>
      <p:sp>
        <p:nvSpPr>
          <p:cNvPr id="27" name="">
            <a:extLst xmlns:a="http://schemas.openxmlformats.org/drawingml/2006/main">
              <a:ext uri="{FF2B5EF4-FFF2-40B4-BE49-F238E27FC236}">
                <a16:creationId xmlns:a16="http://schemas.microsoft.com/office/drawing/2014/main" id="{98DDB4F5-E6B1-4826-9E8A-59C245054711}"/>
              </a:ext>
            </a:extLst>
          </p:cNvPr>
          <p:cNvSpPr>
            <a:spLocks xmlns:a="http://schemas.openxmlformats.org/drawingml/2006/main" noGrp="1"/>
          </p:cNvSpPr>
          <p:nvPr/>
        </p:nvSpPr>
        <p:spPr>
          <a:xfrm xmlns:a="http://schemas.openxmlformats.org/drawingml/2006/main">
            <a:off x="8553450" y="4400550"/>
            <a:ext cx="27051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1500" b="0">
                <a:solidFill>
                  <a:srgbClr val="6C655F"/>
                </a:solidFill>
              </a:defRPr>
            </a:defPPr>
            <a:lvl1pPr>
              <a:defRPr sz="1500" b="0">
                <a:solidFill>
                  <a:srgbClr val="6C655F"/>
                </a:solidFill>
              </a:defRPr>
            </a:lvl1pPr>
            <a:lvl2pPr>
              <a:defRPr sz="1500" b="0">
                <a:solidFill>
                  <a:srgbClr val="6C655F"/>
                </a:solidFill>
              </a:defRPr>
            </a:lvl2pPr>
            <a:lvl3pPr>
              <a:defRPr sz="1500" b="0">
                <a:solidFill>
                  <a:srgbClr val="6C655F"/>
                </a:solidFill>
              </a:defRPr>
            </a:lvl3pPr>
            <a:lvl4pPr>
              <a:defRPr sz="1500" b="0">
                <a:solidFill>
                  <a:srgbClr val="6C655F"/>
                </a:solidFill>
              </a:defRPr>
            </a:lvl4pPr>
            <a:lvl5pPr>
              <a:defRPr sz="1500" b="0">
                <a:solidFill>
                  <a:srgbClr val="6C655F"/>
                </a:solidFill>
              </a:defRPr>
            </a:lvl5pPr>
            <a:lvl6pPr>
              <a:defRPr sz="1500" b="0">
                <a:solidFill>
                  <a:srgbClr val="6C655F"/>
                </a:solidFill>
              </a:defRPr>
            </a:lvl6pPr>
            <a:lvl7pPr>
              <a:defRPr sz="1500" b="0">
                <a:solidFill>
                  <a:srgbClr val="6C655F"/>
                </a:solidFill>
              </a:defRPr>
            </a:lvl7pPr>
            <a:lvl8pPr>
              <a:defRPr sz="1500" b="0">
                <a:solidFill>
                  <a:srgbClr val="6C655F"/>
                </a:solidFill>
              </a:defRPr>
            </a:lvl8pPr>
            <a:lvl9pPr>
              <a:defRPr sz="1500" b="0">
                <a:solidFill>
                  <a:srgbClr val="6C655F"/>
                </a:solidFill>
              </a:defRPr>
            </a:lvl9pPr>
          </a:lstStyle>
          <a:p xmlns:a="http://schemas.openxmlformats.org/drawingml/2006/main">
            <a:pPr>
              <a:defRPr sz="1500" b="0">
                <a:solidFill>
                  <a:srgbClr val="6C655F"/>
                </a:solidFill>
              </a:defRPr>
            </a:pPr>
            <a:r>
              <a:rPr sz="1500" b="0">
                <a:solidFill>
                  <a:srgbClr val="6C655F"/>
                </a:solidFill>
              </a:rPr>
              <a:t>Structured facts + policy</a:t>
            </a:r>
          </a:p>
          <a:p xmlns:a="http://schemas.openxmlformats.org/drawingml/2006/main">
            <a:pPr>
              <a:defRPr sz="1500" b="0">
                <a:solidFill>
                  <a:srgbClr val="6C655F"/>
                </a:solidFill>
              </a:defRPr>
            </a:pPr>
            <a:r>
              <a:rPr sz="1500" b="0">
                <a:solidFill>
                  <a:srgbClr val="6C655F"/>
                </a:solidFill>
              </a:rPr>
              <a:t>Agent Hub or Streamlit</a:t>
            </a:r>
          </a:p>
        </p:txBody>
      </p:sp>
      <p:sp>
        <p:nvSpPr>
          <p:cNvPr id="28" name="">
            <a:extLst xmlns:a="http://schemas.openxmlformats.org/drawingml/2006/main">
              <a:ext uri="{FF2B5EF4-FFF2-40B4-BE49-F238E27FC236}">
                <a16:creationId xmlns:a16="http://schemas.microsoft.com/office/drawing/2014/main" id="{178CE27F-679C-4BA1-B8F1-4AE0658186E6}"/>
              </a:ext>
            </a:extLst>
          </p:cNvPr>
          <p:cNvSpPr>
            <a:spLocks xmlns:a="http://schemas.openxmlformats.org/drawingml/2006/main" noGrp="1"/>
          </p:cNvSpPr>
          <p:nvPr/>
        </p:nvSpPr>
        <p:spPr>
          <a:xfrm xmlns:a="http://schemas.openxmlformats.org/drawingml/2006/main">
            <a:off x="4286250" y="5419725"/>
            <a:ext cx="2857500" cy="809625"/>
          </a:xfrm>
          <a:prstGeom xmlns:a="http://schemas.openxmlformats.org/drawingml/2006/main" prst="roundRect">
            <a:avLst>
              <a:gd name="adj" fmla="val 9412"/>
            </a:avLst>
          </a:prstGeom>
          <a:solidFill xmlns:a="http://schemas.openxmlformats.org/drawingml/2006/main">
            <a:srgbClr val="FFFFFF"/>
          </a:solidFill>
          <a:ln xmlns:a="http://schemas.openxmlformats.org/drawingml/2006/main" w="9525">
            <a:solidFill>
              <a:srgbClr val="D9D3CC"/>
            </a:solidFill>
            <a:prstDash val="solid"/>
          </a:ln>
        </p:spPr>
      </p:sp>
      <p:sp>
        <p:nvSpPr>
          <p:cNvPr id="29" name="">
            <a:extLst xmlns:a="http://schemas.openxmlformats.org/drawingml/2006/main">
              <a:ext uri="{FF2B5EF4-FFF2-40B4-BE49-F238E27FC236}">
                <a16:creationId xmlns:a16="http://schemas.microsoft.com/office/drawing/2014/main" id="{DC8B766E-A3EA-4FC1-ACBC-D04BDAEFAB18}"/>
              </a:ext>
            </a:extLst>
          </p:cNvPr>
          <p:cNvSpPr>
            <a:spLocks xmlns:a="http://schemas.openxmlformats.org/drawingml/2006/main" noGrp="1"/>
          </p:cNvSpPr>
          <p:nvPr/>
        </p:nvSpPr>
        <p:spPr>
          <a:xfrm xmlns:a="http://schemas.openxmlformats.org/drawingml/2006/main">
            <a:off x="4286250" y="5534025"/>
            <a:ext cx="38100" cy="581025"/>
          </a:xfrm>
          <a:prstGeom xmlns:a="http://schemas.openxmlformats.org/drawingml/2006/main" prst="rect">
            <a:avLst/>
          </a:prstGeom>
          <a:solidFill xmlns:a="http://schemas.openxmlformats.org/drawingml/2006/main">
            <a:srgbClr val="315F70"/>
          </a:solidFill>
          <a:ln xmlns:a="http://schemas.openxmlformats.org/drawingml/2006/main" w="0">
            <a:noFill/>
          </a:ln>
        </p:spPr>
      </p:sp>
      <p:sp>
        <p:nvSpPr>
          <p:cNvPr id="30" name="">
            <a:extLst xmlns:a="http://schemas.openxmlformats.org/drawingml/2006/main">
              <a:ext uri="{FF2B5EF4-FFF2-40B4-BE49-F238E27FC236}">
                <a16:creationId xmlns:a16="http://schemas.microsoft.com/office/drawing/2014/main" id="{ADC4BABC-1DC1-4AB1-BF32-18BEABD89619}"/>
              </a:ext>
            </a:extLst>
          </p:cNvPr>
          <p:cNvSpPr>
            <a:spLocks xmlns:a="http://schemas.openxmlformats.org/drawingml/2006/main" noGrp="1"/>
          </p:cNvSpPr>
          <p:nvPr/>
        </p:nvSpPr>
        <p:spPr>
          <a:xfrm xmlns:a="http://schemas.openxmlformats.org/drawingml/2006/main">
            <a:off x="4457700" y="5562600"/>
            <a:ext cx="25146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1500" b="1">
                <a:solidFill>
                  <a:srgbClr val="312D2A"/>
                </a:solidFill>
              </a:defRPr>
            </a:defPPr>
            <a:lvl1pPr>
              <a:defRPr sz="1500" b="1">
                <a:solidFill>
                  <a:srgbClr val="312D2A"/>
                </a:solidFill>
              </a:defRPr>
            </a:lvl1pPr>
            <a:lvl2pPr>
              <a:defRPr sz="1500" b="1">
                <a:solidFill>
                  <a:srgbClr val="312D2A"/>
                </a:solidFill>
              </a:defRPr>
            </a:lvl2pPr>
            <a:lvl3pPr>
              <a:defRPr sz="1500" b="1">
                <a:solidFill>
                  <a:srgbClr val="312D2A"/>
                </a:solidFill>
              </a:defRPr>
            </a:lvl3pPr>
            <a:lvl4pPr>
              <a:defRPr sz="1500" b="1">
                <a:solidFill>
                  <a:srgbClr val="312D2A"/>
                </a:solidFill>
              </a:defRPr>
            </a:lvl4pPr>
            <a:lvl5pPr>
              <a:defRPr sz="1500" b="1">
                <a:solidFill>
                  <a:srgbClr val="312D2A"/>
                </a:solidFill>
              </a:defRPr>
            </a:lvl5pPr>
            <a:lvl6pPr>
              <a:defRPr sz="1500" b="1">
                <a:solidFill>
                  <a:srgbClr val="312D2A"/>
                </a:solidFill>
              </a:defRPr>
            </a:lvl6pPr>
            <a:lvl7pPr>
              <a:defRPr sz="1500" b="1">
                <a:solidFill>
                  <a:srgbClr val="312D2A"/>
                </a:solidFill>
              </a:defRPr>
            </a:lvl7pPr>
            <a:lvl8pPr>
              <a:defRPr sz="1500" b="1">
                <a:solidFill>
                  <a:srgbClr val="312D2A"/>
                </a:solidFill>
              </a:defRPr>
            </a:lvl8pPr>
            <a:lvl9pPr>
              <a:defRPr sz="1500" b="1">
                <a:solidFill>
                  <a:srgbClr val="312D2A"/>
                </a:solidFill>
              </a:defRPr>
            </a:lvl9pPr>
          </a:lstStyle>
          <a:p xmlns:a="http://schemas.openxmlformats.org/drawingml/2006/main">
            <a:pPr>
              <a:defRPr sz="1500" b="1">
                <a:solidFill>
                  <a:srgbClr val="312D2A"/>
                </a:solidFill>
              </a:defRPr>
            </a:pPr>
            <a:r>
              <a:rPr sz="1500" b="1">
                <a:solidFill>
                  <a:srgbClr val="312D2A"/>
                </a:solidFill>
              </a:rPr>
              <a:t>Policy knowledge base</a:t>
            </a:r>
          </a:p>
        </p:txBody>
      </p:sp>
      <p:sp>
        <p:nvSpPr>
          <p:cNvPr id="31" name="">
            <a:extLst xmlns:a="http://schemas.openxmlformats.org/drawingml/2006/main">
              <a:ext uri="{FF2B5EF4-FFF2-40B4-BE49-F238E27FC236}">
                <a16:creationId xmlns:a16="http://schemas.microsoft.com/office/drawing/2014/main" id="{184AC23F-2187-4597-8A78-66EA1D3D6E16}"/>
              </a:ext>
            </a:extLst>
          </p:cNvPr>
          <p:cNvSpPr>
            <a:spLocks xmlns:a="http://schemas.openxmlformats.org/drawingml/2006/main" noGrp="1"/>
          </p:cNvSpPr>
          <p:nvPr/>
        </p:nvSpPr>
        <p:spPr>
          <a:xfrm xmlns:a="http://schemas.openxmlformats.org/drawingml/2006/main">
            <a:off x="4457700" y="5962650"/>
            <a:ext cx="25146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1350" b="0">
                <a:solidFill>
                  <a:srgbClr val="6C655F"/>
                </a:solidFill>
              </a:defRPr>
            </a:defPPr>
            <a:lvl1pPr>
              <a:defRPr sz="1350" b="0">
                <a:solidFill>
                  <a:srgbClr val="6C655F"/>
                </a:solidFill>
              </a:defRPr>
            </a:lvl1pPr>
            <a:lvl2pPr>
              <a:defRPr sz="1350" b="0">
                <a:solidFill>
                  <a:srgbClr val="6C655F"/>
                </a:solidFill>
              </a:defRPr>
            </a:lvl2pPr>
            <a:lvl3pPr>
              <a:defRPr sz="1350" b="0">
                <a:solidFill>
                  <a:srgbClr val="6C655F"/>
                </a:solidFill>
              </a:defRPr>
            </a:lvl3pPr>
            <a:lvl4pPr>
              <a:defRPr sz="1350" b="0">
                <a:solidFill>
                  <a:srgbClr val="6C655F"/>
                </a:solidFill>
              </a:defRPr>
            </a:lvl4pPr>
            <a:lvl5pPr>
              <a:defRPr sz="1350" b="0">
                <a:solidFill>
                  <a:srgbClr val="6C655F"/>
                </a:solidFill>
              </a:defRPr>
            </a:lvl5pPr>
            <a:lvl6pPr>
              <a:defRPr sz="1350" b="0">
                <a:solidFill>
                  <a:srgbClr val="6C655F"/>
                </a:solidFill>
              </a:defRPr>
            </a:lvl6pPr>
            <a:lvl7pPr>
              <a:defRPr sz="1350" b="0">
                <a:solidFill>
                  <a:srgbClr val="6C655F"/>
                </a:solidFill>
              </a:defRPr>
            </a:lvl7pPr>
            <a:lvl8pPr>
              <a:defRPr sz="1350" b="0">
                <a:solidFill>
                  <a:srgbClr val="6C655F"/>
                </a:solidFill>
              </a:defRPr>
            </a:lvl8pPr>
            <a:lvl9pPr>
              <a:defRPr sz="1350" b="0">
                <a:solidFill>
                  <a:srgbClr val="6C655F"/>
                </a:solidFill>
              </a:defRPr>
            </a:lvl9pPr>
          </a:lstStyle>
          <a:p xmlns:a="http://schemas.openxmlformats.org/drawingml/2006/main">
            <a:r>
              <a:t/>
            </a:r>
          </a:p>
        </p:txBody>
      </p:sp>
      <p:sp>
        <p:nvSpPr>
          <p:cNvPr id="32" name="">
            <a:extLst xmlns:a="http://schemas.openxmlformats.org/drawingml/2006/main">
              <a:ext uri="{FF2B5EF4-FFF2-40B4-BE49-F238E27FC236}">
                <a16:creationId xmlns:a16="http://schemas.microsoft.com/office/drawing/2014/main" id="{F4AE0466-656A-4DB4-8BF0-0B07E046866E}"/>
              </a:ext>
            </a:extLst>
          </p:cNvPr>
          <p:cNvSpPr>
            <a:spLocks xmlns:a="http://schemas.openxmlformats.org/drawingml/2006/main" noGrp="1"/>
          </p:cNvSpPr>
          <p:nvPr/>
        </p:nvSpPr>
        <p:spPr>
          <a:xfrm xmlns:a="http://schemas.openxmlformats.org/drawingml/2006/main">
            <a:off x="4486275" y="5953125"/>
            <a:ext cx="25717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1275" b="0">
                <a:solidFill>
                  <a:srgbClr val="6C655F"/>
                </a:solidFill>
              </a:defRPr>
            </a:defPPr>
            <a:lvl1pPr>
              <a:defRPr sz="1275" b="0">
                <a:solidFill>
                  <a:srgbClr val="6C655F"/>
                </a:solidFill>
              </a:defRPr>
            </a:lvl1pPr>
            <a:lvl2pPr>
              <a:defRPr sz="1275" b="0">
                <a:solidFill>
                  <a:srgbClr val="6C655F"/>
                </a:solidFill>
              </a:defRPr>
            </a:lvl2pPr>
            <a:lvl3pPr>
              <a:defRPr sz="1275" b="0">
                <a:solidFill>
                  <a:srgbClr val="6C655F"/>
                </a:solidFill>
              </a:defRPr>
            </a:lvl3pPr>
            <a:lvl4pPr>
              <a:defRPr sz="1275" b="0">
                <a:solidFill>
                  <a:srgbClr val="6C655F"/>
                </a:solidFill>
              </a:defRPr>
            </a:lvl4pPr>
            <a:lvl5pPr>
              <a:defRPr sz="1275" b="0">
                <a:solidFill>
                  <a:srgbClr val="6C655F"/>
                </a:solidFill>
              </a:defRPr>
            </a:lvl5pPr>
            <a:lvl6pPr>
              <a:defRPr sz="1275" b="0">
                <a:solidFill>
                  <a:srgbClr val="6C655F"/>
                </a:solidFill>
              </a:defRPr>
            </a:lvl6pPr>
            <a:lvl7pPr>
              <a:defRPr sz="1275" b="0">
                <a:solidFill>
                  <a:srgbClr val="6C655F"/>
                </a:solidFill>
              </a:defRPr>
            </a:lvl7pPr>
            <a:lvl8pPr>
              <a:defRPr sz="1275" b="0">
                <a:solidFill>
                  <a:srgbClr val="6C655F"/>
                </a:solidFill>
              </a:defRPr>
            </a:lvl8pPr>
            <a:lvl9pPr>
              <a:defRPr sz="1275" b="0">
                <a:solidFill>
                  <a:srgbClr val="6C655F"/>
                </a:solidFill>
              </a:defRPr>
            </a:lvl9pPr>
          </a:lstStyle>
          <a:p xmlns:a="http://schemas.openxmlformats.org/drawingml/2006/main">
            <a:pPr>
              <a:defRPr sz="1275" b="0">
                <a:solidFill>
                  <a:srgbClr val="6C655F"/>
                </a:solidFill>
              </a:defRPr>
            </a:pPr>
            <a:r>
              <a:rPr sz="1275" b="0">
                <a:solidFill>
                  <a:srgbClr val="6C655F"/>
                </a:solidFill>
              </a:rPr>
              <a:t>Eight fictional documents</a:t>
            </a:r>
          </a:p>
        </p:txBody>
      </p:sp>
      <p:sp>
        <p:nvSpPr>
          <p:cNvPr id="33" name="">
            <a:extLst xmlns:a="http://schemas.openxmlformats.org/drawingml/2006/main">
              <a:ext uri="{FF2B5EF4-FFF2-40B4-BE49-F238E27FC236}">
                <a16:creationId xmlns:a16="http://schemas.microsoft.com/office/drawing/2014/main" id="{CA8B9F54-F731-4135-8B27-0C873B251435}"/>
              </a:ext>
            </a:extLst>
          </p:cNvPr>
          <p:cNvSpPr>
            <a:spLocks xmlns:a="http://schemas.openxmlformats.org/drawingml/2006/main" noGrp="1"/>
          </p:cNvSpPr>
          <p:nvPr/>
        </p:nvSpPr>
        <p:spPr>
          <a:xfrm xmlns:a="http://schemas.openxmlformats.org/drawingml/2006/main">
            <a:off x="762000" y="4619625"/>
            <a:ext cx="2381250" cy="1238250"/>
          </a:xfrm>
          <a:prstGeom xmlns:a="http://schemas.openxmlformats.org/drawingml/2006/main" prst="roundRect">
            <a:avLst>
              <a:gd name="adj" fmla="val 6154"/>
            </a:avLst>
          </a:prstGeom>
          <a:solidFill xmlns:a="http://schemas.openxmlformats.org/drawingml/2006/main">
            <a:srgbClr val="FFFFFF"/>
          </a:solidFill>
          <a:ln xmlns:a="http://schemas.openxmlformats.org/drawingml/2006/main" w="9525">
            <a:solidFill>
              <a:srgbClr val="D9D3CC"/>
            </a:solidFill>
            <a:prstDash val="solid"/>
          </a:ln>
        </p:spPr>
      </p:sp>
      <p:sp>
        <p:nvSpPr>
          <p:cNvPr id="34" name="">
            <a:extLst xmlns:a="http://schemas.openxmlformats.org/drawingml/2006/main">
              <a:ext uri="{FF2B5EF4-FFF2-40B4-BE49-F238E27FC236}">
                <a16:creationId xmlns:a16="http://schemas.microsoft.com/office/drawing/2014/main" id="{B8D74C14-B944-409E-8E10-01BFB2FF6F03}"/>
              </a:ext>
            </a:extLst>
          </p:cNvPr>
          <p:cNvSpPr>
            <a:spLocks xmlns:a="http://schemas.openxmlformats.org/drawingml/2006/main" noGrp="1"/>
          </p:cNvSpPr>
          <p:nvPr/>
        </p:nvSpPr>
        <p:spPr>
          <a:xfrm xmlns:a="http://schemas.openxmlformats.org/drawingml/2006/main">
            <a:off x="762000" y="4733925"/>
            <a:ext cx="38100" cy="1009650"/>
          </a:xfrm>
          <a:prstGeom xmlns:a="http://schemas.openxmlformats.org/drawingml/2006/main" prst="rect">
            <a:avLst/>
          </a:prstGeom>
          <a:solidFill xmlns:a="http://schemas.openxmlformats.org/drawingml/2006/main">
            <a:srgbClr val="C74634"/>
          </a:solidFill>
          <a:ln xmlns:a="http://schemas.openxmlformats.org/drawingml/2006/main" w="0">
            <a:noFill/>
          </a:ln>
        </p:spPr>
      </p:sp>
      <p:sp>
        <p:nvSpPr>
          <p:cNvPr id="35" name="">
            <a:extLst xmlns:a="http://schemas.openxmlformats.org/drawingml/2006/main">
              <a:ext uri="{FF2B5EF4-FFF2-40B4-BE49-F238E27FC236}">
                <a16:creationId xmlns:a16="http://schemas.microsoft.com/office/drawing/2014/main" id="{416D7809-DFD6-4E82-8CAF-1A99B7E64215}"/>
              </a:ext>
            </a:extLst>
          </p:cNvPr>
          <p:cNvSpPr>
            <a:spLocks xmlns:a="http://schemas.openxmlformats.org/drawingml/2006/main" noGrp="1"/>
          </p:cNvSpPr>
          <p:nvPr/>
        </p:nvSpPr>
        <p:spPr>
          <a:xfrm xmlns:a="http://schemas.openxmlformats.org/drawingml/2006/main">
            <a:off x="933450" y="4762500"/>
            <a:ext cx="20383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1650" b="1">
                <a:solidFill>
                  <a:srgbClr val="312D2A"/>
                </a:solidFill>
              </a:defRPr>
            </a:defPPr>
            <a:lvl1pPr>
              <a:defRPr sz="1650" b="1">
                <a:solidFill>
                  <a:srgbClr val="312D2A"/>
                </a:solidFill>
              </a:defRPr>
            </a:lvl1pPr>
            <a:lvl2pPr>
              <a:defRPr sz="1650" b="1">
                <a:solidFill>
                  <a:srgbClr val="312D2A"/>
                </a:solidFill>
              </a:defRPr>
            </a:lvl2pPr>
            <a:lvl3pPr>
              <a:defRPr sz="1650" b="1">
                <a:solidFill>
                  <a:srgbClr val="312D2A"/>
                </a:solidFill>
              </a:defRPr>
            </a:lvl3pPr>
            <a:lvl4pPr>
              <a:defRPr sz="1650" b="1">
                <a:solidFill>
                  <a:srgbClr val="312D2A"/>
                </a:solidFill>
              </a:defRPr>
            </a:lvl4pPr>
            <a:lvl5pPr>
              <a:defRPr sz="1650" b="1">
                <a:solidFill>
                  <a:srgbClr val="312D2A"/>
                </a:solidFill>
              </a:defRPr>
            </a:lvl5pPr>
            <a:lvl6pPr>
              <a:defRPr sz="1650" b="1">
                <a:solidFill>
                  <a:srgbClr val="312D2A"/>
                </a:solidFill>
              </a:defRPr>
            </a:lvl6pPr>
            <a:lvl7pPr>
              <a:defRPr sz="1650" b="1">
                <a:solidFill>
                  <a:srgbClr val="312D2A"/>
                </a:solidFill>
              </a:defRPr>
            </a:lvl7pPr>
            <a:lvl8pPr>
              <a:defRPr sz="1650" b="1">
                <a:solidFill>
                  <a:srgbClr val="312D2A"/>
                </a:solidFill>
              </a:defRPr>
            </a:lvl8pPr>
            <a:lvl9pPr>
              <a:defRPr sz="1650" b="1">
                <a:solidFill>
                  <a:srgbClr val="312D2A"/>
                </a:solidFill>
              </a:defRPr>
            </a:lvl9pPr>
          </a:lstStyle>
          <a:p xmlns:a="http://schemas.openxmlformats.org/drawingml/2006/main">
            <a:pPr>
              <a:defRPr sz="1650" b="1">
                <a:solidFill>
                  <a:srgbClr val="312D2A"/>
                </a:solidFill>
              </a:defRPr>
            </a:pPr>
            <a:r>
              <a:rPr sz="1650" b="1">
                <a:solidFill>
                  <a:srgbClr val="312D2A"/>
                </a:solidFill>
              </a:rPr>
              <a:t>Separate ML pipeline</a:t>
            </a:r>
          </a:p>
        </p:txBody>
      </p:sp>
      <p:sp>
        <p:nvSpPr>
          <p:cNvPr id="36" name="">
            <a:extLst xmlns:a="http://schemas.openxmlformats.org/drawingml/2006/main">
              <a:ext uri="{FF2B5EF4-FFF2-40B4-BE49-F238E27FC236}">
                <a16:creationId xmlns:a16="http://schemas.microsoft.com/office/drawing/2014/main" id="{0B80B11A-C0FF-41C8-8096-B63D0B01180E}"/>
              </a:ext>
            </a:extLst>
          </p:cNvPr>
          <p:cNvSpPr>
            <a:spLocks xmlns:a="http://schemas.openxmlformats.org/drawingml/2006/main" noGrp="1"/>
          </p:cNvSpPr>
          <p:nvPr/>
        </p:nvSpPr>
        <p:spPr>
          <a:xfrm xmlns:a="http://schemas.openxmlformats.org/drawingml/2006/main">
            <a:off x="933450" y="5162550"/>
            <a:ext cx="20383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1425" b="0">
                <a:solidFill>
                  <a:srgbClr val="6C655F"/>
                </a:solidFill>
              </a:defRPr>
            </a:defPPr>
            <a:lvl1pPr>
              <a:defRPr sz="1425" b="0">
                <a:solidFill>
                  <a:srgbClr val="6C655F"/>
                </a:solidFill>
              </a:defRPr>
            </a:lvl1pPr>
            <a:lvl2pPr>
              <a:defRPr sz="1425" b="0">
                <a:solidFill>
                  <a:srgbClr val="6C655F"/>
                </a:solidFill>
              </a:defRPr>
            </a:lvl2pPr>
            <a:lvl3pPr>
              <a:defRPr sz="1425" b="0">
                <a:solidFill>
                  <a:srgbClr val="6C655F"/>
                </a:solidFill>
              </a:defRPr>
            </a:lvl3pPr>
            <a:lvl4pPr>
              <a:defRPr sz="1425" b="0">
                <a:solidFill>
                  <a:srgbClr val="6C655F"/>
                </a:solidFill>
              </a:defRPr>
            </a:lvl4pPr>
            <a:lvl5pPr>
              <a:defRPr sz="1425" b="0">
                <a:solidFill>
                  <a:srgbClr val="6C655F"/>
                </a:solidFill>
              </a:defRPr>
            </a:lvl5pPr>
            <a:lvl6pPr>
              <a:defRPr sz="1425" b="0">
                <a:solidFill>
                  <a:srgbClr val="6C655F"/>
                </a:solidFill>
              </a:defRPr>
            </a:lvl6pPr>
            <a:lvl7pPr>
              <a:defRPr sz="1425" b="0">
                <a:solidFill>
                  <a:srgbClr val="6C655F"/>
                </a:solidFill>
              </a:defRPr>
            </a:lvl7pPr>
            <a:lvl8pPr>
              <a:defRPr sz="1425" b="0">
                <a:solidFill>
                  <a:srgbClr val="6C655F"/>
                </a:solidFill>
              </a:defRPr>
            </a:lvl8pPr>
            <a:lvl9pPr>
              <a:defRPr sz="1425" b="0">
                <a:solidFill>
                  <a:srgbClr val="6C655F"/>
                </a:solidFill>
              </a:defRPr>
            </a:lvl9pPr>
          </a:lstStyle>
          <a:p xmlns:a="http://schemas.openxmlformats.org/drawingml/2006/main">
            <a:pPr>
              <a:defRPr sz="1425" b="0">
                <a:solidFill>
                  <a:srgbClr val="6C655F"/>
                </a:solidFill>
              </a:defRPr>
            </a:pPr>
            <a:r>
              <a:rPr sz="1425" b="0">
                <a:solidFill>
                  <a:srgbClr val="6C655F"/>
                </a:solidFill>
              </a:rPr>
              <a:t>Fit and evaluate</a:t>
            </a:r>
          </a:p>
          <a:p xmlns:a="http://schemas.openxmlformats.org/drawingml/2006/main">
            <a:pPr>
              <a:defRPr sz="1425" b="0">
                <a:solidFill>
                  <a:srgbClr val="6C655F"/>
                </a:solidFill>
              </a:defRPr>
            </a:pPr>
            <a:r>
              <a:rPr sz="1425" b="0">
                <a:solidFill>
                  <a:srgbClr val="6C655F"/>
                </a:solidFill>
              </a:rPr>
              <a:t>Rule-derived labels</a:t>
            </a:r>
          </a:p>
        </p:txBody>
      </p:sp>
    </p:spTree>
    <p:extLst>
      <p:ext uri="{BB962C8B-B14F-4D97-AF65-F5344CB8AC3E}">
        <p14:creationId xmlns:p14="http://schemas.microsoft.com/office/powerpoint/2010/main" val="4356219"/>
      </p:ext>
    </p:extLst>
  </p:cSld>
</p:sld>
</file>

<file path=ppt/slides/slide4.xml><?xml version="1.0" encoding="utf-8"?>
<p:sld xmlns:p="http://schemas.openxmlformats.org/presentationml/2006/main">
  <p:cSld>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91DF6726-091C-4EE0-A7C9-1AF993CA6F9F}"/>
              </a:ext>
            </a:extLst>
          </p:cNvPr>
          <p:cNvSpPr>
            <a:spLocks xmlns:a="http://schemas.openxmlformats.org/drawingml/2006/main" noGrp="1"/>
          </p:cNvSpPr>
          <p:nvPr>
            <p:ph type="title" idx="0"/>
          </p:nvPr>
        </p:nvSpPr>
        <p:spPr/>
        <p:txBody>
          <a:bodyPr xmlns:a="http://schemas.openxmlformats.org/drawingml/2006/main" wrap="square"/>
          <a:lstStyle xmlns:a="http://schemas.openxmlformats.org/drawingml/2006/main"/>
          <a:p xmlns:a="http://schemas.openxmlformats.org/drawingml/2006/main">
            <a:pPr>
              <a:buNone/>
              <a:defRPr>
                <a:solidFill>
                  <a:srgbClr val="1F2933"/>
                </a:solidFill>
              </a:defRPr>
            </a:pPr>
            <a:r>
              <a:rPr>
                <a:solidFill>
                  <a:srgbClr val="1F2933"/>
                </a:solidFill>
              </a:rPr>
              <a:t>Curate data at the grain each decision needs</a:t>
            </a:r>
          </a:p>
        </p:txBody>
      </p:sp>
      <p:sp>
        <p:nvSpPr>
          <p:cNvPr id="3" name="Text Placeholder 2">
            <a:extLst xmlns:a="http://schemas.openxmlformats.org/drawingml/2006/main">
              <a:ext uri="{FF2B5EF4-FFF2-40B4-BE49-F238E27FC236}">
                <a16:creationId xmlns:a16="http://schemas.microsoft.com/office/drawing/2014/main" id="{78260353-6A38-471F-A530-2C7A70400CFB}"/>
              </a:ext>
            </a:extLst>
          </p:cNvPr>
          <p:cNvSpPr>
            <a:spLocks xmlns:a="http://schemas.openxmlformats.org/drawingml/2006/main" noGrp="1"/>
          </p:cNvSpPr>
          <p:nvPr>
            <p:ph type="body" idx="11"/>
          </p:nvPr>
        </p:nvSpPr>
        <p:spPr/>
        <p:txBody>
          <a:bodyPr xmlns:a="http://schemas.openxmlformats.org/drawingml/2006/main" wrap="square"/>
          <a:lstStyle xmlns:a="http://schemas.openxmlformats.org/drawingml/2006/main"/>
          <a:p xmlns:a="http://schemas.openxmlformats.org/drawingml/2006/main">
            <a:pPr>
              <a:buNone/>
              <a:defRPr>
                <a:solidFill>
                  <a:srgbClr val="1F2933"/>
                </a:solidFill>
              </a:defRPr>
            </a:pPr>
            <a:r>
              <a:rPr>
                <a:solidFill>
                  <a:srgbClr val="1F2933"/>
                </a:solidFill>
              </a:rPr>
              <a:t>Spark and Delta medallion processing</a:t>
            </a:r>
          </a:p>
        </p:txBody>
      </p:sp>
      <p:sp>
        <p:nvSpPr>
          <p:cNvPr id="7" name="TextBox 6">
            <a:extLst xmlns:a="http://schemas.openxmlformats.org/drawingml/2006/main">
              <a:ext uri="{FF2B5EF4-FFF2-40B4-BE49-F238E27FC236}">
                <a16:creationId xmlns:a16="http://schemas.microsoft.com/office/drawing/2014/main" id="{D62135ED-D016-4E1A-881B-5072B97452D2}"/>
              </a:ext>
            </a:extLst>
          </p:cNvPr>
          <p:cNvSpPr>
            <a:spLocks xmlns:a="http://schemas.openxmlformats.org/drawingml/2006/main" noGrp="1"/>
          </p:cNvSpPr>
          <p:nvPr/>
        </p:nvSpPr>
        <p:spPr>
          <a:xfrm xmlns:a="http://schemas.openxmlformats.org/drawingml/2006/main">
            <a:off x="1124712" y="6428232"/>
            <a:ext cx="9326880" cy="219456"/>
          </a:xfrm>
          <a:prstGeom xmlns:a="http://schemas.openxmlformats.org/drawingml/2006/main" prst="rect">
            <a:avLst/>
          </a:prstGeom>
          <a:noFill xmlns:a="http://schemas.openxmlformats.org/drawingml/2006/main"/>
        </p:spPr>
        <p:txBody>
          <a:bodyPr xmlns:a="http://schemas.openxmlformats.org/drawingml/2006/main" wrap="none" lIns="0" tIns="0" rIns="0" bIns="0" anchor="ctr">
            <a:spAutoFit/>
          </a:bodyPr>
          <a:lstStyle xmlns:a="http://schemas.openxmlformats.org/drawingml/2006/main"/>
          <a:p xmlns:a="http://schemas.openxmlformats.org/drawingml/2006/main">
            <a:pPr>
              <a:buNone/>
              <a:defRPr sz="900">
                <a:solidFill>
                  <a:srgbClr val="666666"/>
                </a:solidFill>
              </a:defRPr>
            </a:pPr>
            <a:r>
              <a:t>Abhijit Khuperkar | Reference implementation</a:t>
            </a:r>
          </a:p>
        </p:txBody>
      </p:sp>
      <p:sp>
        <p:nvSpPr>
          <p:cNvPr id="8" name="TextBox 7">
            <a:extLst xmlns:a="http://schemas.openxmlformats.org/drawingml/2006/main">
              <a:ext uri="{FF2B5EF4-FFF2-40B4-BE49-F238E27FC236}">
                <a16:creationId xmlns:a16="http://schemas.microsoft.com/office/drawing/2014/main" id="{B4F96A15-517D-43E4-B86F-143FB129480D}"/>
              </a:ext>
            </a:extLst>
          </p:cNvPr>
          <p:cNvSpPr>
            <a:spLocks xmlns:a="http://schemas.openxmlformats.org/drawingml/2006/main" noGrp="1"/>
          </p:cNvSpPr>
          <p:nvPr/>
        </p:nvSpPr>
        <p:spPr>
          <a:xfrm xmlns:a="http://schemas.openxmlformats.org/drawingml/2006/main">
            <a:off x="758952" y="6428232"/>
            <a:ext cx="274320" cy="219456"/>
          </a:xfrm>
          <a:prstGeom xmlns:a="http://schemas.openxmlformats.org/drawingml/2006/main" prst="rect">
            <a:avLst/>
          </a:prstGeom>
          <a:noFill xmlns:a="http://schemas.openxmlformats.org/drawingml/2006/main"/>
        </p:spPr>
        <p:txBody>
          <a:bodyPr xmlns:a="http://schemas.openxmlformats.org/drawingml/2006/main" wrap="none" lIns="0" tIns="0" rIns="0" bIns="0" anchor="ctr">
            <a:spAutoFit/>
          </a:bodyPr>
          <a:lstStyle xmlns:a="http://schemas.openxmlformats.org/drawingml/2006/main"/>
          <a:p xmlns:a="http://schemas.openxmlformats.org/drawingml/2006/main">
            <a:pPr>
              <a:buNone/>
              <a:defRPr sz="900">
                <a:solidFill>
                  <a:srgbClr val="666666"/>
                </a:solidFill>
              </a:defRPr>
            </a:pPr>
            <a:r>
              <a:t>4</a:t>
            </a:r>
          </a:p>
        </p:txBody>
      </p:sp>
      <p:sp>
        <p:nvSpPr>
          <p:cNvPr id="9" name="">
            <a:extLst xmlns:a="http://schemas.openxmlformats.org/drawingml/2006/main">
              <a:ext uri="{FF2B5EF4-FFF2-40B4-BE49-F238E27FC236}">
                <a16:creationId xmlns:a16="http://schemas.microsoft.com/office/drawing/2014/main" id="{F02ED1C8-F1DD-46D7-B905-34FE73B72BF6}"/>
              </a:ext>
            </a:extLst>
          </p:cNvPr>
          <p:cNvSpPr>
            <a:spLocks xmlns:a="http://schemas.openxmlformats.org/drawingml/2006/main" noGrp="1"/>
          </p:cNvSpPr>
          <p:nvPr/>
        </p:nvSpPr>
        <p:spPr>
          <a:xfrm xmlns:a="http://schemas.openxmlformats.org/drawingml/2006/main">
            <a:off x="666750" y="1524000"/>
            <a:ext cx="10858500" cy="4762500"/>
          </a:xfrm>
          <a:prstGeom xmlns:a="http://schemas.openxmlformats.org/drawingml/2006/main" prst="rect">
            <a:avLst/>
          </a:prstGeom>
          <a:solidFill xmlns:a="http://schemas.openxmlformats.org/drawingml/2006/main">
            <a:srgbClr val="FBF9F8"/>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18EE551E-1C34-4220-ABA3-E7802AC07CCF}"/>
              </a:ext>
            </a:extLst>
          </p:cNvPr>
          <p:cNvSpPr>
            <a:spLocks xmlns:a="http://schemas.openxmlformats.org/drawingml/2006/main" noGrp="1"/>
          </p:cNvSpPr>
          <p:nvPr/>
        </p:nvSpPr>
        <p:spPr>
          <a:xfrm xmlns:a="http://schemas.openxmlformats.org/drawingml/2006/main">
            <a:off x="762000" y="2076450"/>
            <a:ext cx="3286125" cy="2819400"/>
          </a:xfrm>
          <a:prstGeom xmlns:a="http://schemas.openxmlformats.org/drawingml/2006/main" prst="roundRect">
            <a:avLst>
              <a:gd name="adj" fmla="val 2703"/>
            </a:avLst>
          </a:prstGeom>
          <a:solidFill xmlns:a="http://schemas.openxmlformats.org/drawingml/2006/main">
            <a:srgbClr val="FFFFFF"/>
          </a:solidFill>
          <a:ln xmlns:a="http://schemas.openxmlformats.org/drawingml/2006/main" w="9525">
            <a:solidFill>
              <a:srgbClr val="D9D3CC"/>
            </a:solidFill>
            <a:prstDash val="solid"/>
          </a:ln>
        </p:spPr>
      </p:sp>
      <p:sp>
        <p:nvSpPr>
          <p:cNvPr id="11" name="">
            <a:extLst xmlns:a="http://schemas.openxmlformats.org/drawingml/2006/main">
              <a:ext uri="{FF2B5EF4-FFF2-40B4-BE49-F238E27FC236}">
                <a16:creationId xmlns:a16="http://schemas.microsoft.com/office/drawing/2014/main" id="{07F34712-6FF7-4C24-BBA9-9685C59B8CAD}"/>
              </a:ext>
            </a:extLst>
          </p:cNvPr>
          <p:cNvSpPr>
            <a:spLocks xmlns:a="http://schemas.openxmlformats.org/drawingml/2006/main" noGrp="1"/>
          </p:cNvSpPr>
          <p:nvPr/>
        </p:nvSpPr>
        <p:spPr>
          <a:xfrm xmlns:a="http://schemas.openxmlformats.org/drawingml/2006/main">
            <a:off x="762000" y="2190750"/>
            <a:ext cx="38100" cy="2590800"/>
          </a:xfrm>
          <a:prstGeom xmlns:a="http://schemas.openxmlformats.org/drawingml/2006/main" prst="rect">
            <a:avLst/>
          </a:prstGeom>
          <a:solidFill xmlns:a="http://schemas.openxmlformats.org/drawingml/2006/main">
            <a:srgbClr val="9A6C45"/>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CF0764D3-EAAB-4E29-A307-6A3B7FE619F2}"/>
              </a:ext>
            </a:extLst>
          </p:cNvPr>
          <p:cNvSpPr>
            <a:spLocks xmlns:a="http://schemas.openxmlformats.org/drawingml/2006/main" noGrp="1"/>
          </p:cNvSpPr>
          <p:nvPr/>
        </p:nvSpPr>
        <p:spPr>
          <a:xfrm xmlns:a="http://schemas.openxmlformats.org/drawingml/2006/main">
            <a:off x="933450" y="2219325"/>
            <a:ext cx="294322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2025" b="1">
                <a:solidFill>
                  <a:srgbClr val="312D2A"/>
                </a:solidFill>
              </a:defRPr>
            </a:defPPr>
            <a:lvl1pPr>
              <a:defRPr sz="2025" b="1">
                <a:solidFill>
                  <a:srgbClr val="312D2A"/>
                </a:solidFill>
              </a:defRPr>
            </a:lvl1pPr>
            <a:lvl2pPr>
              <a:defRPr sz="2025" b="1">
                <a:solidFill>
                  <a:srgbClr val="312D2A"/>
                </a:solidFill>
              </a:defRPr>
            </a:lvl2pPr>
            <a:lvl3pPr>
              <a:defRPr sz="2025" b="1">
                <a:solidFill>
                  <a:srgbClr val="312D2A"/>
                </a:solidFill>
              </a:defRPr>
            </a:lvl3pPr>
            <a:lvl4pPr>
              <a:defRPr sz="2025" b="1">
                <a:solidFill>
                  <a:srgbClr val="312D2A"/>
                </a:solidFill>
              </a:defRPr>
            </a:lvl4pPr>
            <a:lvl5pPr>
              <a:defRPr sz="2025" b="1">
                <a:solidFill>
                  <a:srgbClr val="312D2A"/>
                </a:solidFill>
              </a:defRPr>
            </a:lvl5pPr>
            <a:lvl6pPr>
              <a:defRPr sz="2025" b="1">
                <a:solidFill>
                  <a:srgbClr val="312D2A"/>
                </a:solidFill>
              </a:defRPr>
            </a:lvl6pPr>
            <a:lvl7pPr>
              <a:defRPr sz="2025" b="1">
                <a:solidFill>
                  <a:srgbClr val="312D2A"/>
                </a:solidFill>
              </a:defRPr>
            </a:lvl7pPr>
            <a:lvl8pPr>
              <a:defRPr sz="2025" b="1">
                <a:solidFill>
                  <a:srgbClr val="312D2A"/>
                </a:solidFill>
              </a:defRPr>
            </a:lvl8pPr>
            <a:lvl9pPr>
              <a:defRPr sz="2025" b="1">
                <a:solidFill>
                  <a:srgbClr val="312D2A"/>
                </a:solidFill>
              </a:defRPr>
            </a:lvl9pPr>
          </a:lstStyle>
          <a:p xmlns:a="http://schemas.openxmlformats.org/drawingml/2006/main">
            <a:pPr>
              <a:defRPr sz="2025" b="1">
                <a:solidFill>
                  <a:srgbClr val="312D2A"/>
                </a:solidFill>
              </a:defRPr>
            </a:pPr>
            <a:r>
              <a:rPr sz="2025" b="1">
                <a:solidFill>
                  <a:srgbClr val="312D2A"/>
                </a:solidFill>
              </a:rPr>
              <a:t>BRONZE</a:t>
            </a:r>
          </a:p>
        </p:txBody>
      </p:sp>
      <p:sp>
        <p:nvSpPr>
          <p:cNvPr id="13" name="">
            <a:extLst xmlns:a="http://schemas.openxmlformats.org/drawingml/2006/main">
              <a:ext uri="{FF2B5EF4-FFF2-40B4-BE49-F238E27FC236}">
                <a16:creationId xmlns:a16="http://schemas.microsoft.com/office/drawing/2014/main" id="{900DFD16-548D-4B2C-A977-50217F916962}"/>
              </a:ext>
            </a:extLst>
          </p:cNvPr>
          <p:cNvSpPr>
            <a:spLocks xmlns:a="http://schemas.openxmlformats.org/drawingml/2006/main" noGrp="1"/>
          </p:cNvSpPr>
          <p:nvPr/>
        </p:nvSpPr>
        <p:spPr>
          <a:xfrm xmlns:a="http://schemas.openxmlformats.org/drawingml/2006/main">
            <a:off x="933450" y="2619375"/>
            <a:ext cx="2943225" cy="2200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1650" b="0">
                <a:solidFill>
                  <a:srgbClr val="6C655F"/>
                </a:solidFill>
              </a:defRPr>
            </a:defPPr>
            <a:lvl1pPr>
              <a:defRPr sz="1650" b="0">
                <a:solidFill>
                  <a:srgbClr val="6C655F"/>
                </a:solidFill>
              </a:defRPr>
            </a:lvl1pPr>
            <a:lvl2pPr>
              <a:defRPr sz="1650" b="0">
                <a:solidFill>
                  <a:srgbClr val="6C655F"/>
                </a:solidFill>
              </a:defRPr>
            </a:lvl2pPr>
            <a:lvl3pPr>
              <a:defRPr sz="1650" b="0">
                <a:solidFill>
                  <a:srgbClr val="6C655F"/>
                </a:solidFill>
              </a:defRPr>
            </a:lvl3pPr>
            <a:lvl4pPr>
              <a:defRPr sz="1650" b="0">
                <a:solidFill>
                  <a:srgbClr val="6C655F"/>
                </a:solidFill>
              </a:defRPr>
            </a:lvl4pPr>
            <a:lvl5pPr>
              <a:defRPr sz="1650" b="0">
                <a:solidFill>
                  <a:srgbClr val="6C655F"/>
                </a:solidFill>
              </a:defRPr>
            </a:lvl5pPr>
            <a:lvl6pPr>
              <a:defRPr sz="1650" b="0">
                <a:solidFill>
                  <a:srgbClr val="6C655F"/>
                </a:solidFill>
              </a:defRPr>
            </a:lvl6pPr>
            <a:lvl7pPr>
              <a:defRPr sz="1650" b="0">
                <a:solidFill>
                  <a:srgbClr val="6C655F"/>
                </a:solidFill>
              </a:defRPr>
            </a:lvl7pPr>
            <a:lvl8pPr>
              <a:defRPr sz="1650" b="0">
                <a:solidFill>
                  <a:srgbClr val="6C655F"/>
                </a:solidFill>
              </a:defRPr>
            </a:lvl8pPr>
            <a:lvl9pPr>
              <a:defRPr sz="1650" b="0">
                <a:solidFill>
                  <a:srgbClr val="6C655F"/>
                </a:solidFill>
              </a:defRPr>
            </a:lvl9pPr>
          </a:lstStyle>
          <a:p xmlns:a="http://schemas.openxmlformats.org/drawingml/2006/main">
            <a:pPr>
              <a:defRPr sz="1650" b="0">
                <a:solidFill>
                  <a:srgbClr val="6C655F"/>
                </a:solidFill>
              </a:defRPr>
            </a:pPr>
            <a:r>
              <a:rPr sz="1650" b="0">
                <a:solidFill>
                  <a:srgbClr val="6C655F"/>
                </a:solidFill>
              </a:rPr>
              <a:t>Raw transaction records</a:t>
            </a:r>
          </a:p>
          <a:p xmlns:a="http://schemas.openxmlformats.org/drawingml/2006/main">
            <a:r>
              <a:t/>
            </a:r>
          </a:p>
          <a:p xmlns:a="http://schemas.openxmlformats.org/drawingml/2006/main">
            <a:pPr>
              <a:defRPr sz="1650" b="0">
                <a:solidFill>
                  <a:srgbClr val="6C655F"/>
                </a:solidFill>
              </a:defRPr>
            </a:pPr>
            <a:r>
              <a:rPr sz="1650" b="0">
                <a:solidFill>
                  <a:srgbClr val="6C655F"/>
                </a:solidFill>
              </a:rPr>
              <a:t>Account, time, amount and type</a:t>
            </a:r>
          </a:p>
          <a:p xmlns:a="http://schemas.openxmlformats.org/drawingml/2006/main">
            <a:r>
              <a:t/>
            </a:r>
          </a:p>
          <a:p xmlns:a="http://schemas.openxmlformats.org/drawingml/2006/main">
            <a:pPr>
              <a:defRPr sz="1650" b="0">
                <a:solidFill>
                  <a:srgbClr val="6C655F"/>
                </a:solidFill>
              </a:defRPr>
            </a:pPr>
            <a:r>
              <a:rPr sz="1650" b="0">
                <a:solidFill>
                  <a:srgbClr val="6C655F"/>
                </a:solidFill>
              </a:rPr>
              <a:t>Reference for transformation</a:t>
            </a:r>
          </a:p>
        </p:txBody>
      </p:sp>
      <p:sp>
        <p:nvSpPr>
          <p:cNvPr id="14" name="">
            <a:extLst xmlns:a="http://schemas.openxmlformats.org/drawingml/2006/main">
              <a:ext uri="{FF2B5EF4-FFF2-40B4-BE49-F238E27FC236}">
                <a16:creationId xmlns:a16="http://schemas.microsoft.com/office/drawing/2014/main" id="{76BC548D-5B67-4762-94EA-1E5A19D58B93}"/>
              </a:ext>
            </a:extLst>
          </p:cNvPr>
          <p:cNvSpPr>
            <a:spLocks xmlns:a="http://schemas.openxmlformats.org/drawingml/2006/main" noGrp="1"/>
          </p:cNvSpPr>
          <p:nvPr/>
        </p:nvSpPr>
        <p:spPr>
          <a:xfrm xmlns:a="http://schemas.openxmlformats.org/drawingml/2006/main">
            <a:off x="4457700" y="2076450"/>
            <a:ext cx="3286125" cy="2819400"/>
          </a:xfrm>
          <a:prstGeom xmlns:a="http://schemas.openxmlformats.org/drawingml/2006/main" prst="roundRect">
            <a:avLst>
              <a:gd name="adj" fmla="val 2703"/>
            </a:avLst>
          </a:prstGeom>
          <a:solidFill xmlns:a="http://schemas.openxmlformats.org/drawingml/2006/main">
            <a:srgbClr val="FFFFFF"/>
          </a:solidFill>
          <a:ln xmlns:a="http://schemas.openxmlformats.org/drawingml/2006/main" w="9525">
            <a:solidFill>
              <a:srgbClr val="D9D3CC"/>
            </a:solidFill>
            <a:prstDash val="solid"/>
          </a:ln>
        </p:spPr>
      </p:sp>
      <p:sp>
        <p:nvSpPr>
          <p:cNvPr id="15" name="">
            <a:extLst xmlns:a="http://schemas.openxmlformats.org/drawingml/2006/main">
              <a:ext uri="{FF2B5EF4-FFF2-40B4-BE49-F238E27FC236}">
                <a16:creationId xmlns:a16="http://schemas.microsoft.com/office/drawing/2014/main" id="{1F5D94C6-4A44-431E-9D71-9D19CCFA7C6C}"/>
              </a:ext>
            </a:extLst>
          </p:cNvPr>
          <p:cNvSpPr>
            <a:spLocks xmlns:a="http://schemas.openxmlformats.org/drawingml/2006/main" noGrp="1"/>
          </p:cNvSpPr>
          <p:nvPr/>
        </p:nvSpPr>
        <p:spPr>
          <a:xfrm xmlns:a="http://schemas.openxmlformats.org/drawingml/2006/main">
            <a:off x="4457700" y="2190750"/>
            <a:ext cx="38100" cy="2590800"/>
          </a:xfrm>
          <a:prstGeom xmlns:a="http://schemas.openxmlformats.org/drawingml/2006/main" prst="rect">
            <a:avLst/>
          </a:prstGeom>
          <a:solidFill xmlns:a="http://schemas.openxmlformats.org/drawingml/2006/main">
            <a:srgbClr val="748186"/>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57AA5D8D-779B-4467-8B4C-3B029949724C}"/>
              </a:ext>
            </a:extLst>
          </p:cNvPr>
          <p:cNvSpPr>
            <a:spLocks xmlns:a="http://schemas.openxmlformats.org/drawingml/2006/main" noGrp="1"/>
          </p:cNvSpPr>
          <p:nvPr/>
        </p:nvSpPr>
        <p:spPr>
          <a:xfrm xmlns:a="http://schemas.openxmlformats.org/drawingml/2006/main">
            <a:off x="4629150" y="2219325"/>
            <a:ext cx="294322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2025" b="1">
                <a:solidFill>
                  <a:srgbClr val="312D2A"/>
                </a:solidFill>
              </a:defRPr>
            </a:defPPr>
            <a:lvl1pPr>
              <a:defRPr sz="2025" b="1">
                <a:solidFill>
                  <a:srgbClr val="312D2A"/>
                </a:solidFill>
              </a:defRPr>
            </a:lvl1pPr>
            <a:lvl2pPr>
              <a:defRPr sz="2025" b="1">
                <a:solidFill>
                  <a:srgbClr val="312D2A"/>
                </a:solidFill>
              </a:defRPr>
            </a:lvl2pPr>
            <a:lvl3pPr>
              <a:defRPr sz="2025" b="1">
                <a:solidFill>
                  <a:srgbClr val="312D2A"/>
                </a:solidFill>
              </a:defRPr>
            </a:lvl3pPr>
            <a:lvl4pPr>
              <a:defRPr sz="2025" b="1">
                <a:solidFill>
                  <a:srgbClr val="312D2A"/>
                </a:solidFill>
              </a:defRPr>
            </a:lvl4pPr>
            <a:lvl5pPr>
              <a:defRPr sz="2025" b="1">
                <a:solidFill>
                  <a:srgbClr val="312D2A"/>
                </a:solidFill>
              </a:defRPr>
            </a:lvl5pPr>
            <a:lvl6pPr>
              <a:defRPr sz="2025" b="1">
                <a:solidFill>
                  <a:srgbClr val="312D2A"/>
                </a:solidFill>
              </a:defRPr>
            </a:lvl6pPr>
            <a:lvl7pPr>
              <a:defRPr sz="2025" b="1">
                <a:solidFill>
                  <a:srgbClr val="312D2A"/>
                </a:solidFill>
              </a:defRPr>
            </a:lvl7pPr>
            <a:lvl8pPr>
              <a:defRPr sz="2025" b="1">
                <a:solidFill>
                  <a:srgbClr val="312D2A"/>
                </a:solidFill>
              </a:defRPr>
            </a:lvl8pPr>
            <a:lvl9pPr>
              <a:defRPr sz="2025" b="1">
                <a:solidFill>
                  <a:srgbClr val="312D2A"/>
                </a:solidFill>
              </a:defRPr>
            </a:lvl9pPr>
          </a:lstStyle>
          <a:p xmlns:a="http://schemas.openxmlformats.org/drawingml/2006/main">
            <a:pPr>
              <a:defRPr sz="2025" b="1">
                <a:solidFill>
                  <a:srgbClr val="312D2A"/>
                </a:solidFill>
              </a:defRPr>
            </a:pPr>
            <a:r>
              <a:rPr sz="2025" b="1">
                <a:solidFill>
                  <a:srgbClr val="312D2A"/>
                </a:solidFill>
              </a:rPr>
              <a:t>SILVER</a:t>
            </a:r>
          </a:p>
        </p:txBody>
      </p:sp>
      <p:sp>
        <p:nvSpPr>
          <p:cNvPr id="17" name="">
            <a:extLst xmlns:a="http://schemas.openxmlformats.org/drawingml/2006/main">
              <a:ext uri="{FF2B5EF4-FFF2-40B4-BE49-F238E27FC236}">
                <a16:creationId xmlns:a16="http://schemas.microsoft.com/office/drawing/2014/main" id="{DB74FF94-AC08-4302-B55E-AB5080B098ED}"/>
              </a:ext>
            </a:extLst>
          </p:cNvPr>
          <p:cNvSpPr>
            <a:spLocks xmlns:a="http://schemas.openxmlformats.org/drawingml/2006/main" noGrp="1"/>
          </p:cNvSpPr>
          <p:nvPr/>
        </p:nvSpPr>
        <p:spPr>
          <a:xfrm xmlns:a="http://schemas.openxmlformats.org/drawingml/2006/main">
            <a:off x="4629150" y="2619375"/>
            <a:ext cx="2943225" cy="2200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1650" b="0">
                <a:solidFill>
                  <a:srgbClr val="6C655F"/>
                </a:solidFill>
              </a:defRPr>
            </a:defPPr>
            <a:lvl1pPr>
              <a:defRPr sz="1650" b="0">
                <a:solidFill>
                  <a:srgbClr val="6C655F"/>
                </a:solidFill>
              </a:defRPr>
            </a:lvl1pPr>
            <a:lvl2pPr>
              <a:defRPr sz="1650" b="0">
                <a:solidFill>
                  <a:srgbClr val="6C655F"/>
                </a:solidFill>
              </a:defRPr>
            </a:lvl2pPr>
            <a:lvl3pPr>
              <a:defRPr sz="1650" b="0">
                <a:solidFill>
                  <a:srgbClr val="6C655F"/>
                </a:solidFill>
              </a:defRPr>
            </a:lvl3pPr>
            <a:lvl4pPr>
              <a:defRPr sz="1650" b="0">
                <a:solidFill>
                  <a:srgbClr val="6C655F"/>
                </a:solidFill>
              </a:defRPr>
            </a:lvl4pPr>
            <a:lvl5pPr>
              <a:defRPr sz="1650" b="0">
                <a:solidFill>
                  <a:srgbClr val="6C655F"/>
                </a:solidFill>
              </a:defRPr>
            </a:lvl5pPr>
            <a:lvl6pPr>
              <a:defRPr sz="1650" b="0">
                <a:solidFill>
                  <a:srgbClr val="6C655F"/>
                </a:solidFill>
              </a:defRPr>
            </a:lvl6pPr>
            <a:lvl7pPr>
              <a:defRPr sz="1650" b="0">
                <a:solidFill>
                  <a:srgbClr val="6C655F"/>
                </a:solidFill>
              </a:defRPr>
            </a:lvl7pPr>
            <a:lvl8pPr>
              <a:defRPr sz="1650" b="0">
                <a:solidFill>
                  <a:srgbClr val="6C655F"/>
                </a:solidFill>
              </a:defRPr>
            </a:lvl8pPr>
            <a:lvl9pPr>
              <a:defRPr sz="1650" b="0">
                <a:solidFill>
                  <a:srgbClr val="6C655F"/>
                </a:solidFill>
              </a:defRPr>
            </a:lvl9pPr>
          </a:lstStyle>
          <a:p xmlns:a="http://schemas.openxmlformats.org/drawingml/2006/main">
            <a:pPr>
              <a:defRPr sz="1650" b="0">
                <a:solidFill>
                  <a:srgbClr val="6C655F"/>
                </a:solidFill>
              </a:defRPr>
            </a:pPr>
            <a:r>
              <a:rPr sz="1650" b="0">
                <a:solidFill>
                  <a:srgbClr val="6C655F"/>
                </a:solidFill>
              </a:rPr>
              <a:t>Required-field checks</a:t>
            </a:r>
          </a:p>
          <a:p xmlns:a="http://schemas.openxmlformats.org/drawingml/2006/main">
            <a:r>
              <a:t/>
            </a:r>
          </a:p>
          <a:p xmlns:a="http://schemas.openxmlformats.org/drawingml/2006/main">
            <a:pPr>
              <a:defRPr sz="1650" b="0">
                <a:solidFill>
                  <a:srgbClr val="6C655F"/>
                </a:solidFill>
              </a:defRPr>
            </a:pPr>
            <a:r>
              <a:rPr sz="1650" b="0">
                <a:solidFill>
                  <a:srgbClr val="6C655F"/>
                </a:solidFill>
              </a:rPr>
              <a:t>Time-derived features</a:t>
            </a:r>
          </a:p>
          <a:p xmlns:a="http://schemas.openxmlformats.org/drawingml/2006/main">
            <a:r>
              <a:t/>
            </a:r>
          </a:p>
          <a:p xmlns:a="http://schemas.openxmlformats.org/drawingml/2006/main">
            <a:pPr>
              <a:defRPr sz="1650" b="0">
                <a:solidFill>
                  <a:srgbClr val="6C655F"/>
                </a:solidFill>
              </a:defRPr>
            </a:pPr>
            <a:r>
              <a:rPr sz="1650" b="0">
                <a:solidFill>
                  <a:srgbClr val="6C655F"/>
                </a:solidFill>
              </a:rPr>
              <a:t>Consistent processing inputs</a:t>
            </a:r>
          </a:p>
        </p:txBody>
      </p:sp>
      <p:sp>
        <p:nvSpPr>
          <p:cNvPr id="18" name="">
            <a:extLst xmlns:a="http://schemas.openxmlformats.org/drawingml/2006/main">
              <a:ext uri="{FF2B5EF4-FFF2-40B4-BE49-F238E27FC236}">
                <a16:creationId xmlns:a16="http://schemas.microsoft.com/office/drawing/2014/main" id="{DF1F269A-FAA5-42C1-98CD-3428892A5878}"/>
              </a:ext>
            </a:extLst>
          </p:cNvPr>
          <p:cNvSpPr>
            <a:spLocks xmlns:a="http://schemas.openxmlformats.org/drawingml/2006/main" noGrp="1"/>
          </p:cNvSpPr>
          <p:nvPr/>
        </p:nvSpPr>
        <p:spPr>
          <a:xfrm xmlns:a="http://schemas.openxmlformats.org/drawingml/2006/main">
            <a:off x="8153400" y="2076450"/>
            <a:ext cx="3286125" cy="2819400"/>
          </a:xfrm>
          <a:prstGeom xmlns:a="http://schemas.openxmlformats.org/drawingml/2006/main" prst="roundRect">
            <a:avLst>
              <a:gd name="adj" fmla="val 2703"/>
            </a:avLst>
          </a:prstGeom>
          <a:solidFill xmlns:a="http://schemas.openxmlformats.org/drawingml/2006/main">
            <a:srgbClr val="FFFFFF"/>
          </a:solidFill>
          <a:ln xmlns:a="http://schemas.openxmlformats.org/drawingml/2006/main" w="9525">
            <a:solidFill>
              <a:srgbClr val="D9D3CC"/>
            </a:solidFill>
            <a:prstDash val="solid"/>
          </a:ln>
        </p:spPr>
      </p:sp>
      <p:sp>
        <p:nvSpPr>
          <p:cNvPr id="19" name="">
            <a:extLst xmlns:a="http://schemas.openxmlformats.org/drawingml/2006/main">
              <a:ext uri="{FF2B5EF4-FFF2-40B4-BE49-F238E27FC236}">
                <a16:creationId xmlns:a16="http://schemas.microsoft.com/office/drawing/2014/main" id="{54C2E422-472B-40DC-A495-2DAB6B2F9DC6}"/>
              </a:ext>
            </a:extLst>
          </p:cNvPr>
          <p:cNvSpPr>
            <a:spLocks xmlns:a="http://schemas.openxmlformats.org/drawingml/2006/main" noGrp="1"/>
          </p:cNvSpPr>
          <p:nvPr/>
        </p:nvSpPr>
        <p:spPr>
          <a:xfrm xmlns:a="http://schemas.openxmlformats.org/drawingml/2006/main">
            <a:off x="8153400" y="2190750"/>
            <a:ext cx="38100" cy="2590800"/>
          </a:xfrm>
          <a:prstGeom xmlns:a="http://schemas.openxmlformats.org/drawingml/2006/main" prst="rect">
            <a:avLst/>
          </a:prstGeom>
          <a:solidFill xmlns:a="http://schemas.openxmlformats.org/drawingml/2006/main">
            <a:srgbClr val="A18442"/>
          </a:solidFill>
          <a:ln xmlns:a="http://schemas.openxmlformats.org/drawingml/2006/main" w="0">
            <a:noFill/>
          </a:ln>
        </p:spPr>
      </p:sp>
      <p:sp>
        <p:nvSpPr>
          <p:cNvPr id="20" name="">
            <a:extLst xmlns:a="http://schemas.openxmlformats.org/drawingml/2006/main">
              <a:ext uri="{FF2B5EF4-FFF2-40B4-BE49-F238E27FC236}">
                <a16:creationId xmlns:a16="http://schemas.microsoft.com/office/drawing/2014/main" id="{E54D1185-CA5D-4DA5-9800-0685314A4748}"/>
              </a:ext>
            </a:extLst>
          </p:cNvPr>
          <p:cNvSpPr>
            <a:spLocks xmlns:a="http://schemas.openxmlformats.org/drawingml/2006/main" noGrp="1"/>
          </p:cNvSpPr>
          <p:nvPr/>
        </p:nvSpPr>
        <p:spPr>
          <a:xfrm xmlns:a="http://schemas.openxmlformats.org/drawingml/2006/main">
            <a:off x="8324850" y="2219325"/>
            <a:ext cx="294322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2025" b="1">
                <a:solidFill>
                  <a:srgbClr val="312D2A"/>
                </a:solidFill>
              </a:defRPr>
            </a:defPPr>
            <a:lvl1pPr>
              <a:defRPr sz="2025" b="1">
                <a:solidFill>
                  <a:srgbClr val="312D2A"/>
                </a:solidFill>
              </a:defRPr>
            </a:lvl1pPr>
            <a:lvl2pPr>
              <a:defRPr sz="2025" b="1">
                <a:solidFill>
                  <a:srgbClr val="312D2A"/>
                </a:solidFill>
              </a:defRPr>
            </a:lvl2pPr>
            <a:lvl3pPr>
              <a:defRPr sz="2025" b="1">
                <a:solidFill>
                  <a:srgbClr val="312D2A"/>
                </a:solidFill>
              </a:defRPr>
            </a:lvl3pPr>
            <a:lvl4pPr>
              <a:defRPr sz="2025" b="1">
                <a:solidFill>
                  <a:srgbClr val="312D2A"/>
                </a:solidFill>
              </a:defRPr>
            </a:lvl4pPr>
            <a:lvl5pPr>
              <a:defRPr sz="2025" b="1">
                <a:solidFill>
                  <a:srgbClr val="312D2A"/>
                </a:solidFill>
              </a:defRPr>
            </a:lvl5pPr>
            <a:lvl6pPr>
              <a:defRPr sz="2025" b="1">
                <a:solidFill>
                  <a:srgbClr val="312D2A"/>
                </a:solidFill>
              </a:defRPr>
            </a:lvl6pPr>
            <a:lvl7pPr>
              <a:defRPr sz="2025" b="1">
                <a:solidFill>
                  <a:srgbClr val="312D2A"/>
                </a:solidFill>
              </a:defRPr>
            </a:lvl7pPr>
            <a:lvl8pPr>
              <a:defRPr sz="2025" b="1">
                <a:solidFill>
                  <a:srgbClr val="312D2A"/>
                </a:solidFill>
              </a:defRPr>
            </a:lvl8pPr>
            <a:lvl9pPr>
              <a:defRPr sz="2025" b="1">
                <a:solidFill>
                  <a:srgbClr val="312D2A"/>
                </a:solidFill>
              </a:defRPr>
            </a:lvl9pPr>
          </a:lstStyle>
          <a:p xmlns:a="http://schemas.openxmlformats.org/drawingml/2006/main">
            <a:pPr>
              <a:defRPr sz="2025" b="1">
                <a:solidFill>
                  <a:srgbClr val="312D2A"/>
                </a:solidFill>
              </a:defRPr>
            </a:pPr>
            <a:r>
              <a:rPr sz="2025" b="1">
                <a:solidFill>
                  <a:srgbClr val="312D2A"/>
                </a:solidFill>
              </a:rPr>
              <a:t>GOLD</a:t>
            </a:r>
          </a:p>
        </p:txBody>
      </p:sp>
      <p:sp>
        <p:nvSpPr>
          <p:cNvPr id="21" name="">
            <a:extLst xmlns:a="http://schemas.openxmlformats.org/drawingml/2006/main">
              <a:ext uri="{FF2B5EF4-FFF2-40B4-BE49-F238E27FC236}">
                <a16:creationId xmlns:a16="http://schemas.microsoft.com/office/drawing/2014/main" id="{163D0D67-10DF-4F39-B22C-37DAE230F8F8}"/>
              </a:ext>
            </a:extLst>
          </p:cNvPr>
          <p:cNvSpPr>
            <a:spLocks xmlns:a="http://schemas.openxmlformats.org/drawingml/2006/main" noGrp="1"/>
          </p:cNvSpPr>
          <p:nvPr/>
        </p:nvSpPr>
        <p:spPr>
          <a:xfrm xmlns:a="http://schemas.openxmlformats.org/drawingml/2006/main">
            <a:off x="8324850" y="2619375"/>
            <a:ext cx="2943225" cy="2200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1650" b="0">
                <a:solidFill>
                  <a:srgbClr val="6C655F"/>
                </a:solidFill>
              </a:defRPr>
            </a:defPPr>
            <a:lvl1pPr>
              <a:defRPr sz="1650" b="0">
                <a:solidFill>
                  <a:srgbClr val="6C655F"/>
                </a:solidFill>
              </a:defRPr>
            </a:lvl1pPr>
            <a:lvl2pPr>
              <a:defRPr sz="1650" b="0">
                <a:solidFill>
                  <a:srgbClr val="6C655F"/>
                </a:solidFill>
              </a:defRPr>
            </a:lvl2pPr>
            <a:lvl3pPr>
              <a:defRPr sz="1650" b="0">
                <a:solidFill>
                  <a:srgbClr val="6C655F"/>
                </a:solidFill>
              </a:defRPr>
            </a:lvl3pPr>
            <a:lvl4pPr>
              <a:defRPr sz="1650" b="0">
                <a:solidFill>
                  <a:srgbClr val="6C655F"/>
                </a:solidFill>
              </a:defRPr>
            </a:lvl4pPr>
            <a:lvl5pPr>
              <a:defRPr sz="1650" b="0">
                <a:solidFill>
                  <a:srgbClr val="6C655F"/>
                </a:solidFill>
              </a:defRPr>
            </a:lvl5pPr>
            <a:lvl6pPr>
              <a:defRPr sz="1650" b="0">
                <a:solidFill>
                  <a:srgbClr val="6C655F"/>
                </a:solidFill>
              </a:defRPr>
            </a:lvl6pPr>
            <a:lvl7pPr>
              <a:defRPr sz="1650" b="0">
                <a:solidFill>
                  <a:srgbClr val="6C655F"/>
                </a:solidFill>
              </a:defRPr>
            </a:lvl7pPr>
            <a:lvl8pPr>
              <a:defRPr sz="1650" b="0">
                <a:solidFill>
                  <a:srgbClr val="6C655F"/>
                </a:solidFill>
              </a:defRPr>
            </a:lvl8pPr>
            <a:lvl9pPr>
              <a:defRPr sz="1650" b="0">
                <a:solidFill>
                  <a:srgbClr val="6C655F"/>
                </a:solidFill>
              </a:defRPr>
            </a:lvl9pPr>
          </a:lstStyle>
          <a:p xmlns:a="http://schemas.openxmlformats.org/drawingml/2006/main">
            <a:pPr>
              <a:defRPr sz="1650" b="0">
                <a:solidFill>
                  <a:srgbClr val="6C655F"/>
                </a:solidFill>
              </a:defRPr>
            </a:pPr>
            <a:r>
              <a:rPr sz="1650" b="0">
                <a:solidFill>
                  <a:srgbClr val="6C655F"/>
                </a:solidFill>
              </a:rPr>
              <a:t>Account-month analytics</a:t>
            </a:r>
          </a:p>
          <a:p xmlns:a="http://schemas.openxmlformats.org/drawingml/2006/main">
            <a:r>
              <a:t/>
            </a:r>
          </a:p>
          <a:p xmlns:a="http://schemas.openxmlformats.org/drawingml/2006/main">
            <a:pPr>
              <a:defRPr sz="1650" b="0">
                <a:solidFill>
                  <a:srgbClr val="6C655F"/>
                </a:solidFill>
              </a:defRPr>
            </a:pPr>
            <a:r>
              <a:rPr sz="1650" b="0">
                <a:solidFill>
                  <a:srgbClr val="6C655F"/>
                </a:solidFill>
              </a:rPr>
              <a:t>Transaction-level features</a:t>
            </a:r>
          </a:p>
          <a:p xmlns:a="http://schemas.openxmlformats.org/drawingml/2006/main">
            <a:r>
              <a:t/>
            </a:r>
          </a:p>
          <a:p xmlns:a="http://schemas.openxmlformats.org/drawingml/2006/main">
            <a:pPr>
              <a:defRPr sz="1650" b="0">
                <a:solidFill>
                  <a:srgbClr val="6C655F"/>
                </a:solidFill>
              </a:defRPr>
            </a:pPr>
            <a:r>
              <a:rPr sz="1650" b="0">
                <a:solidFill>
                  <a:srgbClr val="6C655F"/>
                </a:solidFill>
              </a:rPr>
              <a:t>Reusable data products</a:t>
            </a:r>
          </a:p>
        </p:txBody>
      </p:sp>
      <p:sp>
        <p:nvSpPr>
          <p:cNvPr id="22" name="">
            <a:extLst xmlns:a="http://schemas.openxmlformats.org/drawingml/2006/main">
              <a:ext uri="{FF2B5EF4-FFF2-40B4-BE49-F238E27FC236}">
                <a16:creationId xmlns:a16="http://schemas.microsoft.com/office/drawing/2014/main" id="{E653FAE1-04E7-4B69-A93F-CB84C35F025D}"/>
              </a:ext>
            </a:extLst>
          </p:cNvPr>
          <p:cNvSpPr>
            <a:spLocks xmlns:a="http://schemas.openxmlformats.org/drawingml/2006/main" noGrp="1"/>
          </p:cNvSpPr>
          <p:nvPr/>
        </p:nvSpPr>
        <p:spPr>
          <a:xfrm xmlns:a="http://schemas.openxmlformats.org/drawingml/2006/main">
            <a:off x="762000" y="5314950"/>
            <a:ext cx="1066800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1500" b="0">
                <a:solidFill>
                  <a:srgbClr val="6C655F"/>
                </a:solidFill>
              </a:defRPr>
            </a:defPPr>
            <a:lvl1pPr>
              <a:defRPr sz="1500" b="0">
                <a:solidFill>
                  <a:srgbClr val="6C655F"/>
                </a:solidFill>
              </a:defRPr>
            </a:lvl1pPr>
            <a:lvl2pPr>
              <a:defRPr sz="1500" b="0">
                <a:solidFill>
                  <a:srgbClr val="6C655F"/>
                </a:solidFill>
              </a:defRPr>
            </a:lvl2pPr>
            <a:lvl3pPr>
              <a:defRPr sz="1500" b="0">
                <a:solidFill>
                  <a:srgbClr val="6C655F"/>
                </a:solidFill>
              </a:defRPr>
            </a:lvl3pPr>
            <a:lvl4pPr>
              <a:defRPr sz="1500" b="0">
                <a:solidFill>
                  <a:srgbClr val="6C655F"/>
                </a:solidFill>
              </a:defRPr>
            </a:lvl4pPr>
            <a:lvl5pPr>
              <a:defRPr sz="1500" b="0">
                <a:solidFill>
                  <a:srgbClr val="6C655F"/>
                </a:solidFill>
              </a:defRPr>
            </a:lvl5pPr>
            <a:lvl6pPr>
              <a:defRPr sz="1500" b="0">
                <a:solidFill>
                  <a:srgbClr val="6C655F"/>
                </a:solidFill>
              </a:defRPr>
            </a:lvl6pPr>
            <a:lvl7pPr>
              <a:defRPr sz="1500" b="0">
                <a:solidFill>
                  <a:srgbClr val="6C655F"/>
                </a:solidFill>
              </a:defRPr>
            </a:lvl7pPr>
            <a:lvl8pPr>
              <a:defRPr sz="1500" b="0">
                <a:solidFill>
                  <a:srgbClr val="6C655F"/>
                </a:solidFill>
              </a:defRPr>
            </a:lvl8pPr>
            <a:lvl9pPr>
              <a:defRPr sz="1500" b="0">
                <a:solidFill>
                  <a:srgbClr val="6C655F"/>
                </a:solidFill>
              </a:defRPr>
            </a:lvl9pPr>
          </a:lstStyle>
          <a:p xmlns:a="http://schemas.openxmlformats.org/drawingml/2006/main">
            <a:pPr>
              <a:defRPr sz="1500" b="0">
                <a:solidFill>
                  <a:srgbClr val="6C655F"/>
                </a:solidFill>
              </a:defRPr>
            </a:pPr>
            <a:r>
              <a:rPr sz="1500" b="0">
                <a:solidFill>
                  <a:srgbClr val="6C655F"/>
                </a:solidFill>
              </a:rPr>
              <a:t>The separate ML workflow fits and evaluates a model. Its predictions are not the source of the agent’s investigation queue.</a:t>
            </a:r>
          </a:p>
        </p:txBody>
      </p:sp>
    </p:spTree>
    <p:extLst>
      <p:ext uri="{BB962C8B-B14F-4D97-AF65-F5344CB8AC3E}">
        <p14:creationId xmlns:p14="http://schemas.microsoft.com/office/powerpoint/2010/main" val="353163718"/>
      </p:ext>
    </p:extLst>
  </p:cSld>
</p:sld>
</file>

<file path=ppt/slides/slide5.xml><?xml version="1.0" encoding="utf-8"?>
<p:sld xmlns:p="http://schemas.openxmlformats.org/presentationml/2006/main">
  <p:cSld>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984F82B5-6983-4F05-85B1-1C14909F9182}"/>
              </a:ext>
            </a:extLst>
          </p:cNvPr>
          <p:cNvSpPr>
            <a:spLocks xmlns:a="http://schemas.openxmlformats.org/drawingml/2006/main" noGrp="1"/>
          </p:cNvSpPr>
          <p:nvPr>
            <p:ph type="title" idx="0"/>
          </p:nvPr>
        </p:nvSpPr>
        <p:spPr/>
        <p:txBody>
          <a:bodyPr xmlns:a="http://schemas.openxmlformats.org/drawingml/2006/main" wrap="square"/>
          <a:lstStyle xmlns:a="http://schemas.openxmlformats.org/drawingml/2006/main"/>
          <a:p xmlns:a="http://schemas.openxmlformats.org/drawingml/2006/main">
            <a:pPr>
              <a:buNone/>
              <a:defRPr>
                <a:solidFill>
                  <a:srgbClr val="1F2933"/>
                </a:solidFill>
              </a:defRPr>
            </a:pPr>
            <a:r>
              <a:rPr>
                <a:solidFill>
                  <a:srgbClr val="1F2933"/>
                </a:solidFill>
              </a:rPr>
              <a:t>Publish Gold with a verification contract</a:t>
            </a:r>
          </a:p>
        </p:txBody>
      </p:sp>
      <p:sp>
        <p:nvSpPr>
          <p:cNvPr id="3" name="Content Placeholder 2">
            <a:extLst xmlns:a="http://schemas.openxmlformats.org/drawingml/2006/main">
              <a:ext uri="{FF2B5EF4-FFF2-40B4-BE49-F238E27FC236}">
                <a16:creationId xmlns:a16="http://schemas.microsoft.com/office/drawing/2014/main" id="{12B5A1FD-2C7C-4A8A-91A9-186B7E6F00F6}"/>
              </a:ext>
            </a:extLst>
          </p:cNvPr>
          <p:cNvSpPr>
            <a:spLocks xmlns:a="http://schemas.openxmlformats.org/drawingml/2006/main" noGrp="1"/>
          </p:cNvSpPr>
          <p:nvPr>
            <p:ph idx="14"/>
          </p:nvPr>
        </p:nvSpPr>
        <p:spPr/>
        <p:txBody>
          <a:bodyPr xmlns:a="http://schemas.openxmlformats.org/drawingml/2006/main" wrap="square"/>
          <a:lstStyle xmlns:a="http://schemas.openxmlformats.org/drawingml/2006/main"/>
          <a:p xmlns:a="http://schemas.openxmlformats.org/drawingml/2006/main"/>
        </p:txBody>
      </p:sp>
      <p:sp>
        <p:nvSpPr>
          <p:cNvPr id="4" name="Text Placeholder 3">
            <a:extLst xmlns:a="http://schemas.openxmlformats.org/drawingml/2006/main">
              <a:ext uri="{FF2B5EF4-FFF2-40B4-BE49-F238E27FC236}">
                <a16:creationId xmlns:a16="http://schemas.microsoft.com/office/drawing/2014/main" id="{9F2951F1-3F28-4ADF-B076-B5444D5B3813}"/>
              </a:ext>
            </a:extLst>
          </p:cNvPr>
          <p:cNvSpPr>
            <a:spLocks xmlns:a="http://schemas.openxmlformats.org/drawingml/2006/main" noGrp="1"/>
          </p:cNvSpPr>
          <p:nvPr>
            <p:ph type="body" idx="11"/>
          </p:nvPr>
        </p:nvSpPr>
        <p:spPr/>
        <p:txBody>
          <a:bodyPr xmlns:a="http://schemas.openxmlformats.org/drawingml/2006/main" wrap="square"/>
          <a:lstStyle xmlns:a="http://schemas.openxmlformats.org/drawingml/2006/main"/>
          <a:p xmlns:a="http://schemas.openxmlformats.org/drawingml/2006/main">
            <a:pPr>
              <a:buNone/>
              <a:defRPr>
                <a:solidFill>
                  <a:srgbClr val="1F2933"/>
                </a:solidFill>
              </a:defRPr>
            </a:pPr>
            <a:r>
              <a:rPr>
                <a:solidFill>
                  <a:srgbClr val="1F2933"/>
                </a:solidFill>
              </a:rPr>
              <a:t>Autonomous AI Lakehouse is the analytical serving layer</a:t>
            </a:r>
          </a:p>
        </p:txBody>
      </p:sp>
      <p:sp>
        <p:nvSpPr>
          <p:cNvPr id="6" name="TextBox 5">
            <a:extLst xmlns:a="http://schemas.openxmlformats.org/drawingml/2006/main">
              <a:ext uri="{FF2B5EF4-FFF2-40B4-BE49-F238E27FC236}">
                <a16:creationId xmlns:a16="http://schemas.microsoft.com/office/drawing/2014/main" id="{C22390D3-1319-4A69-84D1-A6D5A1DFC936}"/>
              </a:ext>
            </a:extLst>
          </p:cNvPr>
          <p:cNvSpPr>
            <a:spLocks xmlns:a="http://schemas.openxmlformats.org/drawingml/2006/main" noGrp="1"/>
          </p:cNvSpPr>
          <p:nvPr/>
        </p:nvSpPr>
        <p:spPr>
          <a:xfrm xmlns:a="http://schemas.openxmlformats.org/drawingml/2006/main">
            <a:off x="1124712" y="6428232"/>
            <a:ext cx="9326880" cy="219456"/>
          </a:xfrm>
          <a:prstGeom xmlns:a="http://schemas.openxmlformats.org/drawingml/2006/main" prst="rect">
            <a:avLst/>
          </a:prstGeom>
          <a:noFill xmlns:a="http://schemas.openxmlformats.org/drawingml/2006/main"/>
        </p:spPr>
        <p:txBody>
          <a:bodyPr xmlns:a="http://schemas.openxmlformats.org/drawingml/2006/main" wrap="none" lIns="0" tIns="0" rIns="0" bIns="0" anchor="ctr">
            <a:spAutoFit/>
          </a:bodyPr>
          <a:lstStyle xmlns:a="http://schemas.openxmlformats.org/drawingml/2006/main"/>
          <a:p xmlns:a="http://schemas.openxmlformats.org/drawingml/2006/main">
            <a:pPr>
              <a:buNone/>
              <a:defRPr sz="900">
                <a:solidFill>
                  <a:srgbClr val="666666"/>
                </a:solidFill>
              </a:defRPr>
            </a:pPr>
            <a:r>
              <a:t>Abhijit Khuperkar | Reference implementation</a:t>
            </a:r>
          </a:p>
        </p:txBody>
      </p:sp>
      <p:sp>
        <p:nvSpPr>
          <p:cNvPr id="7" name="TextBox 6">
            <a:extLst xmlns:a="http://schemas.openxmlformats.org/drawingml/2006/main">
              <a:ext uri="{FF2B5EF4-FFF2-40B4-BE49-F238E27FC236}">
                <a16:creationId xmlns:a16="http://schemas.microsoft.com/office/drawing/2014/main" id="{156A7652-6691-4D34-9487-828D583D13A1}"/>
              </a:ext>
            </a:extLst>
          </p:cNvPr>
          <p:cNvSpPr>
            <a:spLocks xmlns:a="http://schemas.openxmlformats.org/drawingml/2006/main" noGrp="1"/>
          </p:cNvSpPr>
          <p:nvPr/>
        </p:nvSpPr>
        <p:spPr>
          <a:xfrm xmlns:a="http://schemas.openxmlformats.org/drawingml/2006/main">
            <a:off x="758952" y="6428232"/>
            <a:ext cx="274320" cy="219456"/>
          </a:xfrm>
          <a:prstGeom xmlns:a="http://schemas.openxmlformats.org/drawingml/2006/main" prst="rect">
            <a:avLst/>
          </a:prstGeom>
          <a:noFill xmlns:a="http://schemas.openxmlformats.org/drawingml/2006/main"/>
        </p:spPr>
        <p:txBody>
          <a:bodyPr xmlns:a="http://schemas.openxmlformats.org/drawingml/2006/main" wrap="none" lIns="0" tIns="0" rIns="0" bIns="0" anchor="ctr">
            <a:spAutoFit/>
          </a:bodyPr>
          <a:lstStyle xmlns:a="http://schemas.openxmlformats.org/drawingml/2006/main"/>
          <a:p xmlns:a="http://schemas.openxmlformats.org/drawingml/2006/main">
            <a:pPr>
              <a:buNone/>
              <a:defRPr sz="900">
                <a:solidFill>
                  <a:srgbClr val="666666"/>
                </a:solidFill>
              </a:defRPr>
            </a:pPr>
            <a:r>
              <a:t>5</a:t>
            </a:r>
          </a:p>
        </p:txBody>
      </p:sp>
      <p:graphicFrame>
        <p:nvGraphicFramePr>
          <p:cNvPr id="8" name="">
            <a:extLst xmlns:a="http://schemas.openxmlformats.org/drawingml/2006/main">
              <a:ext uri="{FF2B5EF4-FFF2-40B4-BE49-F238E27FC236}">
                <a16:creationId xmlns:a16="http://schemas.microsoft.com/office/drawing/2014/main" id="{DCBC530E-3FF8-4EBB-9939-CB008880A05D}"/>
              </a:ext>
            </a:extLst>
          </p:cNvPr>
          <p:cNvGraphicFramePr/>
          <p:nvPr/>
        </p:nvGraphicFramePr>
        <p:xfrm>
          <a:off xmlns:a="http://schemas.openxmlformats.org/drawingml/2006/main" x="762000" y="1809750"/>
          <a:ext xmlns:a="http://schemas.openxmlformats.org/drawingml/2006/main" cx="10668000" cy="3667125"/>
        </p:xfrm>
        <a:graphic xmlns:a="http://schemas.openxmlformats.org/drawingml/2006/main">
          <a:graphicData uri="http://schemas.openxmlformats.org/drawingml/2006/table">
            <a:tbl>
              <a:tblPr/>
              <a:tblGrid>
                <a:gridCol w="2286000"/>
                <a:gridCol w="4191000"/>
                <a:gridCol w="4191000"/>
              </a:tblGrid>
              <a:tr h="733425">
                <a:tc>
                  <a:txBody>
                    <a:bodyPr/>
                    <a:lstStyle/>
                    <a:p>
                      <a:r>
                        <a:rPr sz="1575" b="1">
                          <a:solidFill>
                            <a:srgbClr val="FFFFFF"/>
                          </a:solidFill>
                        </a:rPr>
                        <a:t>Decision</a:t>
                      </a:r>
                    </a:p>
                  </a:txBody>
                  <a:tcPr marL="91440" marR="91440" marT="45720" marB="45720">
                    <a:lnL w="9525">
                      <a:solidFill>
                        <a:srgbClr val="D9D3CC"/>
                      </a:solidFill>
                      <a:prstDash val="solid"/>
                    </a:lnL>
                    <a:lnR w="9525">
                      <a:solidFill>
                        <a:srgbClr val="D9D3CC"/>
                      </a:solidFill>
                      <a:prstDash val="solid"/>
                    </a:lnR>
                    <a:lnT w="9525">
                      <a:solidFill>
                        <a:srgbClr val="D9D3CC"/>
                      </a:solidFill>
                      <a:prstDash val="solid"/>
                    </a:lnT>
                    <a:lnB w="9525">
                      <a:solidFill>
                        <a:srgbClr val="D9D3CC"/>
                      </a:solidFill>
                      <a:prstDash val="solid"/>
                    </a:lnB>
                    <a:solidFill>
                      <a:srgbClr val="312D2A"/>
                    </a:solidFill>
                  </a:tcPr>
                </a:tc>
                <a:tc>
                  <a:txBody>
                    <a:bodyPr/>
                    <a:lstStyle/>
                    <a:p>
                      <a:r>
                        <a:rPr sz="1575" b="1">
                          <a:solidFill>
                            <a:srgbClr val="FFFFFF"/>
                          </a:solidFill>
                        </a:rPr>
                        <a:t>Implementation</a:t>
                      </a:r>
                    </a:p>
                  </a:txBody>
                  <a:tcPr marL="91440" marR="91440" marT="45720" marB="45720">
                    <a:lnR w="9525">
                      <a:solidFill>
                        <a:srgbClr val="D9D3CC"/>
                      </a:solidFill>
                      <a:prstDash val="solid"/>
                    </a:lnR>
                    <a:lnT w="9525">
                      <a:solidFill>
                        <a:srgbClr val="D9D3CC"/>
                      </a:solidFill>
                      <a:prstDash val="solid"/>
                    </a:lnT>
                    <a:lnB w="9525">
                      <a:solidFill>
                        <a:srgbClr val="D9D3CC"/>
                      </a:solidFill>
                      <a:prstDash val="solid"/>
                    </a:lnB>
                    <a:solidFill>
                      <a:srgbClr val="312D2A"/>
                    </a:solidFill>
                  </a:tcPr>
                </a:tc>
                <a:tc>
                  <a:txBody>
                    <a:bodyPr/>
                    <a:lstStyle/>
                    <a:p>
                      <a:r>
                        <a:rPr sz="1575" b="1">
                          <a:solidFill>
                            <a:srgbClr val="FFFFFF"/>
                          </a:solidFill>
                        </a:rPr>
                        <a:t>Proof</a:t>
                      </a:r>
                    </a:p>
                  </a:txBody>
                  <a:tcPr marL="91440" marR="91440" marT="45720" marB="45720">
                    <a:lnR w="9525">
                      <a:solidFill>
                        <a:srgbClr val="D9D3CC"/>
                      </a:solidFill>
                      <a:prstDash val="solid"/>
                    </a:lnR>
                    <a:lnT w="9525">
                      <a:solidFill>
                        <a:srgbClr val="D9D3CC"/>
                      </a:solidFill>
                      <a:prstDash val="solid"/>
                    </a:lnT>
                    <a:lnB w="9525">
                      <a:solidFill>
                        <a:srgbClr val="D9D3CC"/>
                      </a:solidFill>
                      <a:prstDash val="solid"/>
                    </a:lnB>
                    <a:solidFill>
                      <a:srgbClr val="312D2A"/>
                    </a:solidFill>
                  </a:tcPr>
                </a:tc>
              </a:tr>
              <a:tr h="733425">
                <a:tc>
                  <a:txBody>
                    <a:bodyPr/>
                    <a:lstStyle/>
                    <a:p>
                      <a:r>
                        <a:rPr sz="1575" b="0">
                          <a:solidFill>
                            <a:srgbClr val="312D2A"/>
                          </a:solidFill>
                        </a:rPr>
                        <a:t>Connection</a:t>
                      </a:r>
                    </a:p>
                  </a:txBody>
                  <a:tcPr marL="91440" marR="91440" marT="45720" marB="45720">
                    <a:lnL w="9525">
                      <a:solidFill>
                        <a:srgbClr val="D9D3CC"/>
                      </a:solidFill>
                      <a:prstDash val="solid"/>
                    </a:lnL>
                    <a:lnR w="9525">
                      <a:solidFill>
                        <a:srgbClr val="D9D3CC"/>
                      </a:solidFill>
                      <a:prstDash val="solid"/>
                    </a:lnR>
                    <a:lnB w="9525">
                      <a:solidFill>
                        <a:srgbClr val="D9D3CC"/>
                      </a:solidFill>
                      <a:prstDash val="solid"/>
                    </a:lnB>
                    <a:solidFill>
                      <a:srgbClr val="FFFFFF"/>
                    </a:solidFill>
                  </a:tcPr>
                </a:tc>
                <a:tc>
                  <a:txBody>
                    <a:bodyPr/>
                    <a:lstStyle/>
                    <a:p>
                      <a:r>
                        <a:rPr sz="1575" b="0">
                          <a:solidFill>
                            <a:srgbClr val="312D2A"/>
                          </a:solidFill>
                        </a:rPr>
                        <a:t>Existing external catalog</a:t>
                      </a:r>
                    </a:p>
                  </a:txBody>
                  <a:tcPr marL="91440" marR="91440" marT="45720" marB="45720">
                    <a:lnR w="9525">
                      <a:solidFill>
                        <a:srgbClr val="D9D3CC"/>
                      </a:solidFill>
                      <a:prstDash val="solid"/>
                    </a:lnR>
                    <a:lnB w="9525">
                      <a:solidFill>
                        <a:srgbClr val="D9D3CC"/>
                      </a:solidFill>
                      <a:prstDash val="solid"/>
                    </a:lnB>
                    <a:solidFill>
                      <a:srgbClr val="FFFFFF"/>
                    </a:solidFill>
                  </a:tcPr>
                </a:tc>
                <a:tc>
                  <a:txBody>
                    <a:bodyPr/>
                    <a:lstStyle/>
                    <a:p>
                      <a:r>
                        <a:rPr sz="1575" b="0">
                          <a:solidFill>
                            <a:srgbClr val="312D2A"/>
                          </a:solidFill>
                        </a:rPr>
                        <a:t>Configurable catalog + schema</a:t>
                      </a:r>
                    </a:p>
                  </a:txBody>
                  <a:tcPr marL="91440" marR="91440" marT="45720" marB="45720">
                    <a:lnR w="9525">
                      <a:solidFill>
                        <a:srgbClr val="D9D3CC"/>
                      </a:solidFill>
                      <a:prstDash val="solid"/>
                    </a:lnR>
                    <a:lnB w="9525">
                      <a:solidFill>
                        <a:srgbClr val="D9D3CC"/>
                      </a:solidFill>
                      <a:prstDash val="solid"/>
                    </a:lnB>
                    <a:solidFill>
                      <a:srgbClr val="FFFFFF"/>
                    </a:solidFill>
                  </a:tcPr>
                </a:tc>
              </a:tr>
              <a:tr h="733425">
                <a:tc>
                  <a:txBody>
                    <a:bodyPr/>
                    <a:lstStyle/>
                    <a:p>
                      <a:r>
                        <a:rPr sz="1575" b="0">
                          <a:solidFill>
                            <a:srgbClr val="312D2A"/>
                          </a:solidFill>
                        </a:rPr>
                        <a:t>Types</a:t>
                      </a:r>
                    </a:p>
                  </a:txBody>
                  <a:tcPr marL="91440" marR="91440" marT="45720" marB="45720">
                    <a:lnL w="9525">
                      <a:solidFill>
                        <a:srgbClr val="D9D3CC"/>
                      </a:solidFill>
                      <a:prstDash val="solid"/>
                    </a:lnL>
                    <a:lnR w="9525">
                      <a:solidFill>
                        <a:srgbClr val="D9D3CC"/>
                      </a:solidFill>
                      <a:prstDash val="solid"/>
                    </a:lnR>
                    <a:lnB w="9525">
                      <a:solidFill>
                        <a:srgbClr val="D9D3CC"/>
                      </a:solidFill>
                      <a:prstDash val="solid"/>
                    </a:lnB>
                    <a:solidFill>
                      <a:srgbClr val="F7F5F1"/>
                    </a:solidFill>
                  </a:tcPr>
                </a:tc>
                <a:tc>
                  <a:txBody>
                    <a:bodyPr/>
                    <a:lstStyle/>
                    <a:p>
                      <a:r>
                        <a:rPr sz="1575" b="0">
                          <a:solidFill>
                            <a:srgbClr val="312D2A"/>
                          </a:solidFill>
                        </a:rPr>
                        <a:t>Decimal + native JSON</a:t>
                      </a:r>
                    </a:p>
                  </a:txBody>
                  <a:tcPr marL="91440" marR="91440" marT="45720" marB="45720">
                    <a:lnR w="9525">
                      <a:solidFill>
                        <a:srgbClr val="D9D3CC"/>
                      </a:solidFill>
                      <a:prstDash val="solid"/>
                    </a:lnR>
                    <a:lnB w="9525">
                      <a:solidFill>
                        <a:srgbClr val="D9D3CC"/>
                      </a:solidFill>
                      <a:prstDash val="solid"/>
                    </a:lnB>
                    <a:solidFill>
                      <a:srgbClr val="F7F5F1"/>
                    </a:solidFill>
                  </a:tcPr>
                </a:tc>
                <a:tc>
                  <a:txBody>
                    <a:bodyPr/>
                    <a:lstStyle/>
                    <a:p>
                      <a:r>
                        <a:rPr sz="1575" b="0">
                          <a:solidFill>
                            <a:srgbClr val="312D2A"/>
                          </a:solidFill>
                        </a:rPr>
                        <a:t>Schema and exact-amount checks</a:t>
                      </a:r>
                    </a:p>
                  </a:txBody>
                  <a:tcPr marL="91440" marR="91440" marT="45720" marB="45720">
                    <a:lnR w="9525">
                      <a:solidFill>
                        <a:srgbClr val="D9D3CC"/>
                      </a:solidFill>
                      <a:prstDash val="solid"/>
                    </a:lnR>
                    <a:lnB w="9525">
                      <a:solidFill>
                        <a:srgbClr val="D9D3CC"/>
                      </a:solidFill>
                      <a:prstDash val="solid"/>
                    </a:lnB>
                    <a:solidFill>
                      <a:srgbClr val="F7F5F1"/>
                    </a:solidFill>
                  </a:tcPr>
                </a:tc>
              </a:tr>
              <a:tr h="733425">
                <a:tc>
                  <a:txBody>
                    <a:bodyPr/>
                    <a:lstStyle/>
                    <a:p>
                      <a:r>
                        <a:rPr sz="1575" b="0">
                          <a:solidFill>
                            <a:srgbClr val="312D2A"/>
                          </a:solidFill>
                        </a:rPr>
                        <a:t>Publication</a:t>
                      </a:r>
                    </a:p>
                  </a:txBody>
                  <a:tcPr marL="91440" marR="91440" marT="45720" marB="45720">
                    <a:lnL w="9525">
                      <a:solidFill>
                        <a:srgbClr val="D9D3CC"/>
                      </a:solidFill>
                      <a:prstDash val="solid"/>
                    </a:lnL>
                    <a:lnR w="9525">
                      <a:solidFill>
                        <a:srgbClr val="D9D3CC"/>
                      </a:solidFill>
                      <a:prstDash val="solid"/>
                    </a:lnR>
                    <a:lnB w="9525">
                      <a:solidFill>
                        <a:srgbClr val="D9D3CC"/>
                      </a:solidFill>
                      <a:prstDash val="solid"/>
                    </a:lnB>
                    <a:solidFill>
                      <a:srgbClr val="FFFFFF"/>
                    </a:solidFill>
                  </a:tcPr>
                </a:tc>
                <a:tc>
                  <a:txBody>
                    <a:bodyPr/>
                    <a:lstStyle/>
                    <a:p>
                      <a:r>
                        <a:rPr sz="1575" b="0">
                          <a:solidFill>
                            <a:srgbClr val="312D2A"/>
                          </a:solidFill>
                        </a:rPr>
                        <a:t>Two native Oracle tables</a:t>
                      </a:r>
                    </a:p>
                  </a:txBody>
                  <a:tcPr marL="91440" marR="91440" marT="45720" marB="45720">
                    <a:lnR w="9525">
                      <a:solidFill>
                        <a:srgbClr val="D9D3CC"/>
                      </a:solidFill>
                      <a:prstDash val="solid"/>
                    </a:lnR>
                    <a:lnB w="9525">
                      <a:solidFill>
                        <a:srgbClr val="D9D3CC"/>
                      </a:solidFill>
                      <a:prstDash val="solid"/>
                    </a:lnB>
                    <a:solidFill>
                      <a:srgbClr val="FFFFFF"/>
                    </a:solidFill>
                  </a:tcPr>
                </a:tc>
                <a:tc>
                  <a:txBody>
                    <a:bodyPr/>
                    <a:lstStyle/>
                    <a:p>
                      <a:r>
                        <a:rPr sz="1575" b="0">
                          <a:solidFill>
                            <a:srgbClr val="312D2A"/>
                          </a:solidFill>
                        </a:rPr>
                        <a:t>Counts + full-row multiset</a:t>
                      </a:r>
                    </a:p>
                  </a:txBody>
                  <a:tcPr marL="91440" marR="91440" marT="45720" marB="45720">
                    <a:lnR w="9525">
                      <a:solidFill>
                        <a:srgbClr val="D9D3CC"/>
                      </a:solidFill>
                      <a:prstDash val="solid"/>
                    </a:lnR>
                    <a:lnB w="9525">
                      <a:solidFill>
                        <a:srgbClr val="D9D3CC"/>
                      </a:solidFill>
                      <a:prstDash val="solid"/>
                    </a:lnB>
                    <a:solidFill>
                      <a:srgbClr val="FFFFFF"/>
                    </a:solidFill>
                  </a:tcPr>
                </a:tc>
              </a:tr>
              <a:tr h="733425">
                <a:tc>
                  <a:txBody>
                    <a:bodyPr/>
                    <a:lstStyle/>
                    <a:p>
                      <a:r>
                        <a:rPr sz="1575" b="0">
                          <a:solidFill>
                            <a:srgbClr val="312D2A"/>
                          </a:solidFill>
                        </a:rPr>
                        <a:t>Layout</a:t>
                      </a:r>
                    </a:p>
                  </a:txBody>
                  <a:tcPr marL="91440" marR="91440" marT="45720" marB="45720">
                    <a:lnL w="9525">
                      <a:solidFill>
                        <a:srgbClr val="D9D3CC"/>
                      </a:solidFill>
                      <a:prstDash val="solid"/>
                    </a:lnL>
                    <a:lnR w="9525">
                      <a:solidFill>
                        <a:srgbClr val="D9D3CC"/>
                      </a:solidFill>
                      <a:prstDash val="solid"/>
                    </a:lnR>
                    <a:lnB w="9525">
                      <a:solidFill>
                        <a:srgbClr val="D9D3CC"/>
                      </a:solidFill>
                      <a:prstDash val="solid"/>
                    </a:lnB>
                    <a:solidFill>
                      <a:srgbClr val="F7F5F1"/>
                    </a:solidFill>
                  </a:tcPr>
                </a:tc>
                <a:tc>
                  <a:txBody>
                    <a:bodyPr/>
                    <a:lstStyle/>
                    <a:p>
                      <a:r>
                        <a:rPr sz="1575" b="0">
                          <a:solidFill>
                            <a:srgbClr val="312D2A"/>
                          </a:solidFill>
                        </a:rPr>
                        <a:t>Preserve Delta; native indexes</a:t>
                      </a:r>
                    </a:p>
                  </a:txBody>
                  <a:tcPr marL="91440" marR="91440" marT="45720" marB="45720">
                    <a:lnR w="9525">
                      <a:solidFill>
                        <a:srgbClr val="D9D3CC"/>
                      </a:solidFill>
                      <a:prstDash val="solid"/>
                    </a:lnR>
                    <a:lnB w="9525">
                      <a:solidFill>
                        <a:srgbClr val="D9D3CC"/>
                      </a:solidFill>
                      <a:prstDash val="solid"/>
                    </a:lnB>
                    <a:solidFill>
                      <a:srgbClr val="F7F5F1"/>
                    </a:solidFill>
                  </a:tcPr>
                </a:tc>
                <a:tc>
                  <a:txBody>
                    <a:bodyPr/>
                    <a:lstStyle/>
                    <a:p>
                      <a:r>
                        <a:rPr sz="1575" b="0">
                          <a:solidFill>
                            <a:srgbClr val="312D2A"/>
                          </a:solidFill>
                        </a:rPr>
                        <a:t>No Delta clustering in Oracle</a:t>
                      </a:r>
                    </a:p>
                  </a:txBody>
                  <a:tcPr marL="91440" marR="91440" marT="45720" marB="45720">
                    <a:lnR w="9525">
                      <a:solidFill>
                        <a:srgbClr val="D9D3CC"/>
                      </a:solidFill>
                      <a:prstDash val="solid"/>
                    </a:lnR>
                    <a:lnB w="9525">
                      <a:solidFill>
                        <a:srgbClr val="D9D3CC"/>
                      </a:solidFill>
                      <a:prstDash val="solid"/>
                    </a:lnB>
                    <a:solidFill>
                      <a:srgbClr val="F7F5F1"/>
                    </a:solidFill>
                  </a:tcPr>
                </a:tc>
              </a:tr>
            </a:tbl>
          </a:graphicData>
        </a:graphic>
      </p:graphicFrame>
      <p:sp>
        <p:nvSpPr>
          <p:cNvPr id="9" name="">
            <a:extLst xmlns:a="http://schemas.openxmlformats.org/drawingml/2006/main">
              <a:ext uri="{FF2B5EF4-FFF2-40B4-BE49-F238E27FC236}">
                <a16:creationId xmlns:a16="http://schemas.microsoft.com/office/drawing/2014/main" id="{B80BEB09-3CF9-4820-AFAB-A58368D31876}"/>
              </a:ext>
            </a:extLst>
          </p:cNvPr>
          <p:cNvSpPr>
            <a:spLocks xmlns:a="http://schemas.openxmlformats.org/drawingml/2006/main" noGrp="1"/>
          </p:cNvSpPr>
          <p:nvPr/>
        </p:nvSpPr>
        <p:spPr>
          <a:xfrm xmlns:a="http://schemas.openxmlformats.org/drawingml/2006/main">
            <a:off x="762000" y="5753100"/>
            <a:ext cx="106680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1275" b="0">
                <a:solidFill>
                  <a:srgbClr val="6C655F"/>
                </a:solidFill>
              </a:defRPr>
            </a:defPPr>
            <a:lvl1pPr>
              <a:defRPr sz="1275" b="0">
                <a:solidFill>
                  <a:srgbClr val="6C655F"/>
                </a:solidFill>
              </a:defRPr>
            </a:lvl1pPr>
            <a:lvl2pPr>
              <a:defRPr sz="1275" b="0">
                <a:solidFill>
                  <a:srgbClr val="6C655F"/>
                </a:solidFill>
              </a:defRPr>
            </a:lvl2pPr>
            <a:lvl3pPr>
              <a:defRPr sz="1275" b="0">
                <a:solidFill>
                  <a:srgbClr val="6C655F"/>
                </a:solidFill>
              </a:defRPr>
            </a:lvl3pPr>
            <a:lvl4pPr>
              <a:defRPr sz="1275" b="0">
                <a:solidFill>
                  <a:srgbClr val="6C655F"/>
                </a:solidFill>
              </a:defRPr>
            </a:lvl4pPr>
            <a:lvl5pPr>
              <a:defRPr sz="1275" b="0">
                <a:solidFill>
                  <a:srgbClr val="6C655F"/>
                </a:solidFill>
              </a:defRPr>
            </a:lvl5pPr>
            <a:lvl6pPr>
              <a:defRPr sz="1275" b="0">
                <a:solidFill>
                  <a:srgbClr val="6C655F"/>
                </a:solidFill>
              </a:defRPr>
            </a:lvl6pPr>
            <a:lvl7pPr>
              <a:defRPr sz="1275" b="0">
                <a:solidFill>
                  <a:srgbClr val="6C655F"/>
                </a:solidFill>
              </a:defRPr>
            </a:lvl7pPr>
            <a:lvl8pPr>
              <a:defRPr sz="1275" b="0">
                <a:solidFill>
                  <a:srgbClr val="6C655F"/>
                </a:solidFill>
              </a:defRPr>
            </a:lvl8pPr>
            <a:lvl9pPr>
              <a:defRPr sz="1275" b="0">
                <a:solidFill>
                  <a:srgbClr val="6C655F"/>
                </a:solidFill>
              </a:defRPr>
            </a:lvl9pPr>
          </a:lstStyle>
          <a:p xmlns:a="http://schemas.openxmlformats.org/drawingml/2006/main">
            <a:pPr>
              <a:defRPr sz="1275" b="0">
                <a:solidFill>
                  <a:srgbClr val="6C655F"/>
                </a:solidFill>
              </a:defRPr>
            </a:pPr>
            <a:r>
              <a:rPr sz="1275" b="0">
                <a:solidFill>
                  <a:srgbClr val="6C655F"/>
                </a:solidFill>
              </a:rPr>
              <a:t>Initial publication verified. Changed-data replacement and optional index execution remain separate checks.</a:t>
            </a:r>
          </a:p>
        </p:txBody>
      </p:sp>
    </p:spTree>
    <p:extLst>
      <p:ext uri="{BB962C8B-B14F-4D97-AF65-F5344CB8AC3E}">
        <p14:creationId xmlns:p14="http://schemas.microsoft.com/office/powerpoint/2010/main" val="992053340"/>
      </p:ext>
    </p:extLst>
  </p:cSld>
</p:sld>
</file>

<file path=ppt/slides/slide6.xml><?xml version="1.0" encoding="utf-8"?>
<p:sld xmlns:p="http://schemas.openxmlformats.org/presentationml/2006/main">
  <p:cSld>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4817E587-17CE-417A-BBF6-765D8D69AF28}"/>
              </a:ext>
            </a:extLst>
          </p:cNvPr>
          <p:cNvSpPr>
            <a:spLocks xmlns:a="http://schemas.openxmlformats.org/drawingml/2006/main" noGrp="1"/>
          </p:cNvSpPr>
          <p:nvPr>
            <p:ph type="title" idx="0"/>
          </p:nvPr>
        </p:nvSpPr>
        <p:spPr/>
        <p:txBody>
          <a:bodyPr xmlns:a="http://schemas.openxmlformats.org/drawingml/2006/main" wrap="square"/>
          <a:lstStyle xmlns:a="http://schemas.openxmlformats.org/drawingml/2006/main"/>
          <a:p xmlns:a="http://schemas.openxmlformats.org/drawingml/2006/main">
            <a:pPr>
              <a:buNone/>
              <a:defRPr>
                <a:solidFill>
                  <a:srgbClr val="1F2933"/>
                </a:solidFill>
              </a:defRPr>
            </a:pPr>
            <a:r>
              <a:rPr>
                <a:solidFill>
                  <a:srgbClr val="1F2933"/>
                </a:solidFill>
              </a:rPr>
              <a:t>Start with a portfolio view; drill into evidence</a:t>
            </a:r>
          </a:p>
        </p:txBody>
      </p:sp>
      <p:sp>
        <p:nvSpPr>
          <p:cNvPr id="5" name="Text Placeholder 4">
            <a:extLst xmlns:a="http://schemas.openxmlformats.org/drawingml/2006/main">
              <a:ext uri="{FF2B5EF4-FFF2-40B4-BE49-F238E27FC236}">
                <a16:creationId xmlns:a16="http://schemas.microsoft.com/office/drawing/2014/main" id="{A83B2D69-1387-42C7-BAD7-DF7324930803}"/>
              </a:ext>
            </a:extLst>
          </p:cNvPr>
          <p:cNvSpPr>
            <a:spLocks xmlns:a="http://schemas.openxmlformats.org/drawingml/2006/main" noGrp="1"/>
          </p:cNvSpPr>
          <p:nvPr>
            <p:ph type="body" idx="11"/>
          </p:nvPr>
        </p:nvSpPr>
        <p:spPr/>
        <p:txBody>
          <a:bodyPr xmlns:a="http://schemas.openxmlformats.org/drawingml/2006/main" wrap="square"/>
          <a:lstStyle xmlns:a="http://schemas.openxmlformats.org/drawingml/2006/main"/>
          <a:p xmlns:a="http://schemas.openxmlformats.org/drawingml/2006/main">
            <a:pPr>
              <a:buNone/>
              <a:defRPr>
                <a:solidFill>
                  <a:srgbClr val="1F2933"/>
                </a:solidFill>
              </a:defRPr>
            </a:pPr>
            <a:r>
              <a:rPr>
                <a:solidFill>
                  <a:srgbClr val="1F2933"/>
                </a:solidFill>
              </a:rPr>
              <a:t>December 2024 • OAC reference verified 17 October 2026</a:t>
            </a:r>
          </a:p>
        </p:txBody>
      </p:sp>
      <p:sp>
        <p:nvSpPr>
          <p:cNvPr id="6" name="TextBox 5">
            <a:extLst xmlns:a="http://schemas.openxmlformats.org/drawingml/2006/main">
              <a:ext uri="{FF2B5EF4-FFF2-40B4-BE49-F238E27FC236}">
                <a16:creationId xmlns:a16="http://schemas.microsoft.com/office/drawing/2014/main" id="{5B010920-E3EF-4697-8652-0750E8AE8869}"/>
              </a:ext>
            </a:extLst>
          </p:cNvPr>
          <p:cNvSpPr>
            <a:spLocks xmlns:a="http://schemas.openxmlformats.org/drawingml/2006/main" noGrp="1"/>
          </p:cNvSpPr>
          <p:nvPr/>
        </p:nvSpPr>
        <p:spPr>
          <a:xfrm xmlns:a="http://schemas.openxmlformats.org/drawingml/2006/main">
            <a:off x="1124712" y="6428232"/>
            <a:ext cx="9326880" cy="219456"/>
          </a:xfrm>
          <a:prstGeom xmlns:a="http://schemas.openxmlformats.org/drawingml/2006/main" prst="rect">
            <a:avLst/>
          </a:prstGeom>
          <a:noFill xmlns:a="http://schemas.openxmlformats.org/drawingml/2006/main"/>
        </p:spPr>
        <p:txBody>
          <a:bodyPr xmlns:a="http://schemas.openxmlformats.org/drawingml/2006/main" wrap="none" lIns="0" tIns="0" rIns="0" bIns="0" anchor="ctr">
            <a:spAutoFit/>
          </a:bodyPr>
          <a:lstStyle xmlns:a="http://schemas.openxmlformats.org/drawingml/2006/main"/>
          <a:p xmlns:a="http://schemas.openxmlformats.org/drawingml/2006/main">
            <a:pPr>
              <a:buNone/>
              <a:defRPr sz="900">
                <a:solidFill>
                  <a:srgbClr val="666666"/>
                </a:solidFill>
              </a:defRPr>
            </a:pPr>
            <a:r>
              <a:t>Abhijit Khuperkar | Reference implementation</a:t>
            </a:r>
          </a:p>
        </p:txBody>
      </p:sp>
      <p:sp>
        <p:nvSpPr>
          <p:cNvPr id="7" name="TextBox 6">
            <a:extLst xmlns:a="http://schemas.openxmlformats.org/drawingml/2006/main">
              <a:ext uri="{FF2B5EF4-FFF2-40B4-BE49-F238E27FC236}">
                <a16:creationId xmlns:a16="http://schemas.microsoft.com/office/drawing/2014/main" id="{0650A231-5AE0-4C5B-A493-74756F51C0C1}"/>
              </a:ext>
            </a:extLst>
          </p:cNvPr>
          <p:cNvSpPr>
            <a:spLocks xmlns:a="http://schemas.openxmlformats.org/drawingml/2006/main" noGrp="1"/>
          </p:cNvSpPr>
          <p:nvPr/>
        </p:nvSpPr>
        <p:spPr>
          <a:xfrm xmlns:a="http://schemas.openxmlformats.org/drawingml/2006/main">
            <a:off x="758952" y="6428232"/>
            <a:ext cx="274320" cy="219456"/>
          </a:xfrm>
          <a:prstGeom xmlns:a="http://schemas.openxmlformats.org/drawingml/2006/main" prst="rect">
            <a:avLst/>
          </a:prstGeom>
          <a:noFill xmlns:a="http://schemas.openxmlformats.org/drawingml/2006/main"/>
        </p:spPr>
        <p:txBody>
          <a:bodyPr xmlns:a="http://schemas.openxmlformats.org/drawingml/2006/main" wrap="none" lIns="0" tIns="0" rIns="0" bIns="0" anchor="ctr">
            <a:spAutoFit/>
          </a:bodyPr>
          <a:lstStyle xmlns:a="http://schemas.openxmlformats.org/drawingml/2006/main"/>
          <a:p xmlns:a="http://schemas.openxmlformats.org/drawingml/2006/main">
            <a:pPr>
              <a:buNone/>
              <a:defRPr sz="900">
                <a:solidFill>
                  <a:srgbClr val="666666"/>
                </a:solidFill>
              </a:defRPr>
            </a:pPr>
            <a:r>
              <a:t>6</a:t>
            </a:r>
          </a:p>
        </p:txBody>
      </p:sp>
      <p:sp>
        <p:nvSpPr>
          <p:cNvPr id="8" name="">
            <a:extLst xmlns:a="http://schemas.openxmlformats.org/drawingml/2006/main">
              <a:ext uri="{FF2B5EF4-FFF2-40B4-BE49-F238E27FC236}">
                <a16:creationId xmlns:a16="http://schemas.microsoft.com/office/drawing/2014/main" id="{211FD677-9B35-4ADE-9C74-998F31B96509}"/>
              </a:ext>
            </a:extLst>
          </p:cNvPr>
          <p:cNvSpPr>
            <a:spLocks xmlns:a="http://schemas.openxmlformats.org/drawingml/2006/main" noGrp="1"/>
          </p:cNvSpPr>
          <p:nvPr/>
        </p:nvSpPr>
        <p:spPr>
          <a:xfrm xmlns:a="http://schemas.openxmlformats.org/drawingml/2006/main">
            <a:off x="666750" y="1524000"/>
            <a:ext cx="10858500" cy="4762500"/>
          </a:xfrm>
          <a:prstGeom xmlns:a="http://schemas.openxmlformats.org/drawingml/2006/main" prst="rect">
            <a:avLst/>
          </a:prstGeom>
          <a:solidFill xmlns:a="http://schemas.openxmlformats.org/drawingml/2006/main">
            <a:srgbClr val="FBF9F8"/>
          </a:solidFill>
          <a:ln xmlns:a="http://schemas.openxmlformats.org/drawingml/2006/main" w="0">
            <a:noFill/>
          </a:ln>
        </p:spPr>
      </p:sp>
      <p:pic>
        <p:nvPicPr>
          <p:cNvPr id="9" name="">
            <a:extLst xmlns:a="http://schemas.openxmlformats.org/drawingml/2006/main">
              <a:ext uri="{FF2B5EF4-FFF2-40B4-BE49-F238E27FC236}">
                <a16:creationId xmlns:a16="http://schemas.microsoft.com/office/drawing/2014/main" id="{CAAF4DA3-F374-4DAC-81BB-7DAB277752F5}"/>
              </a:ext>
            </a:extLst>
          </p:cNvPr>
          <p:cNvPicPr>
            <a:picLocks xmlns:a="http://schemas.openxmlformats.org/drawingml/2006/main" noChangeAspect="1"/>
          </p:cNvPicPr>
          <p:nvPr/>
        </p:nvPicPr>
        <p:blipFill>
          <a:blip xmlns:r="http://schemas.openxmlformats.org/officeDocument/2006/relationships" xmlns:a="http://schemas.openxmlformats.org/drawingml/2006/main" r:embed="R7ea1eb65295248b6"/>
          <a:stretch xmlns:a="http://schemas.openxmlformats.org/drawingml/2006/main"/>
        </p:blipFill>
        <p:spPr>
          <a:xfrm xmlns:a="http://schemas.openxmlformats.org/drawingml/2006/main">
            <a:off x="762000" y="1620308"/>
            <a:ext cx="10668000" cy="4741333"/>
          </a:xfrm>
          <a:prstGeom xmlns:a="http://schemas.openxmlformats.org/drawingml/2006/main" prst="rect">
            <a:avLst/>
          </a:prstGeom>
        </p:spPr>
      </p:pic>
    </p:spTree>
    <p:extLst>
      <p:ext uri="{BB962C8B-B14F-4D97-AF65-F5344CB8AC3E}">
        <p14:creationId xmlns:p14="http://schemas.microsoft.com/office/powerpoint/2010/main" val="823570494"/>
      </p:ext>
    </p:extLst>
  </p:cSld>
</p:sld>
</file>

<file path=ppt/slides/slide7.xml><?xml version="1.0" encoding="utf-8"?>
<p:sld xmlns:p="http://schemas.openxmlformats.org/presentationml/2006/main">
  <p:cSld>
    <p:spTree>
      <p:nvGrpSpPr>
        <p:cNvPr id="1" name=""/>
        <p:cNvGrpSpPr/>
        <p:nvPr/>
      </p:nvGrpSpPr>
      <p:grpSpPr>
        <a:xfrm xmlns:a="http://schemas.openxmlformats.org/drawingml/2006/main"/>
      </p:grpSpPr>
      <p:cxnSp>
        <p:nvCxnSpPr>
          <p:cNvPr id="36" name="">
            <a:extLst xmlns:a="http://schemas.openxmlformats.org/drawingml/2006/main">
              <a:ext uri="{FF2B5EF4-FFF2-40B4-BE49-F238E27FC236}">
                <a16:creationId xmlns:a16="http://schemas.microsoft.com/office/drawing/2014/main" id="{6ABB3EC2-E399-463D-979D-BA972DFA3013}"/>
              </a:ext>
            </a:extLst>
          </p:cNvPr>
          <p:cNvCxnSpPr>
            <a:stCxn xmlns:a="http://schemas.openxmlformats.org/drawingml/2006/main" id="10" idx="2"/>
            <a:endCxn xmlns:a="http://schemas.openxmlformats.org/drawingml/2006/main" id="32" idx="0"/>
          </p:cNvCxnSpPr>
          <p:nvPr/>
        </p:nvCxnSpPr>
        <p:spPr>
          <a:xfrm xmlns:a="http://schemas.openxmlformats.org/drawingml/2006/main">
            <a:off x="6096000" y="2790825"/>
            <a:ext cx="4143375" cy="752475"/>
          </a:xfrm>
          <a:prstGeom xmlns:a="http://schemas.openxmlformats.org/drawingml/2006/main" prst="bentConnector4">
            <a:avLst>
              <a:gd name="adj1" fmla="val 0"/>
              <a:gd name="adj2" fmla="val 50000"/>
            </a:avLst>
          </a:prstGeom>
          <a:ln xmlns:a="http://schemas.openxmlformats.org/drawingml/2006/main" w="19050">
            <a:solidFill>
              <a:srgbClr val="6C655F"/>
            </a:solidFill>
            <a:prstDash val="solid"/>
            <a:tailEnd type="triangle" w="sm" len="sm"/>
          </a:ln>
        </p:spPr>
      </p:cxnSp>
      <p:cxnSp>
        <p:nvCxnSpPr>
          <p:cNvPr id="30" name="">
            <a:extLst xmlns:a="http://schemas.openxmlformats.org/drawingml/2006/main">
              <a:ext uri="{FF2B5EF4-FFF2-40B4-BE49-F238E27FC236}">
                <a16:creationId xmlns:a16="http://schemas.microsoft.com/office/drawing/2014/main" id="{42996E85-991B-473D-84AB-7F110304EDE9}"/>
              </a:ext>
            </a:extLst>
          </p:cNvPr>
          <p:cNvCxnSpPr>
            <a:stCxn xmlns:a="http://schemas.openxmlformats.org/drawingml/2006/main" id="10" idx="2"/>
            <a:endCxn xmlns:a="http://schemas.openxmlformats.org/drawingml/2006/main" id="26" idx="0"/>
          </p:cNvCxnSpPr>
          <p:nvPr/>
        </p:nvCxnSpPr>
        <p:spPr>
          <a:xfrm xmlns:a="http://schemas.openxmlformats.org/drawingml/2006/main">
            <a:off x="6096000" y="2790825"/>
            <a:ext cx="1381125" cy="752475"/>
          </a:xfrm>
          <a:prstGeom xmlns:a="http://schemas.openxmlformats.org/drawingml/2006/main" prst="bentConnector4">
            <a:avLst>
              <a:gd name="adj1" fmla="val 0"/>
              <a:gd name="adj2" fmla="val 50000"/>
            </a:avLst>
          </a:prstGeom>
          <a:ln xmlns:a="http://schemas.openxmlformats.org/drawingml/2006/main" w="19050">
            <a:solidFill>
              <a:srgbClr val="6C655F"/>
            </a:solidFill>
            <a:prstDash val="solid"/>
            <a:tailEnd type="triangle" w="sm" len="sm"/>
          </a:ln>
        </p:spPr>
      </p:cxnSp>
      <p:cxnSp>
        <p:nvCxnSpPr>
          <p:cNvPr id="24" name="">
            <a:extLst xmlns:a="http://schemas.openxmlformats.org/drawingml/2006/main">
              <a:ext uri="{FF2B5EF4-FFF2-40B4-BE49-F238E27FC236}">
                <a16:creationId xmlns:a16="http://schemas.microsoft.com/office/drawing/2014/main" id="{AC87B9F0-1EFE-4553-BBB9-EC05708FCC89}"/>
              </a:ext>
            </a:extLst>
          </p:cNvPr>
          <p:cNvCxnSpPr>
            <a:stCxn xmlns:a="http://schemas.openxmlformats.org/drawingml/2006/main" id="10" idx="2"/>
            <a:endCxn xmlns:a="http://schemas.openxmlformats.org/drawingml/2006/main" id="20" idx="0"/>
          </p:cNvCxnSpPr>
          <p:nvPr/>
        </p:nvCxnSpPr>
        <p:spPr>
          <a:xfrm xmlns:a="http://schemas.openxmlformats.org/drawingml/2006/main" flipH="1">
            <a:off x="4714875" y="2790825"/>
            <a:ext cx="1381125" cy="752475"/>
          </a:xfrm>
          <a:prstGeom xmlns:a="http://schemas.openxmlformats.org/drawingml/2006/main" prst="bentConnector4">
            <a:avLst>
              <a:gd name="adj1" fmla="val 0"/>
              <a:gd name="adj2" fmla="val 50000"/>
            </a:avLst>
          </a:prstGeom>
          <a:ln xmlns:a="http://schemas.openxmlformats.org/drawingml/2006/main" w="19050">
            <a:solidFill>
              <a:srgbClr val="6C655F"/>
            </a:solidFill>
            <a:prstDash val="solid"/>
            <a:tailEnd type="triangle" w="sm" len="sm"/>
          </a:ln>
        </p:spPr>
      </p:cxnSp>
      <p:cxnSp>
        <p:nvCxnSpPr>
          <p:cNvPr id="18" name="">
            <a:extLst xmlns:a="http://schemas.openxmlformats.org/drawingml/2006/main">
              <a:ext uri="{FF2B5EF4-FFF2-40B4-BE49-F238E27FC236}">
                <a16:creationId xmlns:a16="http://schemas.microsoft.com/office/drawing/2014/main" id="{F35B5909-8F0F-402F-8297-0443CEBB6051}"/>
              </a:ext>
            </a:extLst>
          </p:cNvPr>
          <p:cNvCxnSpPr>
            <a:stCxn xmlns:a="http://schemas.openxmlformats.org/drawingml/2006/main" id="10" idx="2"/>
            <a:endCxn xmlns:a="http://schemas.openxmlformats.org/drawingml/2006/main" id="14" idx="0"/>
          </p:cNvCxnSpPr>
          <p:nvPr/>
        </p:nvCxnSpPr>
        <p:spPr>
          <a:xfrm xmlns:a="http://schemas.openxmlformats.org/drawingml/2006/main" flipH="1">
            <a:off x="1952625" y="2790825"/>
            <a:ext cx="4143375" cy="752475"/>
          </a:xfrm>
          <a:prstGeom xmlns:a="http://schemas.openxmlformats.org/drawingml/2006/main" prst="bentConnector4">
            <a:avLst>
              <a:gd name="adj1" fmla="val 0"/>
              <a:gd name="adj2" fmla="val 50000"/>
            </a:avLst>
          </a:prstGeom>
          <a:ln xmlns:a="http://schemas.openxmlformats.org/drawingml/2006/main" w="19050">
            <a:solidFill>
              <a:srgbClr val="6C655F"/>
            </a:solidFill>
            <a:prstDash val="solid"/>
            <a:tailEnd type="triangle" w="sm" len="sm"/>
          </a:ln>
        </p:spPr>
      </p:cxnSp>
      <p:sp>
        <p:nvSpPr>
          <p:cNvPr id="2" name="Title 1">
            <a:extLst xmlns:a="http://schemas.openxmlformats.org/drawingml/2006/main">
              <a:ext uri="{FF2B5EF4-FFF2-40B4-BE49-F238E27FC236}">
                <a16:creationId xmlns:a16="http://schemas.microsoft.com/office/drawing/2014/main" id="{953443FD-378A-4F94-B221-C918D4082B1F}"/>
              </a:ext>
            </a:extLst>
          </p:cNvPr>
          <p:cNvSpPr>
            <a:spLocks xmlns:a="http://schemas.openxmlformats.org/drawingml/2006/main" noGrp="1"/>
          </p:cNvSpPr>
          <p:nvPr>
            <p:ph type="title" idx="0"/>
          </p:nvPr>
        </p:nvSpPr>
        <p:spPr/>
        <p:txBody>
          <a:bodyPr xmlns:a="http://schemas.openxmlformats.org/drawingml/2006/main" wrap="square"/>
          <a:lstStyle xmlns:a="http://schemas.openxmlformats.org/drawingml/2006/main"/>
          <a:p xmlns:a="http://schemas.openxmlformats.org/drawingml/2006/main">
            <a:pPr>
              <a:buNone/>
              <a:defRPr>
                <a:solidFill>
                  <a:srgbClr val="1F2933"/>
                </a:solidFill>
              </a:defRPr>
            </a:pPr>
            <a:r>
              <a:rPr>
                <a:solidFill>
                  <a:srgbClr val="1F2933"/>
                </a:solidFill>
              </a:rPr>
              <a:t>Combine structured evidence with cited policy</a:t>
            </a:r>
          </a:p>
        </p:txBody>
      </p:sp>
      <p:sp>
        <p:nvSpPr>
          <p:cNvPr id="5" name="Text Placeholder 4">
            <a:extLst xmlns:a="http://schemas.openxmlformats.org/drawingml/2006/main">
              <a:ext uri="{FF2B5EF4-FFF2-40B4-BE49-F238E27FC236}">
                <a16:creationId xmlns:a16="http://schemas.microsoft.com/office/drawing/2014/main" id="{A3ED450F-1F8E-4831-9269-7696F9A0EFB4}"/>
              </a:ext>
            </a:extLst>
          </p:cNvPr>
          <p:cNvSpPr>
            <a:spLocks xmlns:a="http://schemas.openxmlformats.org/drawingml/2006/main" noGrp="1"/>
          </p:cNvSpPr>
          <p:nvPr>
            <p:ph type="body" idx="11"/>
          </p:nvPr>
        </p:nvSpPr>
        <p:spPr/>
        <p:txBody>
          <a:bodyPr xmlns:a="http://schemas.openxmlformats.org/drawingml/2006/main" wrap="square"/>
          <a:lstStyle xmlns:a="http://schemas.openxmlformats.org/drawingml/2006/main"/>
          <a:p xmlns:a="http://schemas.openxmlformats.org/drawingml/2006/main">
            <a:pPr>
              <a:buNone/>
              <a:defRPr>
                <a:solidFill>
                  <a:srgbClr val="1F2933"/>
                </a:solidFill>
              </a:defRPr>
            </a:pPr>
            <a:r>
              <a:rPr>
                <a:solidFill>
                  <a:srgbClr val="1F2933"/>
                </a:solidFill>
              </a:rPr>
              <a:t>Supervisor + four specialist executors • seven SQL tools + RAG + Prompt</a:t>
            </a:r>
          </a:p>
        </p:txBody>
      </p:sp>
      <p:sp>
        <p:nvSpPr>
          <p:cNvPr id="6" name="TextBox 5">
            <a:extLst xmlns:a="http://schemas.openxmlformats.org/drawingml/2006/main">
              <a:ext uri="{FF2B5EF4-FFF2-40B4-BE49-F238E27FC236}">
                <a16:creationId xmlns:a16="http://schemas.microsoft.com/office/drawing/2014/main" id="{12AFBF44-CCA2-449C-8F5D-E8EE7CDB5207}"/>
              </a:ext>
            </a:extLst>
          </p:cNvPr>
          <p:cNvSpPr>
            <a:spLocks xmlns:a="http://schemas.openxmlformats.org/drawingml/2006/main" noGrp="1"/>
          </p:cNvSpPr>
          <p:nvPr/>
        </p:nvSpPr>
        <p:spPr>
          <a:xfrm xmlns:a="http://schemas.openxmlformats.org/drawingml/2006/main">
            <a:off x="1124712" y="6428232"/>
            <a:ext cx="9326880" cy="219456"/>
          </a:xfrm>
          <a:prstGeom xmlns:a="http://schemas.openxmlformats.org/drawingml/2006/main" prst="rect">
            <a:avLst/>
          </a:prstGeom>
          <a:noFill xmlns:a="http://schemas.openxmlformats.org/drawingml/2006/main"/>
        </p:spPr>
        <p:txBody>
          <a:bodyPr xmlns:a="http://schemas.openxmlformats.org/drawingml/2006/main" wrap="none" lIns="0" tIns="0" rIns="0" bIns="0" anchor="ctr">
            <a:spAutoFit/>
          </a:bodyPr>
          <a:lstStyle xmlns:a="http://schemas.openxmlformats.org/drawingml/2006/main"/>
          <a:p xmlns:a="http://schemas.openxmlformats.org/drawingml/2006/main">
            <a:pPr>
              <a:buNone/>
              <a:defRPr sz="900">
                <a:solidFill>
                  <a:srgbClr val="666666"/>
                </a:solidFill>
              </a:defRPr>
            </a:pPr>
            <a:r>
              <a:t>Abhijit Khuperkar | Reference implementation</a:t>
            </a:r>
          </a:p>
        </p:txBody>
      </p:sp>
      <p:sp>
        <p:nvSpPr>
          <p:cNvPr id="7" name="TextBox 6">
            <a:extLst xmlns:a="http://schemas.openxmlformats.org/drawingml/2006/main">
              <a:ext uri="{FF2B5EF4-FFF2-40B4-BE49-F238E27FC236}">
                <a16:creationId xmlns:a16="http://schemas.microsoft.com/office/drawing/2014/main" id="{37AC5A47-3151-404D-B85F-A7C2D127F0E8}"/>
              </a:ext>
            </a:extLst>
          </p:cNvPr>
          <p:cNvSpPr>
            <a:spLocks xmlns:a="http://schemas.openxmlformats.org/drawingml/2006/main" noGrp="1"/>
          </p:cNvSpPr>
          <p:nvPr/>
        </p:nvSpPr>
        <p:spPr>
          <a:xfrm xmlns:a="http://schemas.openxmlformats.org/drawingml/2006/main">
            <a:off x="758952" y="6428232"/>
            <a:ext cx="274320" cy="219456"/>
          </a:xfrm>
          <a:prstGeom xmlns:a="http://schemas.openxmlformats.org/drawingml/2006/main" prst="rect">
            <a:avLst/>
          </a:prstGeom>
          <a:noFill xmlns:a="http://schemas.openxmlformats.org/drawingml/2006/main"/>
        </p:spPr>
        <p:txBody>
          <a:bodyPr xmlns:a="http://schemas.openxmlformats.org/drawingml/2006/main" wrap="none" lIns="0" tIns="0" rIns="0" bIns="0" anchor="ctr">
            <a:spAutoFit/>
          </a:bodyPr>
          <a:lstStyle xmlns:a="http://schemas.openxmlformats.org/drawingml/2006/main"/>
          <a:p xmlns:a="http://schemas.openxmlformats.org/drawingml/2006/main">
            <a:pPr>
              <a:buNone/>
              <a:defRPr sz="900">
                <a:solidFill>
                  <a:srgbClr val="666666"/>
                </a:solidFill>
              </a:defRPr>
            </a:pPr>
            <a:r>
              <a:t>7</a:t>
            </a:r>
          </a:p>
        </p:txBody>
      </p:sp>
      <p:sp>
        <p:nvSpPr>
          <p:cNvPr id="8" name="">
            <a:extLst xmlns:a="http://schemas.openxmlformats.org/drawingml/2006/main">
              <a:ext uri="{FF2B5EF4-FFF2-40B4-BE49-F238E27FC236}">
                <a16:creationId xmlns:a16="http://schemas.microsoft.com/office/drawing/2014/main" id="{A26F3CD9-B689-4A12-894A-436CF890C82A}"/>
              </a:ext>
            </a:extLst>
          </p:cNvPr>
          <p:cNvSpPr>
            <a:spLocks xmlns:a="http://schemas.openxmlformats.org/drawingml/2006/main" noGrp="1"/>
          </p:cNvSpPr>
          <p:nvPr/>
        </p:nvSpPr>
        <p:spPr>
          <a:xfrm xmlns:a="http://schemas.openxmlformats.org/drawingml/2006/main">
            <a:off x="666750" y="1524000"/>
            <a:ext cx="10858500" cy="4762500"/>
          </a:xfrm>
          <a:prstGeom xmlns:a="http://schemas.openxmlformats.org/drawingml/2006/main" prst="rect">
            <a:avLst/>
          </a:prstGeom>
          <a:solidFill xmlns:a="http://schemas.openxmlformats.org/drawingml/2006/main">
            <a:srgbClr val="FBF9F8"/>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24A57058-032A-4A17-B941-E826DA86226C}"/>
              </a:ext>
            </a:extLst>
          </p:cNvPr>
          <p:cNvSpPr>
            <a:spLocks xmlns:a="http://schemas.openxmlformats.org/drawingml/2006/main" noGrp="1"/>
          </p:cNvSpPr>
          <p:nvPr/>
        </p:nvSpPr>
        <p:spPr>
          <a:xfrm xmlns:a="http://schemas.openxmlformats.org/drawingml/2006/main">
            <a:off x="4095750" y="1590675"/>
            <a:ext cx="4000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1275" b="1">
                <a:solidFill>
                  <a:srgbClr val="C74634"/>
                </a:solidFill>
              </a:defRPr>
            </a:defPPr>
            <a:lvl1pPr>
              <a:defRPr sz="1275" b="1">
                <a:solidFill>
                  <a:srgbClr val="C74634"/>
                </a:solidFill>
              </a:defRPr>
            </a:lvl1pPr>
            <a:lvl2pPr>
              <a:defRPr sz="1275" b="1">
                <a:solidFill>
                  <a:srgbClr val="C74634"/>
                </a:solidFill>
              </a:defRPr>
            </a:lvl2pPr>
            <a:lvl3pPr>
              <a:defRPr sz="1275" b="1">
                <a:solidFill>
                  <a:srgbClr val="C74634"/>
                </a:solidFill>
              </a:defRPr>
            </a:lvl3pPr>
            <a:lvl4pPr>
              <a:defRPr sz="1275" b="1">
                <a:solidFill>
                  <a:srgbClr val="C74634"/>
                </a:solidFill>
              </a:defRPr>
            </a:lvl4pPr>
            <a:lvl5pPr>
              <a:defRPr sz="1275" b="1">
                <a:solidFill>
                  <a:srgbClr val="C74634"/>
                </a:solidFill>
              </a:defRPr>
            </a:lvl5pPr>
            <a:lvl6pPr>
              <a:defRPr sz="1275" b="1">
                <a:solidFill>
                  <a:srgbClr val="C74634"/>
                </a:solidFill>
              </a:defRPr>
            </a:lvl6pPr>
            <a:lvl7pPr>
              <a:defRPr sz="1275" b="1">
                <a:solidFill>
                  <a:srgbClr val="C74634"/>
                </a:solidFill>
              </a:defRPr>
            </a:lvl7pPr>
            <a:lvl8pPr>
              <a:defRPr sz="1275" b="1">
                <a:solidFill>
                  <a:srgbClr val="C74634"/>
                </a:solidFill>
              </a:defRPr>
            </a:lvl8pPr>
            <a:lvl9pPr>
              <a:defRPr sz="1275" b="1">
                <a:solidFill>
                  <a:srgbClr val="C74634"/>
                </a:solidFill>
              </a:defRPr>
            </a:lvl9pPr>
          </a:lstStyle>
          <a:p xmlns:a="http://schemas.openxmlformats.org/drawingml/2006/main">
            <a:pPr>
              <a:defRPr sz="1275" b="1">
                <a:solidFill>
                  <a:srgbClr val="C74634"/>
                </a:solidFill>
              </a:defRPr>
            </a:pPr>
            <a:r>
              <a:rPr sz="1275" b="1">
                <a:solidFill>
                  <a:srgbClr val="C74634"/>
                </a:solidFill>
              </a:rPr>
              <a:t>INPUT GUARDRAILS</a:t>
            </a:r>
          </a:p>
        </p:txBody>
      </p:sp>
      <p:sp>
        <p:nvSpPr>
          <p:cNvPr id="10" name="">
            <a:extLst xmlns:a="http://schemas.openxmlformats.org/drawingml/2006/main">
              <a:ext uri="{FF2B5EF4-FFF2-40B4-BE49-F238E27FC236}">
                <a16:creationId xmlns:a16="http://schemas.microsoft.com/office/drawing/2014/main" id="{66B99E5E-F965-4D85-8331-CEB8213D9721}"/>
              </a:ext>
            </a:extLst>
          </p:cNvPr>
          <p:cNvSpPr>
            <a:spLocks xmlns:a="http://schemas.openxmlformats.org/drawingml/2006/main" noGrp="1"/>
          </p:cNvSpPr>
          <p:nvPr/>
        </p:nvSpPr>
        <p:spPr>
          <a:xfrm xmlns:a="http://schemas.openxmlformats.org/drawingml/2006/main">
            <a:off x="4095750" y="1924050"/>
            <a:ext cx="4000500" cy="866775"/>
          </a:xfrm>
          <a:prstGeom xmlns:a="http://schemas.openxmlformats.org/drawingml/2006/main" prst="roundRect">
            <a:avLst>
              <a:gd name="adj" fmla="val 8791"/>
            </a:avLst>
          </a:prstGeom>
          <a:solidFill xmlns:a="http://schemas.openxmlformats.org/drawingml/2006/main">
            <a:srgbClr val="FFFFFF"/>
          </a:solidFill>
          <a:ln xmlns:a="http://schemas.openxmlformats.org/drawingml/2006/main" w="9525">
            <a:solidFill>
              <a:srgbClr val="D9D3CC"/>
            </a:solidFill>
            <a:prstDash val="solid"/>
          </a:ln>
        </p:spPr>
      </p:sp>
      <p:sp>
        <p:nvSpPr>
          <p:cNvPr id="11" name="">
            <a:extLst xmlns:a="http://schemas.openxmlformats.org/drawingml/2006/main">
              <a:ext uri="{FF2B5EF4-FFF2-40B4-BE49-F238E27FC236}">
                <a16:creationId xmlns:a16="http://schemas.microsoft.com/office/drawing/2014/main" id="{A801245F-E1B5-4EE9-A9EF-FA52F449DC55}"/>
              </a:ext>
            </a:extLst>
          </p:cNvPr>
          <p:cNvSpPr>
            <a:spLocks xmlns:a="http://schemas.openxmlformats.org/drawingml/2006/main" noGrp="1"/>
          </p:cNvSpPr>
          <p:nvPr/>
        </p:nvSpPr>
        <p:spPr>
          <a:xfrm xmlns:a="http://schemas.openxmlformats.org/drawingml/2006/main">
            <a:off x="4095750" y="2038350"/>
            <a:ext cx="38100" cy="638175"/>
          </a:xfrm>
          <a:prstGeom xmlns:a="http://schemas.openxmlformats.org/drawingml/2006/main" prst="rect">
            <a:avLst/>
          </a:prstGeom>
          <a:solidFill xmlns:a="http://schemas.openxmlformats.org/drawingml/2006/main">
            <a:srgbClr val="C74634"/>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03FBA04B-51E6-43E9-A58B-EB8E0337CE09}"/>
              </a:ext>
            </a:extLst>
          </p:cNvPr>
          <p:cNvSpPr>
            <a:spLocks xmlns:a="http://schemas.openxmlformats.org/drawingml/2006/main" noGrp="1"/>
          </p:cNvSpPr>
          <p:nvPr/>
        </p:nvSpPr>
        <p:spPr>
          <a:xfrm xmlns:a="http://schemas.openxmlformats.org/drawingml/2006/main">
            <a:off x="4267200" y="2066925"/>
            <a:ext cx="36576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1800" b="1">
                <a:solidFill>
                  <a:srgbClr val="312D2A"/>
                </a:solidFill>
              </a:defRPr>
            </a:defPPr>
            <a:lvl1pPr>
              <a:defRPr sz="1800" b="1">
                <a:solidFill>
                  <a:srgbClr val="312D2A"/>
                </a:solidFill>
              </a:defRPr>
            </a:lvl1pPr>
            <a:lvl2pPr>
              <a:defRPr sz="1800" b="1">
                <a:solidFill>
                  <a:srgbClr val="312D2A"/>
                </a:solidFill>
              </a:defRPr>
            </a:lvl2pPr>
            <a:lvl3pPr>
              <a:defRPr sz="1800" b="1">
                <a:solidFill>
                  <a:srgbClr val="312D2A"/>
                </a:solidFill>
              </a:defRPr>
            </a:lvl3pPr>
            <a:lvl4pPr>
              <a:defRPr sz="1800" b="1">
                <a:solidFill>
                  <a:srgbClr val="312D2A"/>
                </a:solidFill>
              </a:defRPr>
            </a:lvl4pPr>
            <a:lvl5pPr>
              <a:defRPr sz="1800" b="1">
                <a:solidFill>
                  <a:srgbClr val="312D2A"/>
                </a:solidFill>
              </a:defRPr>
            </a:lvl5pPr>
            <a:lvl6pPr>
              <a:defRPr sz="1800" b="1">
                <a:solidFill>
                  <a:srgbClr val="312D2A"/>
                </a:solidFill>
              </a:defRPr>
            </a:lvl6pPr>
            <a:lvl7pPr>
              <a:defRPr sz="1800" b="1">
                <a:solidFill>
                  <a:srgbClr val="312D2A"/>
                </a:solidFill>
              </a:defRPr>
            </a:lvl7pPr>
            <a:lvl8pPr>
              <a:defRPr sz="1800" b="1">
                <a:solidFill>
                  <a:srgbClr val="312D2A"/>
                </a:solidFill>
              </a:defRPr>
            </a:lvl8pPr>
            <a:lvl9pPr>
              <a:defRPr sz="1800" b="1">
                <a:solidFill>
                  <a:srgbClr val="312D2A"/>
                </a:solidFill>
              </a:defRPr>
            </a:lvl9pPr>
          </a:lstStyle>
          <a:p xmlns:a="http://schemas.openxmlformats.org/drawingml/2006/main">
            <a:pPr>
              <a:defRPr sz="1800" b="1">
                <a:solidFill>
                  <a:srgbClr val="312D2A"/>
                </a:solidFill>
              </a:defRPr>
            </a:pPr>
            <a:r>
              <a:rPr sz="1800" b="1">
                <a:solidFill>
                  <a:srgbClr val="312D2A"/>
                </a:solidFill>
              </a:rPr>
              <a:t>Investigation supervisor</a:t>
            </a:r>
          </a:p>
        </p:txBody>
      </p:sp>
      <p:sp>
        <p:nvSpPr>
          <p:cNvPr id="13" name="">
            <a:extLst xmlns:a="http://schemas.openxmlformats.org/drawingml/2006/main">
              <a:ext uri="{FF2B5EF4-FFF2-40B4-BE49-F238E27FC236}">
                <a16:creationId xmlns:a16="http://schemas.microsoft.com/office/drawing/2014/main" id="{D72F30DF-5E63-44D8-8876-AFC4C46E6981}"/>
              </a:ext>
            </a:extLst>
          </p:cNvPr>
          <p:cNvSpPr>
            <a:spLocks xmlns:a="http://schemas.openxmlformats.org/drawingml/2006/main" noGrp="1"/>
          </p:cNvSpPr>
          <p:nvPr/>
        </p:nvSpPr>
        <p:spPr>
          <a:xfrm xmlns:a="http://schemas.openxmlformats.org/drawingml/2006/main">
            <a:off x="4267200" y="2466975"/>
            <a:ext cx="36576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1350" b="0">
                <a:solidFill>
                  <a:srgbClr val="6C655F"/>
                </a:solidFill>
              </a:defRPr>
            </a:defPPr>
            <a:lvl1pPr>
              <a:defRPr sz="1350" b="0">
                <a:solidFill>
                  <a:srgbClr val="6C655F"/>
                </a:solidFill>
              </a:defRPr>
            </a:lvl1pPr>
            <a:lvl2pPr>
              <a:defRPr sz="1350" b="0">
                <a:solidFill>
                  <a:srgbClr val="6C655F"/>
                </a:solidFill>
              </a:defRPr>
            </a:lvl2pPr>
            <a:lvl3pPr>
              <a:defRPr sz="1350" b="0">
                <a:solidFill>
                  <a:srgbClr val="6C655F"/>
                </a:solidFill>
              </a:defRPr>
            </a:lvl3pPr>
            <a:lvl4pPr>
              <a:defRPr sz="1350" b="0">
                <a:solidFill>
                  <a:srgbClr val="6C655F"/>
                </a:solidFill>
              </a:defRPr>
            </a:lvl4pPr>
            <a:lvl5pPr>
              <a:defRPr sz="1350" b="0">
                <a:solidFill>
                  <a:srgbClr val="6C655F"/>
                </a:solidFill>
              </a:defRPr>
            </a:lvl5pPr>
            <a:lvl6pPr>
              <a:defRPr sz="1350" b="0">
                <a:solidFill>
                  <a:srgbClr val="6C655F"/>
                </a:solidFill>
              </a:defRPr>
            </a:lvl6pPr>
            <a:lvl7pPr>
              <a:defRPr sz="1350" b="0">
                <a:solidFill>
                  <a:srgbClr val="6C655F"/>
                </a:solidFill>
              </a:defRPr>
            </a:lvl7pPr>
            <a:lvl8pPr>
              <a:defRPr sz="1350" b="0">
                <a:solidFill>
                  <a:srgbClr val="6C655F"/>
                </a:solidFill>
              </a:defRPr>
            </a:lvl8pPr>
            <a:lvl9pPr>
              <a:defRPr sz="1350" b="0">
                <a:solidFill>
                  <a:srgbClr val="6C655F"/>
                </a:solidFill>
              </a:defRPr>
            </a:lvl9pPr>
          </a:lstStyle>
          <a:p xmlns:a="http://schemas.openxmlformats.org/drawingml/2006/main">
            <a:pPr>
              <a:defRPr sz="1350" b="0">
                <a:solidFill>
                  <a:srgbClr val="6C655F"/>
                </a:solidFill>
              </a:defRPr>
            </a:pPr>
            <a:r>
              <a:rPr sz="1350" b="0">
                <a:solidFill>
                  <a:srgbClr val="6C655F"/>
                </a:solidFill>
              </a:rPr>
              <a:t>Routes request; preserves period and snapshot</a:t>
            </a:r>
          </a:p>
        </p:txBody>
      </p:sp>
      <p:sp>
        <p:nvSpPr>
          <p:cNvPr id="14" name="">
            <a:extLst xmlns:a="http://schemas.openxmlformats.org/drawingml/2006/main">
              <a:ext uri="{FF2B5EF4-FFF2-40B4-BE49-F238E27FC236}">
                <a16:creationId xmlns:a16="http://schemas.microsoft.com/office/drawing/2014/main" id="{A31D26A8-0F04-455E-BC00-3F7065BE57CF}"/>
              </a:ext>
            </a:extLst>
          </p:cNvPr>
          <p:cNvSpPr>
            <a:spLocks xmlns:a="http://schemas.openxmlformats.org/drawingml/2006/main" noGrp="1"/>
          </p:cNvSpPr>
          <p:nvPr/>
        </p:nvSpPr>
        <p:spPr>
          <a:xfrm xmlns:a="http://schemas.openxmlformats.org/drawingml/2006/main">
            <a:off x="762000" y="3543300"/>
            <a:ext cx="2381250" cy="1409700"/>
          </a:xfrm>
          <a:prstGeom xmlns:a="http://schemas.openxmlformats.org/drawingml/2006/main" prst="roundRect">
            <a:avLst>
              <a:gd name="adj" fmla="val 5405"/>
            </a:avLst>
          </a:prstGeom>
          <a:solidFill xmlns:a="http://schemas.openxmlformats.org/drawingml/2006/main">
            <a:srgbClr val="FFFFFF"/>
          </a:solidFill>
          <a:ln xmlns:a="http://schemas.openxmlformats.org/drawingml/2006/main" w="9525">
            <a:solidFill>
              <a:srgbClr val="D9D3CC"/>
            </a:solidFill>
            <a:prstDash val="solid"/>
          </a:ln>
        </p:spPr>
      </p:sp>
      <p:sp>
        <p:nvSpPr>
          <p:cNvPr id="15" name="">
            <a:extLst xmlns:a="http://schemas.openxmlformats.org/drawingml/2006/main">
              <a:ext uri="{FF2B5EF4-FFF2-40B4-BE49-F238E27FC236}">
                <a16:creationId xmlns:a16="http://schemas.microsoft.com/office/drawing/2014/main" id="{ED1F5B94-177C-4178-B5AA-FF4D6F81D41D}"/>
              </a:ext>
            </a:extLst>
          </p:cNvPr>
          <p:cNvSpPr>
            <a:spLocks xmlns:a="http://schemas.openxmlformats.org/drawingml/2006/main" noGrp="1"/>
          </p:cNvSpPr>
          <p:nvPr/>
        </p:nvSpPr>
        <p:spPr>
          <a:xfrm xmlns:a="http://schemas.openxmlformats.org/drawingml/2006/main">
            <a:off x="762000" y="3657600"/>
            <a:ext cx="38100" cy="1181100"/>
          </a:xfrm>
          <a:prstGeom xmlns:a="http://schemas.openxmlformats.org/drawingml/2006/main" prst="rect">
            <a:avLst/>
          </a:prstGeom>
          <a:solidFill xmlns:a="http://schemas.openxmlformats.org/drawingml/2006/main">
            <a:srgbClr val="315F70"/>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1CC770CA-B316-4E93-9B2A-9D952FF6157D}"/>
              </a:ext>
            </a:extLst>
          </p:cNvPr>
          <p:cNvSpPr>
            <a:spLocks xmlns:a="http://schemas.openxmlformats.org/drawingml/2006/main" noGrp="1"/>
          </p:cNvSpPr>
          <p:nvPr/>
        </p:nvSpPr>
        <p:spPr>
          <a:xfrm xmlns:a="http://schemas.openxmlformats.org/drawingml/2006/main">
            <a:off x="933450" y="3686175"/>
            <a:ext cx="20383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1575" b="1">
                <a:solidFill>
                  <a:srgbClr val="312D2A"/>
                </a:solidFill>
              </a:defRPr>
            </a:defPPr>
            <a:lvl1pPr>
              <a:defRPr sz="1575" b="1">
                <a:solidFill>
                  <a:srgbClr val="312D2A"/>
                </a:solidFill>
              </a:defRPr>
            </a:lvl1pPr>
            <a:lvl2pPr>
              <a:defRPr sz="1575" b="1">
                <a:solidFill>
                  <a:srgbClr val="312D2A"/>
                </a:solidFill>
              </a:defRPr>
            </a:lvl2pPr>
            <a:lvl3pPr>
              <a:defRPr sz="1575" b="1">
                <a:solidFill>
                  <a:srgbClr val="312D2A"/>
                </a:solidFill>
              </a:defRPr>
            </a:lvl3pPr>
            <a:lvl4pPr>
              <a:defRPr sz="1575" b="1">
                <a:solidFill>
                  <a:srgbClr val="312D2A"/>
                </a:solidFill>
              </a:defRPr>
            </a:lvl4pPr>
            <a:lvl5pPr>
              <a:defRPr sz="1575" b="1">
                <a:solidFill>
                  <a:srgbClr val="312D2A"/>
                </a:solidFill>
              </a:defRPr>
            </a:lvl5pPr>
            <a:lvl6pPr>
              <a:defRPr sz="1575" b="1">
                <a:solidFill>
                  <a:srgbClr val="312D2A"/>
                </a:solidFill>
              </a:defRPr>
            </a:lvl6pPr>
            <a:lvl7pPr>
              <a:defRPr sz="1575" b="1">
                <a:solidFill>
                  <a:srgbClr val="312D2A"/>
                </a:solidFill>
              </a:defRPr>
            </a:lvl7pPr>
            <a:lvl8pPr>
              <a:defRPr sz="1575" b="1">
                <a:solidFill>
                  <a:srgbClr val="312D2A"/>
                </a:solidFill>
              </a:defRPr>
            </a:lvl8pPr>
            <a:lvl9pPr>
              <a:defRPr sz="1575" b="1">
                <a:solidFill>
                  <a:srgbClr val="312D2A"/>
                </a:solidFill>
              </a:defRPr>
            </a:lvl9pPr>
          </a:lstStyle>
          <a:p xmlns:a="http://schemas.openxmlformats.org/drawingml/2006/main">
            <a:pPr>
              <a:defRPr sz="1575" b="1">
                <a:solidFill>
                  <a:srgbClr val="312D2A"/>
                </a:solidFill>
              </a:defRPr>
            </a:pPr>
            <a:r>
              <a:rPr sz="1575" b="1">
                <a:solidFill>
                  <a:srgbClr val="312D2A"/>
                </a:solidFill>
              </a:rPr>
              <a:t>Portfolio SQL</a:t>
            </a:r>
          </a:p>
        </p:txBody>
      </p:sp>
      <p:sp>
        <p:nvSpPr>
          <p:cNvPr id="17" name="">
            <a:extLst xmlns:a="http://schemas.openxmlformats.org/drawingml/2006/main">
              <a:ext uri="{FF2B5EF4-FFF2-40B4-BE49-F238E27FC236}">
                <a16:creationId xmlns:a16="http://schemas.microsoft.com/office/drawing/2014/main" id="{C9E42A08-D23C-441D-B92D-C13853CFC25D}"/>
              </a:ext>
            </a:extLst>
          </p:cNvPr>
          <p:cNvSpPr>
            <a:spLocks xmlns:a="http://schemas.openxmlformats.org/drawingml/2006/main" noGrp="1"/>
          </p:cNvSpPr>
          <p:nvPr/>
        </p:nvSpPr>
        <p:spPr>
          <a:xfrm xmlns:a="http://schemas.openxmlformats.org/drawingml/2006/main">
            <a:off x="933450" y="4086225"/>
            <a:ext cx="203835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1425" b="0">
                <a:solidFill>
                  <a:srgbClr val="6C655F"/>
                </a:solidFill>
              </a:defRPr>
            </a:defPPr>
            <a:lvl1pPr>
              <a:defRPr sz="1425" b="0">
                <a:solidFill>
                  <a:srgbClr val="6C655F"/>
                </a:solidFill>
              </a:defRPr>
            </a:lvl1pPr>
            <a:lvl2pPr>
              <a:defRPr sz="1425" b="0">
                <a:solidFill>
                  <a:srgbClr val="6C655F"/>
                </a:solidFill>
              </a:defRPr>
            </a:lvl2pPr>
            <a:lvl3pPr>
              <a:defRPr sz="1425" b="0">
                <a:solidFill>
                  <a:srgbClr val="6C655F"/>
                </a:solidFill>
              </a:defRPr>
            </a:lvl3pPr>
            <a:lvl4pPr>
              <a:defRPr sz="1425" b="0">
                <a:solidFill>
                  <a:srgbClr val="6C655F"/>
                </a:solidFill>
              </a:defRPr>
            </a:lvl4pPr>
            <a:lvl5pPr>
              <a:defRPr sz="1425" b="0">
                <a:solidFill>
                  <a:srgbClr val="6C655F"/>
                </a:solidFill>
              </a:defRPr>
            </a:lvl5pPr>
            <a:lvl6pPr>
              <a:defRPr sz="1425" b="0">
                <a:solidFill>
                  <a:srgbClr val="6C655F"/>
                </a:solidFill>
              </a:defRPr>
            </a:lvl6pPr>
            <a:lvl7pPr>
              <a:defRPr sz="1425" b="0">
                <a:solidFill>
                  <a:srgbClr val="6C655F"/>
                </a:solidFill>
              </a:defRPr>
            </a:lvl7pPr>
            <a:lvl8pPr>
              <a:defRPr sz="1425" b="0">
                <a:solidFill>
                  <a:srgbClr val="6C655F"/>
                </a:solidFill>
              </a:defRPr>
            </a:lvl8pPr>
            <a:lvl9pPr>
              <a:defRPr sz="1425" b="0">
                <a:solidFill>
                  <a:srgbClr val="6C655F"/>
                </a:solidFill>
              </a:defRPr>
            </a:lvl9pPr>
          </a:lstStyle>
          <a:p xmlns:a="http://schemas.openxmlformats.org/drawingml/2006/main">
            <a:pPr>
              <a:defRPr sz="1425" b="0">
                <a:solidFill>
                  <a:srgbClr val="6C655F"/>
                </a:solidFill>
              </a:defRPr>
            </a:pPr>
            <a:r>
              <a:rPr sz="1425" b="0">
                <a:solidFill>
                  <a:srgbClr val="6C655F"/>
                </a:solidFill>
              </a:rPr>
              <a:t>Reporting context</a:t>
            </a:r>
          </a:p>
          <a:p xmlns:a="http://schemas.openxmlformats.org/drawingml/2006/main">
            <a:pPr>
              <a:defRPr sz="1425" b="0">
                <a:solidFill>
                  <a:srgbClr val="6C655F"/>
                </a:solidFill>
              </a:defRPr>
            </a:pPr>
            <a:r>
              <a:rPr sz="1425" b="0">
                <a:solidFill>
                  <a:srgbClr val="6C655F"/>
                </a:solidFill>
              </a:rPr>
              <a:t>Snapshot, trend and mix</a:t>
            </a:r>
          </a:p>
        </p:txBody>
      </p:sp>
      <p:sp>
        <p:nvSpPr>
          <p:cNvPr id="19" name="">
            <a:extLst xmlns:a="http://schemas.openxmlformats.org/drawingml/2006/main">
              <a:ext uri="{FF2B5EF4-FFF2-40B4-BE49-F238E27FC236}">
                <a16:creationId xmlns:a16="http://schemas.microsoft.com/office/drawing/2014/main" id="{22E69B4E-D48E-4009-95ED-262CB4A6ED0C}"/>
              </a:ext>
            </a:extLst>
          </p:cNvPr>
          <p:cNvSpPr>
            <a:spLocks xmlns:a="http://schemas.openxmlformats.org/drawingml/2006/main" noGrp="1"/>
          </p:cNvSpPr>
          <p:nvPr/>
        </p:nvSpPr>
        <p:spPr>
          <a:xfrm xmlns:a="http://schemas.openxmlformats.org/drawingml/2006/main">
            <a:off x="933450" y="5076825"/>
            <a:ext cx="223837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1350" b="1">
                <a:solidFill>
                  <a:srgbClr val="315F70"/>
                </a:solidFill>
              </a:defRPr>
            </a:defPPr>
            <a:lvl1pPr>
              <a:defRPr sz="1350" b="1">
                <a:solidFill>
                  <a:srgbClr val="315F70"/>
                </a:solidFill>
              </a:defRPr>
            </a:lvl1pPr>
            <a:lvl2pPr>
              <a:defRPr sz="1350" b="1">
                <a:solidFill>
                  <a:srgbClr val="315F70"/>
                </a:solidFill>
              </a:defRPr>
            </a:lvl2pPr>
            <a:lvl3pPr>
              <a:defRPr sz="1350" b="1">
                <a:solidFill>
                  <a:srgbClr val="315F70"/>
                </a:solidFill>
              </a:defRPr>
            </a:lvl3pPr>
            <a:lvl4pPr>
              <a:defRPr sz="1350" b="1">
                <a:solidFill>
                  <a:srgbClr val="315F70"/>
                </a:solidFill>
              </a:defRPr>
            </a:lvl4pPr>
            <a:lvl5pPr>
              <a:defRPr sz="1350" b="1">
                <a:solidFill>
                  <a:srgbClr val="315F70"/>
                </a:solidFill>
              </a:defRPr>
            </a:lvl5pPr>
            <a:lvl6pPr>
              <a:defRPr sz="1350" b="1">
                <a:solidFill>
                  <a:srgbClr val="315F70"/>
                </a:solidFill>
              </a:defRPr>
            </a:lvl6pPr>
            <a:lvl7pPr>
              <a:defRPr sz="1350" b="1">
                <a:solidFill>
                  <a:srgbClr val="315F70"/>
                </a:solidFill>
              </a:defRPr>
            </a:lvl7pPr>
            <a:lvl8pPr>
              <a:defRPr sz="1350" b="1">
                <a:solidFill>
                  <a:srgbClr val="315F70"/>
                </a:solidFill>
              </a:defRPr>
            </a:lvl8pPr>
            <a:lvl9pPr>
              <a:defRPr sz="1350" b="1">
                <a:solidFill>
                  <a:srgbClr val="315F70"/>
                </a:solidFill>
              </a:defRPr>
            </a:lvl9pPr>
          </a:lstStyle>
          <a:p xmlns:a="http://schemas.openxmlformats.org/drawingml/2006/main">
            <a:pPr>
              <a:defRPr sz="1350" b="1">
                <a:solidFill>
                  <a:srgbClr val="315F70"/>
                </a:solidFill>
              </a:defRPr>
            </a:pPr>
            <a:r>
              <a:rPr sz="1350" b="1">
                <a:solidFill>
                  <a:srgbClr val="315F70"/>
                </a:solidFill>
              </a:rPr>
              <a:t>4 SQL tools</a:t>
            </a:r>
          </a:p>
        </p:txBody>
      </p:sp>
      <p:sp>
        <p:nvSpPr>
          <p:cNvPr id="20" name="">
            <a:extLst xmlns:a="http://schemas.openxmlformats.org/drawingml/2006/main">
              <a:ext uri="{FF2B5EF4-FFF2-40B4-BE49-F238E27FC236}">
                <a16:creationId xmlns:a16="http://schemas.microsoft.com/office/drawing/2014/main" id="{EF6BDBA9-030E-460E-8A2D-AD2B726757DC}"/>
              </a:ext>
            </a:extLst>
          </p:cNvPr>
          <p:cNvSpPr>
            <a:spLocks xmlns:a="http://schemas.openxmlformats.org/drawingml/2006/main" noGrp="1"/>
          </p:cNvSpPr>
          <p:nvPr/>
        </p:nvSpPr>
        <p:spPr>
          <a:xfrm xmlns:a="http://schemas.openxmlformats.org/drawingml/2006/main">
            <a:off x="3524250" y="3543300"/>
            <a:ext cx="2381250" cy="1409700"/>
          </a:xfrm>
          <a:prstGeom xmlns:a="http://schemas.openxmlformats.org/drawingml/2006/main" prst="roundRect">
            <a:avLst>
              <a:gd name="adj" fmla="val 5405"/>
            </a:avLst>
          </a:prstGeom>
          <a:solidFill xmlns:a="http://schemas.openxmlformats.org/drawingml/2006/main">
            <a:srgbClr val="FFFFFF"/>
          </a:solidFill>
          <a:ln xmlns:a="http://schemas.openxmlformats.org/drawingml/2006/main" w="9525">
            <a:solidFill>
              <a:srgbClr val="D9D3CC"/>
            </a:solidFill>
            <a:prstDash val="solid"/>
          </a:ln>
        </p:spPr>
      </p:sp>
      <p:sp>
        <p:nvSpPr>
          <p:cNvPr id="21" name="">
            <a:extLst xmlns:a="http://schemas.openxmlformats.org/drawingml/2006/main">
              <a:ext uri="{FF2B5EF4-FFF2-40B4-BE49-F238E27FC236}">
                <a16:creationId xmlns:a16="http://schemas.microsoft.com/office/drawing/2014/main" id="{E4534AA9-D97B-4B88-877B-49A5EFB3044F}"/>
              </a:ext>
            </a:extLst>
          </p:cNvPr>
          <p:cNvSpPr>
            <a:spLocks xmlns:a="http://schemas.openxmlformats.org/drawingml/2006/main" noGrp="1"/>
          </p:cNvSpPr>
          <p:nvPr/>
        </p:nvSpPr>
        <p:spPr>
          <a:xfrm xmlns:a="http://schemas.openxmlformats.org/drawingml/2006/main">
            <a:off x="3524250" y="3657600"/>
            <a:ext cx="38100" cy="1181100"/>
          </a:xfrm>
          <a:prstGeom xmlns:a="http://schemas.openxmlformats.org/drawingml/2006/main" prst="rect">
            <a:avLst/>
          </a:prstGeom>
          <a:solidFill xmlns:a="http://schemas.openxmlformats.org/drawingml/2006/main">
            <a:srgbClr val="315F70"/>
          </a:solidFill>
          <a:ln xmlns:a="http://schemas.openxmlformats.org/drawingml/2006/main" w="0">
            <a:noFill/>
          </a:ln>
        </p:spPr>
      </p:sp>
      <p:sp>
        <p:nvSpPr>
          <p:cNvPr id="22" name="">
            <a:extLst xmlns:a="http://schemas.openxmlformats.org/drawingml/2006/main">
              <a:ext uri="{FF2B5EF4-FFF2-40B4-BE49-F238E27FC236}">
                <a16:creationId xmlns:a16="http://schemas.microsoft.com/office/drawing/2014/main" id="{0EE7CEB6-79A4-4813-BACE-A50B843A6218}"/>
              </a:ext>
            </a:extLst>
          </p:cNvPr>
          <p:cNvSpPr>
            <a:spLocks xmlns:a="http://schemas.openxmlformats.org/drawingml/2006/main" noGrp="1"/>
          </p:cNvSpPr>
          <p:nvPr/>
        </p:nvSpPr>
        <p:spPr>
          <a:xfrm xmlns:a="http://schemas.openxmlformats.org/drawingml/2006/main">
            <a:off x="3695700" y="3686175"/>
            <a:ext cx="20383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1575" b="1">
                <a:solidFill>
                  <a:srgbClr val="312D2A"/>
                </a:solidFill>
              </a:defRPr>
            </a:defPPr>
            <a:lvl1pPr>
              <a:defRPr sz="1575" b="1">
                <a:solidFill>
                  <a:srgbClr val="312D2A"/>
                </a:solidFill>
              </a:defRPr>
            </a:lvl1pPr>
            <a:lvl2pPr>
              <a:defRPr sz="1575" b="1">
                <a:solidFill>
                  <a:srgbClr val="312D2A"/>
                </a:solidFill>
              </a:defRPr>
            </a:lvl2pPr>
            <a:lvl3pPr>
              <a:defRPr sz="1575" b="1">
                <a:solidFill>
                  <a:srgbClr val="312D2A"/>
                </a:solidFill>
              </a:defRPr>
            </a:lvl3pPr>
            <a:lvl4pPr>
              <a:defRPr sz="1575" b="1">
                <a:solidFill>
                  <a:srgbClr val="312D2A"/>
                </a:solidFill>
              </a:defRPr>
            </a:lvl4pPr>
            <a:lvl5pPr>
              <a:defRPr sz="1575" b="1">
                <a:solidFill>
                  <a:srgbClr val="312D2A"/>
                </a:solidFill>
              </a:defRPr>
            </a:lvl5pPr>
            <a:lvl6pPr>
              <a:defRPr sz="1575" b="1">
                <a:solidFill>
                  <a:srgbClr val="312D2A"/>
                </a:solidFill>
              </a:defRPr>
            </a:lvl6pPr>
            <a:lvl7pPr>
              <a:defRPr sz="1575" b="1">
                <a:solidFill>
                  <a:srgbClr val="312D2A"/>
                </a:solidFill>
              </a:defRPr>
            </a:lvl7pPr>
            <a:lvl8pPr>
              <a:defRPr sz="1575" b="1">
                <a:solidFill>
                  <a:srgbClr val="312D2A"/>
                </a:solidFill>
              </a:defRPr>
            </a:lvl8pPr>
            <a:lvl9pPr>
              <a:defRPr sz="1575" b="1">
                <a:solidFill>
                  <a:srgbClr val="312D2A"/>
                </a:solidFill>
              </a:defRPr>
            </a:lvl9pPr>
          </a:lstStyle>
          <a:p xmlns:a="http://schemas.openxmlformats.org/drawingml/2006/main">
            <a:pPr>
              <a:defRPr sz="1575" b="1">
                <a:solidFill>
                  <a:srgbClr val="312D2A"/>
                </a:solidFill>
              </a:defRPr>
            </a:pPr>
            <a:r>
              <a:rPr sz="1575" b="1">
                <a:solidFill>
                  <a:srgbClr val="312D2A"/>
                </a:solidFill>
              </a:rPr>
              <a:t>Investigation SQL</a:t>
            </a:r>
          </a:p>
        </p:txBody>
      </p:sp>
      <p:sp>
        <p:nvSpPr>
          <p:cNvPr id="23" name="">
            <a:extLst xmlns:a="http://schemas.openxmlformats.org/drawingml/2006/main">
              <a:ext uri="{FF2B5EF4-FFF2-40B4-BE49-F238E27FC236}">
                <a16:creationId xmlns:a16="http://schemas.microsoft.com/office/drawing/2014/main" id="{568B2EE3-BA0D-46DB-8B12-BFD4D03CE940}"/>
              </a:ext>
            </a:extLst>
          </p:cNvPr>
          <p:cNvSpPr>
            <a:spLocks xmlns:a="http://schemas.openxmlformats.org/drawingml/2006/main" noGrp="1"/>
          </p:cNvSpPr>
          <p:nvPr/>
        </p:nvSpPr>
        <p:spPr>
          <a:xfrm xmlns:a="http://schemas.openxmlformats.org/drawingml/2006/main">
            <a:off x="3695700" y="4086225"/>
            <a:ext cx="203835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1425" b="0">
                <a:solidFill>
                  <a:srgbClr val="6C655F"/>
                </a:solidFill>
              </a:defRPr>
            </a:defPPr>
            <a:lvl1pPr>
              <a:defRPr sz="1425" b="0">
                <a:solidFill>
                  <a:srgbClr val="6C655F"/>
                </a:solidFill>
              </a:defRPr>
            </a:lvl1pPr>
            <a:lvl2pPr>
              <a:defRPr sz="1425" b="0">
                <a:solidFill>
                  <a:srgbClr val="6C655F"/>
                </a:solidFill>
              </a:defRPr>
            </a:lvl2pPr>
            <a:lvl3pPr>
              <a:defRPr sz="1425" b="0">
                <a:solidFill>
                  <a:srgbClr val="6C655F"/>
                </a:solidFill>
              </a:defRPr>
            </a:lvl3pPr>
            <a:lvl4pPr>
              <a:defRPr sz="1425" b="0">
                <a:solidFill>
                  <a:srgbClr val="6C655F"/>
                </a:solidFill>
              </a:defRPr>
            </a:lvl4pPr>
            <a:lvl5pPr>
              <a:defRPr sz="1425" b="0">
                <a:solidFill>
                  <a:srgbClr val="6C655F"/>
                </a:solidFill>
              </a:defRPr>
            </a:lvl5pPr>
            <a:lvl6pPr>
              <a:defRPr sz="1425" b="0">
                <a:solidFill>
                  <a:srgbClr val="6C655F"/>
                </a:solidFill>
              </a:defRPr>
            </a:lvl6pPr>
            <a:lvl7pPr>
              <a:defRPr sz="1425" b="0">
                <a:solidFill>
                  <a:srgbClr val="6C655F"/>
                </a:solidFill>
              </a:defRPr>
            </a:lvl7pPr>
            <a:lvl8pPr>
              <a:defRPr sz="1425" b="0">
                <a:solidFill>
                  <a:srgbClr val="6C655F"/>
                </a:solidFill>
              </a:defRPr>
            </a:lvl8pPr>
            <a:lvl9pPr>
              <a:defRPr sz="1425" b="0">
                <a:solidFill>
                  <a:srgbClr val="6C655F"/>
                </a:solidFill>
              </a:defRPr>
            </a:lvl9pPr>
          </a:lstStyle>
          <a:p xmlns:a="http://schemas.openxmlformats.org/drawingml/2006/main">
            <a:pPr>
              <a:defRPr sz="1425" b="0">
                <a:solidFill>
                  <a:srgbClr val="6C655F"/>
                </a:solidFill>
              </a:defRPr>
            </a:pPr>
            <a:r>
              <a:rPr sz="1425" b="0">
                <a:solidFill>
                  <a:srgbClr val="6C655F"/>
                </a:solidFill>
              </a:rPr>
              <a:t>Ranked queue</a:t>
            </a:r>
          </a:p>
          <a:p xmlns:a="http://schemas.openxmlformats.org/drawingml/2006/main">
            <a:pPr>
              <a:defRPr sz="1425" b="0">
                <a:solidFill>
                  <a:srgbClr val="6C655F"/>
                </a:solidFill>
              </a:defRPr>
            </a:pPr>
            <a:r>
              <a:rPr sz="1425" b="0">
                <a:solidFill>
                  <a:srgbClr val="6C655F"/>
                </a:solidFill>
              </a:rPr>
              <a:t>Account totals + evidence</a:t>
            </a:r>
          </a:p>
        </p:txBody>
      </p:sp>
      <p:sp>
        <p:nvSpPr>
          <p:cNvPr id="25" name="">
            <a:extLst xmlns:a="http://schemas.openxmlformats.org/drawingml/2006/main">
              <a:ext uri="{FF2B5EF4-FFF2-40B4-BE49-F238E27FC236}">
                <a16:creationId xmlns:a16="http://schemas.microsoft.com/office/drawing/2014/main" id="{D2DB7330-CEA8-4A26-AB32-3165F87E3BB9}"/>
              </a:ext>
            </a:extLst>
          </p:cNvPr>
          <p:cNvSpPr>
            <a:spLocks xmlns:a="http://schemas.openxmlformats.org/drawingml/2006/main" noGrp="1"/>
          </p:cNvSpPr>
          <p:nvPr/>
        </p:nvSpPr>
        <p:spPr>
          <a:xfrm xmlns:a="http://schemas.openxmlformats.org/drawingml/2006/main">
            <a:off x="3695700" y="5076825"/>
            <a:ext cx="223837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1350" b="1">
                <a:solidFill>
                  <a:srgbClr val="315F70"/>
                </a:solidFill>
              </a:defRPr>
            </a:defPPr>
            <a:lvl1pPr>
              <a:defRPr sz="1350" b="1">
                <a:solidFill>
                  <a:srgbClr val="315F70"/>
                </a:solidFill>
              </a:defRPr>
            </a:lvl1pPr>
            <a:lvl2pPr>
              <a:defRPr sz="1350" b="1">
                <a:solidFill>
                  <a:srgbClr val="315F70"/>
                </a:solidFill>
              </a:defRPr>
            </a:lvl2pPr>
            <a:lvl3pPr>
              <a:defRPr sz="1350" b="1">
                <a:solidFill>
                  <a:srgbClr val="315F70"/>
                </a:solidFill>
              </a:defRPr>
            </a:lvl3pPr>
            <a:lvl4pPr>
              <a:defRPr sz="1350" b="1">
                <a:solidFill>
                  <a:srgbClr val="315F70"/>
                </a:solidFill>
              </a:defRPr>
            </a:lvl4pPr>
            <a:lvl5pPr>
              <a:defRPr sz="1350" b="1">
                <a:solidFill>
                  <a:srgbClr val="315F70"/>
                </a:solidFill>
              </a:defRPr>
            </a:lvl5pPr>
            <a:lvl6pPr>
              <a:defRPr sz="1350" b="1">
                <a:solidFill>
                  <a:srgbClr val="315F70"/>
                </a:solidFill>
              </a:defRPr>
            </a:lvl6pPr>
            <a:lvl7pPr>
              <a:defRPr sz="1350" b="1">
                <a:solidFill>
                  <a:srgbClr val="315F70"/>
                </a:solidFill>
              </a:defRPr>
            </a:lvl7pPr>
            <a:lvl8pPr>
              <a:defRPr sz="1350" b="1">
                <a:solidFill>
                  <a:srgbClr val="315F70"/>
                </a:solidFill>
              </a:defRPr>
            </a:lvl8pPr>
            <a:lvl9pPr>
              <a:defRPr sz="1350" b="1">
                <a:solidFill>
                  <a:srgbClr val="315F70"/>
                </a:solidFill>
              </a:defRPr>
            </a:lvl9pPr>
          </a:lstStyle>
          <a:p xmlns:a="http://schemas.openxmlformats.org/drawingml/2006/main">
            <a:pPr>
              <a:defRPr sz="1350" b="1">
                <a:solidFill>
                  <a:srgbClr val="315F70"/>
                </a:solidFill>
              </a:defRPr>
            </a:pPr>
            <a:r>
              <a:rPr sz="1350" b="1">
                <a:solidFill>
                  <a:srgbClr val="315F70"/>
                </a:solidFill>
              </a:rPr>
              <a:t>3 SQL tools</a:t>
            </a:r>
          </a:p>
        </p:txBody>
      </p:sp>
      <p:sp>
        <p:nvSpPr>
          <p:cNvPr id="26" name="">
            <a:extLst xmlns:a="http://schemas.openxmlformats.org/drawingml/2006/main">
              <a:ext uri="{FF2B5EF4-FFF2-40B4-BE49-F238E27FC236}">
                <a16:creationId xmlns:a16="http://schemas.microsoft.com/office/drawing/2014/main" id="{2A664D96-9A18-4174-AC5F-E8F2882B4537}"/>
              </a:ext>
            </a:extLst>
          </p:cNvPr>
          <p:cNvSpPr>
            <a:spLocks xmlns:a="http://schemas.openxmlformats.org/drawingml/2006/main" noGrp="1"/>
          </p:cNvSpPr>
          <p:nvPr/>
        </p:nvSpPr>
        <p:spPr>
          <a:xfrm xmlns:a="http://schemas.openxmlformats.org/drawingml/2006/main">
            <a:off x="6286500" y="3543300"/>
            <a:ext cx="2381250" cy="1409700"/>
          </a:xfrm>
          <a:prstGeom xmlns:a="http://schemas.openxmlformats.org/drawingml/2006/main" prst="roundRect">
            <a:avLst>
              <a:gd name="adj" fmla="val 5405"/>
            </a:avLst>
          </a:prstGeom>
          <a:solidFill xmlns:a="http://schemas.openxmlformats.org/drawingml/2006/main">
            <a:srgbClr val="FFFFFF"/>
          </a:solidFill>
          <a:ln xmlns:a="http://schemas.openxmlformats.org/drawingml/2006/main" w="9525">
            <a:solidFill>
              <a:srgbClr val="D9D3CC"/>
            </a:solidFill>
            <a:prstDash val="solid"/>
          </a:ln>
        </p:spPr>
      </p:sp>
      <p:sp>
        <p:nvSpPr>
          <p:cNvPr id="27" name="">
            <a:extLst xmlns:a="http://schemas.openxmlformats.org/drawingml/2006/main">
              <a:ext uri="{FF2B5EF4-FFF2-40B4-BE49-F238E27FC236}">
                <a16:creationId xmlns:a16="http://schemas.microsoft.com/office/drawing/2014/main" id="{4125EA48-5F8E-4853-BD73-58E37CCDD676}"/>
              </a:ext>
            </a:extLst>
          </p:cNvPr>
          <p:cNvSpPr>
            <a:spLocks xmlns:a="http://schemas.openxmlformats.org/drawingml/2006/main" noGrp="1"/>
          </p:cNvSpPr>
          <p:nvPr/>
        </p:nvSpPr>
        <p:spPr>
          <a:xfrm xmlns:a="http://schemas.openxmlformats.org/drawingml/2006/main">
            <a:off x="6286500" y="3657600"/>
            <a:ext cx="38100" cy="1181100"/>
          </a:xfrm>
          <a:prstGeom xmlns:a="http://schemas.openxmlformats.org/drawingml/2006/main" prst="rect">
            <a:avLst/>
          </a:prstGeom>
          <a:solidFill xmlns:a="http://schemas.openxmlformats.org/drawingml/2006/main">
            <a:srgbClr val="315F70"/>
          </a:solidFill>
          <a:ln xmlns:a="http://schemas.openxmlformats.org/drawingml/2006/main" w="0">
            <a:noFill/>
          </a:ln>
        </p:spPr>
      </p:sp>
      <p:sp>
        <p:nvSpPr>
          <p:cNvPr id="28" name="">
            <a:extLst xmlns:a="http://schemas.openxmlformats.org/drawingml/2006/main">
              <a:ext uri="{FF2B5EF4-FFF2-40B4-BE49-F238E27FC236}">
                <a16:creationId xmlns:a16="http://schemas.microsoft.com/office/drawing/2014/main" id="{7FB98B78-B5F2-4B5D-BCCA-385B876394A2}"/>
              </a:ext>
            </a:extLst>
          </p:cNvPr>
          <p:cNvSpPr>
            <a:spLocks xmlns:a="http://schemas.openxmlformats.org/drawingml/2006/main" noGrp="1"/>
          </p:cNvSpPr>
          <p:nvPr/>
        </p:nvSpPr>
        <p:spPr>
          <a:xfrm xmlns:a="http://schemas.openxmlformats.org/drawingml/2006/main">
            <a:off x="6457950" y="3686175"/>
            <a:ext cx="20383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1575" b="1">
                <a:solidFill>
                  <a:srgbClr val="312D2A"/>
                </a:solidFill>
              </a:defRPr>
            </a:defPPr>
            <a:lvl1pPr>
              <a:defRPr sz="1575" b="1">
                <a:solidFill>
                  <a:srgbClr val="312D2A"/>
                </a:solidFill>
              </a:defRPr>
            </a:lvl1pPr>
            <a:lvl2pPr>
              <a:defRPr sz="1575" b="1">
                <a:solidFill>
                  <a:srgbClr val="312D2A"/>
                </a:solidFill>
              </a:defRPr>
            </a:lvl2pPr>
            <a:lvl3pPr>
              <a:defRPr sz="1575" b="1">
                <a:solidFill>
                  <a:srgbClr val="312D2A"/>
                </a:solidFill>
              </a:defRPr>
            </a:lvl3pPr>
            <a:lvl4pPr>
              <a:defRPr sz="1575" b="1">
                <a:solidFill>
                  <a:srgbClr val="312D2A"/>
                </a:solidFill>
              </a:defRPr>
            </a:lvl4pPr>
            <a:lvl5pPr>
              <a:defRPr sz="1575" b="1">
                <a:solidFill>
                  <a:srgbClr val="312D2A"/>
                </a:solidFill>
              </a:defRPr>
            </a:lvl5pPr>
            <a:lvl6pPr>
              <a:defRPr sz="1575" b="1">
                <a:solidFill>
                  <a:srgbClr val="312D2A"/>
                </a:solidFill>
              </a:defRPr>
            </a:lvl6pPr>
            <a:lvl7pPr>
              <a:defRPr sz="1575" b="1">
                <a:solidFill>
                  <a:srgbClr val="312D2A"/>
                </a:solidFill>
              </a:defRPr>
            </a:lvl7pPr>
            <a:lvl8pPr>
              <a:defRPr sz="1575" b="1">
                <a:solidFill>
                  <a:srgbClr val="312D2A"/>
                </a:solidFill>
              </a:defRPr>
            </a:lvl8pPr>
            <a:lvl9pPr>
              <a:defRPr sz="1575" b="1">
                <a:solidFill>
                  <a:srgbClr val="312D2A"/>
                </a:solidFill>
              </a:defRPr>
            </a:lvl9pPr>
          </a:lstStyle>
          <a:p xmlns:a="http://schemas.openxmlformats.org/drawingml/2006/main">
            <a:pPr>
              <a:defRPr sz="1575" b="1">
                <a:solidFill>
                  <a:srgbClr val="312D2A"/>
                </a:solidFill>
              </a:defRPr>
            </a:pPr>
            <a:r>
              <a:rPr sz="1575" b="1">
                <a:solidFill>
                  <a:srgbClr val="312D2A"/>
                </a:solidFill>
              </a:rPr>
              <a:t>Policy RAG</a:t>
            </a:r>
          </a:p>
        </p:txBody>
      </p:sp>
      <p:sp>
        <p:nvSpPr>
          <p:cNvPr id="29" name="">
            <a:extLst xmlns:a="http://schemas.openxmlformats.org/drawingml/2006/main">
              <a:ext uri="{FF2B5EF4-FFF2-40B4-BE49-F238E27FC236}">
                <a16:creationId xmlns:a16="http://schemas.microsoft.com/office/drawing/2014/main" id="{5C4EFF76-9E80-418C-BD82-ACAF9456351E}"/>
              </a:ext>
            </a:extLst>
          </p:cNvPr>
          <p:cNvSpPr>
            <a:spLocks xmlns:a="http://schemas.openxmlformats.org/drawingml/2006/main" noGrp="1"/>
          </p:cNvSpPr>
          <p:nvPr/>
        </p:nvSpPr>
        <p:spPr>
          <a:xfrm xmlns:a="http://schemas.openxmlformats.org/drawingml/2006/main">
            <a:off x="6457950" y="4086225"/>
            <a:ext cx="203835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1425" b="0">
                <a:solidFill>
                  <a:srgbClr val="6C655F"/>
                </a:solidFill>
              </a:defRPr>
            </a:defPPr>
            <a:lvl1pPr>
              <a:defRPr sz="1425" b="0">
                <a:solidFill>
                  <a:srgbClr val="6C655F"/>
                </a:solidFill>
              </a:defRPr>
            </a:lvl1pPr>
            <a:lvl2pPr>
              <a:defRPr sz="1425" b="0">
                <a:solidFill>
                  <a:srgbClr val="6C655F"/>
                </a:solidFill>
              </a:defRPr>
            </a:lvl2pPr>
            <a:lvl3pPr>
              <a:defRPr sz="1425" b="0">
                <a:solidFill>
                  <a:srgbClr val="6C655F"/>
                </a:solidFill>
              </a:defRPr>
            </a:lvl3pPr>
            <a:lvl4pPr>
              <a:defRPr sz="1425" b="0">
                <a:solidFill>
                  <a:srgbClr val="6C655F"/>
                </a:solidFill>
              </a:defRPr>
            </a:lvl4pPr>
            <a:lvl5pPr>
              <a:defRPr sz="1425" b="0">
                <a:solidFill>
                  <a:srgbClr val="6C655F"/>
                </a:solidFill>
              </a:defRPr>
            </a:lvl5pPr>
            <a:lvl6pPr>
              <a:defRPr sz="1425" b="0">
                <a:solidFill>
                  <a:srgbClr val="6C655F"/>
                </a:solidFill>
              </a:defRPr>
            </a:lvl6pPr>
            <a:lvl7pPr>
              <a:defRPr sz="1425" b="0">
                <a:solidFill>
                  <a:srgbClr val="6C655F"/>
                </a:solidFill>
              </a:defRPr>
            </a:lvl7pPr>
            <a:lvl8pPr>
              <a:defRPr sz="1425" b="0">
                <a:solidFill>
                  <a:srgbClr val="6C655F"/>
                </a:solidFill>
              </a:defRPr>
            </a:lvl8pPr>
            <a:lvl9pPr>
              <a:defRPr sz="1425" b="0">
                <a:solidFill>
                  <a:srgbClr val="6C655F"/>
                </a:solidFill>
              </a:defRPr>
            </a:lvl9pPr>
          </a:lstStyle>
          <a:p xmlns:a="http://schemas.openxmlformats.org/drawingml/2006/main">
            <a:pPr>
              <a:defRPr sz="1425" b="0">
                <a:solidFill>
                  <a:srgbClr val="6C655F"/>
                </a:solidFill>
              </a:defRPr>
            </a:pPr>
            <a:r>
              <a:rPr sz="1425" b="0">
                <a:solidFill>
                  <a:srgbClr val="6C655F"/>
                </a:solidFill>
              </a:rPr>
              <a:t>Policy + definitions</a:t>
            </a:r>
          </a:p>
          <a:p xmlns:a="http://schemas.openxmlformats.org/drawingml/2006/main">
            <a:pPr>
              <a:defRPr sz="1425" b="0">
                <a:solidFill>
                  <a:srgbClr val="6C655F"/>
                </a:solidFill>
              </a:defRPr>
            </a:pPr>
            <a:r>
              <a:rPr sz="1425" b="0">
                <a:solidFill>
                  <a:srgbClr val="6C655F"/>
                </a:solidFill>
              </a:rPr>
              <a:t>Sources and document version</a:t>
            </a:r>
          </a:p>
        </p:txBody>
      </p:sp>
      <p:sp>
        <p:nvSpPr>
          <p:cNvPr id="31" name="">
            <a:extLst xmlns:a="http://schemas.openxmlformats.org/drawingml/2006/main">
              <a:ext uri="{FF2B5EF4-FFF2-40B4-BE49-F238E27FC236}">
                <a16:creationId xmlns:a16="http://schemas.microsoft.com/office/drawing/2014/main" id="{29B06276-1BCD-45DE-AE12-AD1630BDC709}"/>
              </a:ext>
            </a:extLst>
          </p:cNvPr>
          <p:cNvSpPr>
            <a:spLocks xmlns:a="http://schemas.openxmlformats.org/drawingml/2006/main" noGrp="1"/>
          </p:cNvSpPr>
          <p:nvPr/>
        </p:nvSpPr>
        <p:spPr>
          <a:xfrm xmlns:a="http://schemas.openxmlformats.org/drawingml/2006/main">
            <a:off x="6457950" y="5076825"/>
            <a:ext cx="223837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1350" b="1">
                <a:solidFill>
                  <a:srgbClr val="315F70"/>
                </a:solidFill>
              </a:defRPr>
            </a:defPPr>
            <a:lvl1pPr>
              <a:defRPr sz="1350" b="1">
                <a:solidFill>
                  <a:srgbClr val="315F70"/>
                </a:solidFill>
              </a:defRPr>
            </a:lvl1pPr>
            <a:lvl2pPr>
              <a:defRPr sz="1350" b="1">
                <a:solidFill>
                  <a:srgbClr val="315F70"/>
                </a:solidFill>
              </a:defRPr>
            </a:lvl2pPr>
            <a:lvl3pPr>
              <a:defRPr sz="1350" b="1">
                <a:solidFill>
                  <a:srgbClr val="315F70"/>
                </a:solidFill>
              </a:defRPr>
            </a:lvl3pPr>
            <a:lvl4pPr>
              <a:defRPr sz="1350" b="1">
                <a:solidFill>
                  <a:srgbClr val="315F70"/>
                </a:solidFill>
              </a:defRPr>
            </a:lvl4pPr>
            <a:lvl5pPr>
              <a:defRPr sz="1350" b="1">
                <a:solidFill>
                  <a:srgbClr val="315F70"/>
                </a:solidFill>
              </a:defRPr>
            </a:lvl5pPr>
            <a:lvl6pPr>
              <a:defRPr sz="1350" b="1">
                <a:solidFill>
                  <a:srgbClr val="315F70"/>
                </a:solidFill>
              </a:defRPr>
            </a:lvl6pPr>
            <a:lvl7pPr>
              <a:defRPr sz="1350" b="1">
                <a:solidFill>
                  <a:srgbClr val="315F70"/>
                </a:solidFill>
              </a:defRPr>
            </a:lvl7pPr>
            <a:lvl8pPr>
              <a:defRPr sz="1350" b="1">
                <a:solidFill>
                  <a:srgbClr val="315F70"/>
                </a:solidFill>
              </a:defRPr>
            </a:lvl8pPr>
            <a:lvl9pPr>
              <a:defRPr sz="1350" b="1">
                <a:solidFill>
                  <a:srgbClr val="315F70"/>
                </a:solidFill>
              </a:defRPr>
            </a:lvl9pPr>
          </a:lstStyle>
          <a:p xmlns:a="http://schemas.openxmlformats.org/drawingml/2006/main">
            <a:pPr>
              <a:defRPr sz="1350" b="1">
                <a:solidFill>
                  <a:srgbClr val="315F70"/>
                </a:solidFill>
              </a:defRPr>
            </a:pPr>
            <a:r>
              <a:rPr sz="1350" b="1">
                <a:solidFill>
                  <a:srgbClr val="315F70"/>
                </a:solidFill>
              </a:rPr>
              <a:t>1 RAG tool</a:t>
            </a:r>
          </a:p>
        </p:txBody>
      </p:sp>
      <p:sp>
        <p:nvSpPr>
          <p:cNvPr id="32" name="">
            <a:extLst xmlns:a="http://schemas.openxmlformats.org/drawingml/2006/main">
              <a:ext uri="{FF2B5EF4-FFF2-40B4-BE49-F238E27FC236}">
                <a16:creationId xmlns:a16="http://schemas.microsoft.com/office/drawing/2014/main" id="{3D2E03D8-271D-45C0-8EBE-C38A3B3D2A39}"/>
              </a:ext>
            </a:extLst>
          </p:cNvPr>
          <p:cNvSpPr>
            <a:spLocks xmlns:a="http://schemas.openxmlformats.org/drawingml/2006/main" noGrp="1"/>
          </p:cNvSpPr>
          <p:nvPr/>
        </p:nvSpPr>
        <p:spPr>
          <a:xfrm xmlns:a="http://schemas.openxmlformats.org/drawingml/2006/main">
            <a:off x="9048750" y="3543300"/>
            <a:ext cx="2381250" cy="1409700"/>
          </a:xfrm>
          <a:prstGeom xmlns:a="http://schemas.openxmlformats.org/drawingml/2006/main" prst="roundRect">
            <a:avLst>
              <a:gd name="adj" fmla="val 5405"/>
            </a:avLst>
          </a:prstGeom>
          <a:solidFill xmlns:a="http://schemas.openxmlformats.org/drawingml/2006/main">
            <a:srgbClr val="FFFFFF"/>
          </a:solidFill>
          <a:ln xmlns:a="http://schemas.openxmlformats.org/drawingml/2006/main" w="9525">
            <a:solidFill>
              <a:srgbClr val="D9D3CC"/>
            </a:solidFill>
            <a:prstDash val="solid"/>
          </a:ln>
        </p:spPr>
      </p:sp>
      <p:sp>
        <p:nvSpPr>
          <p:cNvPr id="33" name="">
            <a:extLst xmlns:a="http://schemas.openxmlformats.org/drawingml/2006/main">
              <a:ext uri="{FF2B5EF4-FFF2-40B4-BE49-F238E27FC236}">
                <a16:creationId xmlns:a16="http://schemas.microsoft.com/office/drawing/2014/main" id="{8D1445A9-8A8B-471E-A0D2-C7128C728382}"/>
              </a:ext>
            </a:extLst>
          </p:cNvPr>
          <p:cNvSpPr>
            <a:spLocks xmlns:a="http://schemas.openxmlformats.org/drawingml/2006/main" noGrp="1"/>
          </p:cNvSpPr>
          <p:nvPr/>
        </p:nvSpPr>
        <p:spPr>
          <a:xfrm xmlns:a="http://schemas.openxmlformats.org/drawingml/2006/main">
            <a:off x="9048750" y="3657600"/>
            <a:ext cx="38100" cy="1181100"/>
          </a:xfrm>
          <a:prstGeom xmlns:a="http://schemas.openxmlformats.org/drawingml/2006/main" prst="rect">
            <a:avLst/>
          </a:prstGeom>
          <a:solidFill xmlns:a="http://schemas.openxmlformats.org/drawingml/2006/main">
            <a:srgbClr val="315F70"/>
          </a:solidFill>
          <a:ln xmlns:a="http://schemas.openxmlformats.org/drawingml/2006/main" w="0">
            <a:noFill/>
          </a:ln>
        </p:spPr>
      </p:sp>
      <p:sp>
        <p:nvSpPr>
          <p:cNvPr id="34" name="">
            <a:extLst xmlns:a="http://schemas.openxmlformats.org/drawingml/2006/main">
              <a:ext uri="{FF2B5EF4-FFF2-40B4-BE49-F238E27FC236}">
                <a16:creationId xmlns:a16="http://schemas.microsoft.com/office/drawing/2014/main" id="{6E8CA916-8248-4C07-832C-336E3DBF5E51}"/>
              </a:ext>
            </a:extLst>
          </p:cNvPr>
          <p:cNvSpPr>
            <a:spLocks xmlns:a="http://schemas.openxmlformats.org/drawingml/2006/main" noGrp="1"/>
          </p:cNvSpPr>
          <p:nvPr/>
        </p:nvSpPr>
        <p:spPr>
          <a:xfrm xmlns:a="http://schemas.openxmlformats.org/drawingml/2006/main">
            <a:off x="9220200" y="3686175"/>
            <a:ext cx="20383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1575" b="1">
                <a:solidFill>
                  <a:srgbClr val="312D2A"/>
                </a:solidFill>
              </a:defRPr>
            </a:defPPr>
            <a:lvl1pPr>
              <a:defRPr sz="1575" b="1">
                <a:solidFill>
                  <a:srgbClr val="312D2A"/>
                </a:solidFill>
              </a:defRPr>
            </a:lvl1pPr>
            <a:lvl2pPr>
              <a:defRPr sz="1575" b="1">
                <a:solidFill>
                  <a:srgbClr val="312D2A"/>
                </a:solidFill>
              </a:defRPr>
            </a:lvl2pPr>
            <a:lvl3pPr>
              <a:defRPr sz="1575" b="1">
                <a:solidFill>
                  <a:srgbClr val="312D2A"/>
                </a:solidFill>
              </a:defRPr>
            </a:lvl3pPr>
            <a:lvl4pPr>
              <a:defRPr sz="1575" b="1">
                <a:solidFill>
                  <a:srgbClr val="312D2A"/>
                </a:solidFill>
              </a:defRPr>
            </a:lvl4pPr>
            <a:lvl5pPr>
              <a:defRPr sz="1575" b="1">
                <a:solidFill>
                  <a:srgbClr val="312D2A"/>
                </a:solidFill>
              </a:defRPr>
            </a:lvl5pPr>
            <a:lvl6pPr>
              <a:defRPr sz="1575" b="1">
                <a:solidFill>
                  <a:srgbClr val="312D2A"/>
                </a:solidFill>
              </a:defRPr>
            </a:lvl6pPr>
            <a:lvl7pPr>
              <a:defRPr sz="1575" b="1">
                <a:solidFill>
                  <a:srgbClr val="312D2A"/>
                </a:solidFill>
              </a:defRPr>
            </a:lvl7pPr>
            <a:lvl8pPr>
              <a:defRPr sz="1575" b="1">
                <a:solidFill>
                  <a:srgbClr val="312D2A"/>
                </a:solidFill>
              </a:defRPr>
            </a:lvl8pPr>
            <a:lvl9pPr>
              <a:defRPr sz="1575" b="1">
                <a:solidFill>
                  <a:srgbClr val="312D2A"/>
                </a:solidFill>
              </a:defRPr>
            </a:lvl9pPr>
          </a:lstStyle>
          <a:p xmlns:a="http://schemas.openxmlformats.org/drawingml/2006/main">
            <a:pPr>
              <a:defRPr sz="1575" b="1">
                <a:solidFill>
                  <a:srgbClr val="312D2A"/>
                </a:solidFill>
              </a:defRPr>
            </a:pPr>
            <a:r>
              <a:rPr sz="1575" b="1">
                <a:solidFill>
                  <a:srgbClr val="312D2A"/>
                </a:solidFill>
              </a:rPr>
              <a:t>Brief composition</a:t>
            </a:r>
          </a:p>
        </p:txBody>
      </p:sp>
      <p:sp>
        <p:nvSpPr>
          <p:cNvPr id="35" name="">
            <a:extLst xmlns:a="http://schemas.openxmlformats.org/drawingml/2006/main">
              <a:ext uri="{FF2B5EF4-FFF2-40B4-BE49-F238E27FC236}">
                <a16:creationId xmlns:a16="http://schemas.microsoft.com/office/drawing/2014/main" id="{B43EAB09-7A05-4A02-94EF-13B9D9B1CB59}"/>
              </a:ext>
            </a:extLst>
          </p:cNvPr>
          <p:cNvSpPr>
            <a:spLocks xmlns:a="http://schemas.openxmlformats.org/drawingml/2006/main" noGrp="1"/>
          </p:cNvSpPr>
          <p:nvPr/>
        </p:nvSpPr>
        <p:spPr>
          <a:xfrm xmlns:a="http://schemas.openxmlformats.org/drawingml/2006/main">
            <a:off x="9220200" y="4086225"/>
            <a:ext cx="203835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1425" b="0">
                <a:solidFill>
                  <a:srgbClr val="6C655F"/>
                </a:solidFill>
              </a:defRPr>
            </a:defPPr>
            <a:lvl1pPr>
              <a:defRPr sz="1425" b="0">
                <a:solidFill>
                  <a:srgbClr val="6C655F"/>
                </a:solidFill>
              </a:defRPr>
            </a:lvl1pPr>
            <a:lvl2pPr>
              <a:defRPr sz="1425" b="0">
                <a:solidFill>
                  <a:srgbClr val="6C655F"/>
                </a:solidFill>
              </a:defRPr>
            </a:lvl2pPr>
            <a:lvl3pPr>
              <a:defRPr sz="1425" b="0">
                <a:solidFill>
                  <a:srgbClr val="6C655F"/>
                </a:solidFill>
              </a:defRPr>
            </a:lvl3pPr>
            <a:lvl4pPr>
              <a:defRPr sz="1425" b="0">
                <a:solidFill>
                  <a:srgbClr val="6C655F"/>
                </a:solidFill>
              </a:defRPr>
            </a:lvl4pPr>
            <a:lvl5pPr>
              <a:defRPr sz="1425" b="0">
                <a:solidFill>
                  <a:srgbClr val="6C655F"/>
                </a:solidFill>
              </a:defRPr>
            </a:lvl5pPr>
            <a:lvl6pPr>
              <a:defRPr sz="1425" b="0">
                <a:solidFill>
                  <a:srgbClr val="6C655F"/>
                </a:solidFill>
              </a:defRPr>
            </a:lvl6pPr>
            <a:lvl7pPr>
              <a:defRPr sz="1425" b="0">
                <a:solidFill>
                  <a:srgbClr val="6C655F"/>
                </a:solidFill>
              </a:defRPr>
            </a:lvl7pPr>
            <a:lvl8pPr>
              <a:defRPr sz="1425" b="0">
                <a:solidFill>
                  <a:srgbClr val="6C655F"/>
                </a:solidFill>
              </a:defRPr>
            </a:lvl8pPr>
            <a:lvl9pPr>
              <a:defRPr sz="1425" b="0">
                <a:solidFill>
                  <a:srgbClr val="6C655F"/>
                </a:solidFill>
              </a:defRPr>
            </a:lvl9pPr>
          </a:lstStyle>
          <a:p xmlns:a="http://schemas.openxmlformats.org/drawingml/2006/main">
            <a:pPr>
              <a:defRPr sz="1425" b="0">
                <a:solidFill>
                  <a:srgbClr val="6C655F"/>
                </a:solidFill>
              </a:defRPr>
            </a:pPr>
            <a:r>
              <a:rPr sz="1425" b="0">
                <a:solidFill>
                  <a:srgbClr val="6C655F"/>
                </a:solidFill>
              </a:rPr>
              <a:t>Literal evidence_packet</a:t>
            </a:r>
          </a:p>
          <a:p xmlns:a="http://schemas.openxmlformats.org/drawingml/2006/main">
            <a:pPr>
              <a:defRPr sz="1425" b="0">
                <a:solidFill>
                  <a:srgbClr val="6C655F"/>
                </a:solidFill>
              </a:defRPr>
            </a:pPr>
            <a:r>
              <a:rPr sz="1425" b="0">
                <a:solidFill>
                  <a:srgbClr val="6C655F"/>
                </a:solidFill>
              </a:rPr>
              <a:t>Markdown tables + citations</a:t>
            </a:r>
          </a:p>
        </p:txBody>
      </p:sp>
      <p:sp>
        <p:nvSpPr>
          <p:cNvPr id="37" name="">
            <a:extLst xmlns:a="http://schemas.openxmlformats.org/drawingml/2006/main">
              <a:ext uri="{FF2B5EF4-FFF2-40B4-BE49-F238E27FC236}">
                <a16:creationId xmlns:a16="http://schemas.microsoft.com/office/drawing/2014/main" id="{154DAF38-BAB1-453F-BF61-9ADD42BA3A13}"/>
              </a:ext>
            </a:extLst>
          </p:cNvPr>
          <p:cNvSpPr>
            <a:spLocks xmlns:a="http://schemas.openxmlformats.org/drawingml/2006/main" noGrp="1"/>
          </p:cNvSpPr>
          <p:nvPr/>
        </p:nvSpPr>
        <p:spPr>
          <a:xfrm xmlns:a="http://schemas.openxmlformats.org/drawingml/2006/main">
            <a:off x="9220200" y="5076825"/>
            <a:ext cx="223837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1350" b="1">
                <a:solidFill>
                  <a:srgbClr val="315F70"/>
                </a:solidFill>
              </a:defRPr>
            </a:defPPr>
            <a:lvl1pPr>
              <a:defRPr sz="1350" b="1">
                <a:solidFill>
                  <a:srgbClr val="315F70"/>
                </a:solidFill>
              </a:defRPr>
            </a:lvl1pPr>
            <a:lvl2pPr>
              <a:defRPr sz="1350" b="1">
                <a:solidFill>
                  <a:srgbClr val="315F70"/>
                </a:solidFill>
              </a:defRPr>
            </a:lvl2pPr>
            <a:lvl3pPr>
              <a:defRPr sz="1350" b="1">
                <a:solidFill>
                  <a:srgbClr val="315F70"/>
                </a:solidFill>
              </a:defRPr>
            </a:lvl3pPr>
            <a:lvl4pPr>
              <a:defRPr sz="1350" b="1">
                <a:solidFill>
                  <a:srgbClr val="315F70"/>
                </a:solidFill>
              </a:defRPr>
            </a:lvl4pPr>
            <a:lvl5pPr>
              <a:defRPr sz="1350" b="1">
                <a:solidFill>
                  <a:srgbClr val="315F70"/>
                </a:solidFill>
              </a:defRPr>
            </a:lvl5pPr>
            <a:lvl6pPr>
              <a:defRPr sz="1350" b="1">
                <a:solidFill>
                  <a:srgbClr val="315F70"/>
                </a:solidFill>
              </a:defRPr>
            </a:lvl6pPr>
            <a:lvl7pPr>
              <a:defRPr sz="1350" b="1">
                <a:solidFill>
                  <a:srgbClr val="315F70"/>
                </a:solidFill>
              </a:defRPr>
            </a:lvl7pPr>
            <a:lvl8pPr>
              <a:defRPr sz="1350" b="1">
                <a:solidFill>
                  <a:srgbClr val="315F70"/>
                </a:solidFill>
              </a:defRPr>
            </a:lvl8pPr>
            <a:lvl9pPr>
              <a:defRPr sz="1350" b="1">
                <a:solidFill>
                  <a:srgbClr val="315F70"/>
                </a:solidFill>
              </a:defRPr>
            </a:lvl9pPr>
          </a:lstStyle>
          <a:p xmlns:a="http://schemas.openxmlformats.org/drawingml/2006/main">
            <a:pPr>
              <a:defRPr sz="1350" b="1">
                <a:solidFill>
                  <a:srgbClr val="315F70"/>
                </a:solidFill>
              </a:defRPr>
            </a:pPr>
            <a:r>
              <a:rPr sz="1350" b="1">
                <a:solidFill>
                  <a:srgbClr val="315F70"/>
                </a:solidFill>
              </a:rPr>
              <a:t>1 Prompt tool</a:t>
            </a:r>
          </a:p>
        </p:txBody>
      </p:sp>
      <p:sp>
        <p:nvSpPr>
          <p:cNvPr id="38" name="">
            <a:extLst xmlns:a="http://schemas.openxmlformats.org/drawingml/2006/main">
              <a:ext uri="{FF2B5EF4-FFF2-40B4-BE49-F238E27FC236}">
                <a16:creationId xmlns:a16="http://schemas.microsoft.com/office/drawing/2014/main" id="{FA2F401C-571D-493F-9A12-45BD3E8316DB}"/>
              </a:ext>
            </a:extLst>
          </p:cNvPr>
          <p:cNvSpPr>
            <a:spLocks xmlns:a="http://schemas.openxmlformats.org/drawingml/2006/main" noGrp="1"/>
          </p:cNvSpPr>
          <p:nvPr/>
        </p:nvSpPr>
        <p:spPr>
          <a:xfrm xmlns:a="http://schemas.openxmlformats.org/drawingml/2006/main">
            <a:off x="762000" y="5591175"/>
            <a:ext cx="10668000" cy="542925"/>
          </a:xfrm>
          <a:prstGeom xmlns:a="http://schemas.openxmlformats.org/drawingml/2006/main" prst="roundRect">
            <a:avLst>
              <a:gd name="adj" fmla="val 14035"/>
            </a:avLst>
          </a:prstGeom>
          <a:solidFill xmlns:a="http://schemas.openxmlformats.org/drawingml/2006/main">
            <a:srgbClr val="F7F5F1"/>
          </a:solidFill>
          <a:ln xmlns:a="http://schemas.openxmlformats.org/drawingml/2006/main" w="9525">
            <a:solidFill>
              <a:srgbClr val="D9D3CC"/>
            </a:solidFill>
            <a:prstDash val="solid"/>
          </a:ln>
        </p:spPr>
      </p:sp>
      <p:sp>
        <p:nvSpPr>
          <p:cNvPr id="39" name="">
            <a:extLst xmlns:a="http://schemas.openxmlformats.org/drawingml/2006/main">
              <a:ext uri="{FF2B5EF4-FFF2-40B4-BE49-F238E27FC236}">
                <a16:creationId xmlns:a16="http://schemas.microsoft.com/office/drawing/2014/main" id="{DE3DDCAF-0014-43F4-B7A8-259C4695C3AC}"/>
              </a:ext>
            </a:extLst>
          </p:cNvPr>
          <p:cNvSpPr>
            <a:spLocks xmlns:a="http://schemas.openxmlformats.org/drawingml/2006/main" noGrp="1"/>
          </p:cNvSpPr>
          <p:nvPr/>
        </p:nvSpPr>
        <p:spPr>
          <a:xfrm xmlns:a="http://schemas.openxmlformats.org/drawingml/2006/main">
            <a:off x="933450" y="5667375"/>
            <a:ext cx="103251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1350" b="0">
                <a:solidFill>
                  <a:srgbClr val="6C655F"/>
                </a:solidFill>
              </a:defRPr>
            </a:defPPr>
            <a:lvl1pPr>
              <a:defRPr sz="1350" b="0">
                <a:solidFill>
                  <a:srgbClr val="6C655F"/>
                </a:solidFill>
              </a:defRPr>
            </a:lvl1pPr>
            <a:lvl2pPr>
              <a:defRPr sz="1350" b="0">
                <a:solidFill>
                  <a:srgbClr val="6C655F"/>
                </a:solidFill>
              </a:defRPr>
            </a:lvl2pPr>
            <a:lvl3pPr>
              <a:defRPr sz="1350" b="0">
                <a:solidFill>
                  <a:srgbClr val="6C655F"/>
                </a:solidFill>
              </a:defRPr>
            </a:lvl3pPr>
            <a:lvl4pPr>
              <a:defRPr sz="1350" b="0">
                <a:solidFill>
                  <a:srgbClr val="6C655F"/>
                </a:solidFill>
              </a:defRPr>
            </a:lvl4pPr>
            <a:lvl5pPr>
              <a:defRPr sz="1350" b="0">
                <a:solidFill>
                  <a:srgbClr val="6C655F"/>
                </a:solidFill>
              </a:defRPr>
            </a:lvl5pPr>
            <a:lvl6pPr>
              <a:defRPr sz="1350" b="0">
                <a:solidFill>
                  <a:srgbClr val="6C655F"/>
                </a:solidFill>
              </a:defRPr>
            </a:lvl6pPr>
            <a:lvl7pPr>
              <a:defRPr sz="1350" b="0">
                <a:solidFill>
                  <a:srgbClr val="6C655F"/>
                </a:solidFill>
              </a:defRPr>
            </a:lvl7pPr>
            <a:lvl8pPr>
              <a:defRPr sz="1350" b="0">
                <a:solidFill>
                  <a:srgbClr val="6C655F"/>
                </a:solidFill>
              </a:defRPr>
            </a:lvl8pPr>
            <a:lvl9pPr>
              <a:defRPr sz="1350" b="0">
                <a:solidFill>
                  <a:srgbClr val="6C655F"/>
                </a:solidFill>
              </a:defRPr>
            </a:lvl9pPr>
          </a:lstStyle>
          <a:p xmlns:a="http://schemas.openxmlformats.org/drawingml/2006/main">
            <a:pPr>
              <a:defRPr sz="1350" b="0">
                <a:solidFill>
                  <a:srgbClr val="6C655F"/>
                </a:solidFill>
              </a:defRPr>
            </a:pPr>
            <a:r>
              <a:rPr sz="1350" b="0">
                <a:solidFill>
                  <a:srgbClr val="6C655F"/>
                </a:solidFill>
              </a:rPr>
              <a:t>Period + snapshot + account   •   Actual SQL rows   •   Cited policy   •   Explicit gaps and human review</a:t>
            </a:r>
          </a:p>
        </p:txBody>
      </p:sp>
    </p:spTree>
    <p:extLst>
      <p:ext uri="{BB962C8B-B14F-4D97-AF65-F5344CB8AC3E}">
        <p14:creationId xmlns:p14="http://schemas.microsoft.com/office/powerpoint/2010/main" val="1660117968"/>
      </p:ext>
    </p:extLst>
  </p:cSld>
</p:sld>
</file>

<file path=ppt/slides/slide8.xml><?xml version="1.0" encoding="utf-8"?>
<p:sld xmlns:p="http://schemas.openxmlformats.org/presentationml/2006/main">
  <p:cSld>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D40E00F0-9028-40E9-8560-BAE9F2AEE6CD}"/>
              </a:ext>
            </a:extLst>
          </p:cNvPr>
          <p:cNvSpPr>
            <a:spLocks xmlns:a="http://schemas.openxmlformats.org/drawingml/2006/main" noGrp="1"/>
          </p:cNvSpPr>
          <p:nvPr>
            <p:ph type="title" idx="0"/>
          </p:nvPr>
        </p:nvSpPr>
        <p:spPr/>
        <p:txBody>
          <a:bodyPr xmlns:a="http://schemas.openxmlformats.org/drawingml/2006/main" wrap="square"/>
          <a:lstStyle xmlns:a="http://schemas.openxmlformats.org/drawingml/2006/main"/>
          <a:p xmlns:a="http://schemas.openxmlformats.org/drawingml/2006/main">
            <a:pPr>
              <a:buNone/>
              <a:defRPr>
                <a:solidFill>
                  <a:srgbClr val="1F2933"/>
                </a:solidFill>
              </a:defRPr>
            </a:pPr>
            <a:r>
              <a:rPr>
                <a:solidFill>
                  <a:srgbClr val="1F2933"/>
                </a:solidFill>
              </a:rPr>
              <a:t>Deploy once; keep client transports separate</a:t>
            </a:r>
          </a:p>
        </p:txBody>
      </p:sp>
      <p:sp>
        <p:nvSpPr>
          <p:cNvPr id="5" name="Text Placeholder 4">
            <a:extLst xmlns:a="http://schemas.openxmlformats.org/drawingml/2006/main">
              <a:ext uri="{FF2B5EF4-FFF2-40B4-BE49-F238E27FC236}">
                <a16:creationId xmlns:a16="http://schemas.microsoft.com/office/drawing/2014/main" id="{3162F71A-E47A-49A8-9C13-50E4255DFB6A}"/>
              </a:ext>
            </a:extLst>
          </p:cNvPr>
          <p:cNvSpPr>
            <a:spLocks xmlns:a="http://schemas.openxmlformats.org/drawingml/2006/main" noGrp="1"/>
          </p:cNvSpPr>
          <p:nvPr>
            <p:ph type="body" idx="11"/>
          </p:nvPr>
        </p:nvSpPr>
        <p:spPr/>
        <p:txBody>
          <a:bodyPr xmlns:a="http://schemas.openxmlformats.org/drawingml/2006/main" wrap="square"/>
          <a:lstStyle xmlns:a="http://schemas.openxmlformats.org/drawingml/2006/main"/>
          <a:p xmlns:a="http://schemas.openxmlformats.org/drawingml/2006/main">
            <a:pPr>
              <a:buNone/>
              <a:defRPr>
                <a:solidFill>
                  <a:srgbClr val="1F2933"/>
                </a:solidFill>
              </a:defRPr>
            </a:pPr>
            <a:r>
              <a:rPr>
                <a:solidFill>
                  <a:srgbClr val="1F2933"/>
                </a:solidFill>
              </a:rPr>
              <a:t>Agent card → deployment → AI Registry → Agent Hub or local application</a:t>
            </a:r>
          </a:p>
        </p:txBody>
      </p:sp>
      <p:sp>
        <p:nvSpPr>
          <p:cNvPr id="6" name="TextBox 5">
            <a:extLst xmlns:a="http://schemas.openxmlformats.org/drawingml/2006/main">
              <a:ext uri="{FF2B5EF4-FFF2-40B4-BE49-F238E27FC236}">
                <a16:creationId xmlns:a16="http://schemas.microsoft.com/office/drawing/2014/main" id="{341FF255-C28D-4EE0-9BDE-21654334A575}"/>
              </a:ext>
            </a:extLst>
          </p:cNvPr>
          <p:cNvSpPr>
            <a:spLocks xmlns:a="http://schemas.openxmlformats.org/drawingml/2006/main" noGrp="1"/>
          </p:cNvSpPr>
          <p:nvPr/>
        </p:nvSpPr>
        <p:spPr>
          <a:xfrm xmlns:a="http://schemas.openxmlformats.org/drawingml/2006/main">
            <a:off x="1124712" y="6428232"/>
            <a:ext cx="9326880" cy="219456"/>
          </a:xfrm>
          <a:prstGeom xmlns:a="http://schemas.openxmlformats.org/drawingml/2006/main" prst="rect">
            <a:avLst/>
          </a:prstGeom>
          <a:noFill xmlns:a="http://schemas.openxmlformats.org/drawingml/2006/main"/>
        </p:spPr>
        <p:txBody>
          <a:bodyPr xmlns:a="http://schemas.openxmlformats.org/drawingml/2006/main" wrap="none" lIns="0" tIns="0" rIns="0" bIns="0" anchor="ctr">
            <a:spAutoFit/>
          </a:bodyPr>
          <a:lstStyle xmlns:a="http://schemas.openxmlformats.org/drawingml/2006/main"/>
          <a:p xmlns:a="http://schemas.openxmlformats.org/drawingml/2006/main">
            <a:pPr>
              <a:buNone/>
              <a:defRPr sz="900">
                <a:solidFill>
                  <a:srgbClr val="666666"/>
                </a:solidFill>
              </a:defRPr>
            </a:pPr>
            <a:r>
              <a:t>Abhijit Khuperkar | Reference implementation</a:t>
            </a:r>
          </a:p>
        </p:txBody>
      </p:sp>
      <p:sp>
        <p:nvSpPr>
          <p:cNvPr id="7" name="TextBox 6">
            <a:extLst xmlns:a="http://schemas.openxmlformats.org/drawingml/2006/main">
              <a:ext uri="{FF2B5EF4-FFF2-40B4-BE49-F238E27FC236}">
                <a16:creationId xmlns:a16="http://schemas.microsoft.com/office/drawing/2014/main" id="{B882F84C-6BAD-43BB-AD41-622FC00BD470}"/>
              </a:ext>
            </a:extLst>
          </p:cNvPr>
          <p:cNvSpPr>
            <a:spLocks xmlns:a="http://schemas.openxmlformats.org/drawingml/2006/main" noGrp="1"/>
          </p:cNvSpPr>
          <p:nvPr/>
        </p:nvSpPr>
        <p:spPr>
          <a:xfrm xmlns:a="http://schemas.openxmlformats.org/drawingml/2006/main">
            <a:off x="758952" y="6428232"/>
            <a:ext cx="274320" cy="219456"/>
          </a:xfrm>
          <a:prstGeom xmlns:a="http://schemas.openxmlformats.org/drawingml/2006/main" prst="rect">
            <a:avLst/>
          </a:prstGeom>
          <a:noFill xmlns:a="http://schemas.openxmlformats.org/drawingml/2006/main"/>
        </p:spPr>
        <p:txBody>
          <a:bodyPr xmlns:a="http://schemas.openxmlformats.org/drawingml/2006/main" wrap="none" lIns="0" tIns="0" rIns="0" bIns="0" anchor="ctr">
            <a:spAutoFit/>
          </a:bodyPr>
          <a:lstStyle xmlns:a="http://schemas.openxmlformats.org/drawingml/2006/main"/>
          <a:p xmlns:a="http://schemas.openxmlformats.org/drawingml/2006/main">
            <a:pPr>
              <a:buNone/>
              <a:defRPr sz="900">
                <a:solidFill>
                  <a:srgbClr val="666666"/>
                </a:solidFill>
              </a:defRPr>
            </a:pPr>
            <a:r>
              <a:t>8</a:t>
            </a:r>
          </a:p>
        </p:txBody>
      </p:sp>
      <p:sp>
        <p:nvSpPr>
          <p:cNvPr id="8" name="">
            <a:extLst xmlns:a="http://schemas.openxmlformats.org/drawingml/2006/main">
              <a:ext uri="{FF2B5EF4-FFF2-40B4-BE49-F238E27FC236}">
                <a16:creationId xmlns:a16="http://schemas.microsoft.com/office/drawing/2014/main" id="{6A2ABB05-AF9D-40B0-AD19-AF0832C1ABDB}"/>
              </a:ext>
            </a:extLst>
          </p:cNvPr>
          <p:cNvSpPr>
            <a:spLocks xmlns:a="http://schemas.openxmlformats.org/drawingml/2006/main" noGrp="1"/>
          </p:cNvSpPr>
          <p:nvPr/>
        </p:nvSpPr>
        <p:spPr>
          <a:xfrm xmlns:a="http://schemas.openxmlformats.org/drawingml/2006/main">
            <a:off x="666750" y="1524000"/>
            <a:ext cx="10858500" cy="4762500"/>
          </a:xfrm>
          <a:prstGeom xmlns:a="http://schemas.openxmlformats.org/drawingml/2006/main" prst="rect">
            <a:avLst/>
          </a:prstGeom>
          <a:solidFill xmlns:a="http://schemas.openxmlformats.org/drawingml/2006/main">
            <a:srgbClr val="FBF9F8"/>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C618E48B-1C31-4274-A2CE-9D05171CBBAE}"/>
              </a:ext>
            </a:extLst>
          </p:cNvPr>
          <p:cNvSpPr>
            <a:spLocks xmlns:a="http://schemas.openxmlformats.org/drawingml/2006/main" noGrp="1"/>
          </p:cNvSpPr>
          <p:nvPr/>
        </p:nvSpPr>
        <p:spPr>
          <a:xfrm xmlns:a="http://schemas.openxmlformats.org/drawingml/2006/main">
            <a:off x="762000" y="1809750"/>
            <a:ext cx="10668000"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1800" b="1">
                <a:solidFill>
                  <a:srgbClr val="315F70"/>
                </a:solidFill>
              </a:defRPr>
            </a:defPPr>
            <a:lvl1pPr>
              <a:defRPr sz="1800" b="1">
                <a:solidFill>
                  <a:srgbClr val="315F70"/>
                </a:solidFill>
              </a:defRPr>
            </a:lvl1pPr>
            <a:lvl2pPr>
              <a:defRPr sz="1800" b="1">
                <a:solidFill>
                  <a:srgbClr val="315F70"/>
                </a:solidFill>
              </a:defRPr>
            </a:lvl2pPr>
            <a:lvl3pPr>
              <a:defRPr sz="1800" b="1">
                <a:solidFill>
                  <a:srgbClr val="315F70"/>
                </a:solidFill>
              </a:defRPr>
            </a:lvl3pPr>
            <a:lvl4pPr>
              <a:defRPr sz="1800" b="1">
                <a:solidFill>
                  <a:srgbClr val="315F70"/>
                </a:solidFill>
              </a:defRPr>
            </a:lvl4pPr>
            <a:lvl5pPr>
              <a:defRPr sz="1800" b="1">
                <a:solidFill>
                  <a:srgbClr val="315F70"/>
                </a:solidFill>
              </a:defRPr>
            </a:lvl5pPr>
            <a:lvl6pPr>
              <a:defRPr sz="1800" b="1">
                <a:solidFill>
                  <a:srgbClr val="315F70"/>
                </a:solidFill>
              </a:defRPr>
            </a:lvl6pPr>
            <a:lvl7pPr>
              <a:defRPr sz="1800" b="1">
                <a:solidFill>
                  <a:srgbClr val="315F70"/>
                </a:solidFill>
              </a:defRPr>
            </a:lvl7pPr>
            <a:lvl8pPr>
              <a:defRPr sz="1800" b="1">
                <a:solidFill>
                  <a:srgbClr val="315F70"/>
                </a:solidFill>
              </a:defRPr>
            </a:lvl8pPr>
            <a:lvl9pPr>
              <a:defRPr sz="1800" b="1">
                <a:solidFill>
                  <a:srgbClr val="315F70"/>
                </a:solidFill>
              </a:defRPr>
            </a:lvl9pPr>
          </a:lstStyle>
          <a:p xmlns:a="http://schemas.openxmlformats.org/drawingml/2006/main">
            <a:pPr>
              <a:defRPr sz="1800" b="1">
                <a:solidFill>
                  <a:srgbClr val="315F70"/>
                </a:solidFill>
              </a:defRPr>
            </a:pPr>
            <a:r>
              <a:rPr sz="1800" b="1">
                <a:solidFill>
                  <a:srgbClr val="315F70"/>
                </a:solidFill>
              </a:rPr>
              <a:t>Agent card  →  Deploy  →  AI Registry  →  Agent Hub / local client</a:t>
            </a:r>
          </a:p>
        </p:txBody>
      </p:sp>
      <p:sp>
        <p:nvSpPr>
          <p:cNvPr id="10" name="">
            <a:extLst xmlns:a="http://schemas.openxmlformats.org/drawingml/2006/main">
              <a:ext uri="{FF2B5EF4-FFF2-40B4-BE49-F238E27FC236}">
                <a16:creationId xmlns:a16="http://schemas.microsoft.com/office/drawing/2014/main" id="{E2D1A227-4916-421A-B3EA-6A27CFD91AD9}"/>
              </a:ext>
            </a:extLst>
          </p:cNvPr>
          <p:cNvSpPr>
            <a:spLocks xmlns:a="http://schemas.openxmlformats.org/drawingml/2006/main" noGrp="1"/>
          </p:cNvSpPr>
          <p:nvPr/>
        </p:nvSpPr>
        <p:spPr>
          <a:xfrm xmlns:a="http://schemas.openxmlformats.org/drawingml/2006/main">
            <a:off x="762000" y="2562225"/>
            <a:ext cx="5095875" cy="2743200"/>
          </a:xfrm>
          <a:prstGeom xmlns:a="http://schemas.openxmlformats.org/drawingml/2006/main" prst="roundRect">
            <a:avLst>
              <a:gd name="adj" fmla="val 2778"/>
            </a:avLst>
          </a:prstGeom>
          <a:solidFill xmlns:a="http://schemas.openxmlformats.org/drawingml/2006/main">
            <a:srgbClr val="FFFFFF"/>
          </a:solidFill>
          <a:ln xmlns:a="http://schemas.openxmlformats.org/drawingml/2006/main" w="9525">
            <a:solidFill>
              <a:srgbClr val="D9D3CC"/>
            </a:solidFill>
            <a:prstDash val="solid"/>
          </a:ln>
        </p:spPr>
      </p:sp>
      <p:sp>
        <p:nvSpPr>
          <p:cNvPr id="11" name="">
            <a:extLst xmlns:a="http://schemas.openxmlformats.org/drawingml/2006/main">
              <a:ext uri="{FF2B5EF4-FFF2-40B4-BE49-F238E27FC236}">
                <a16:creationId xmlns:a16="http://schemas.microsoft.com/office/drawing/2014/main" id="{C7968AC0-669F-471C-9F77-EBE76E549DA1}"/>
              </a:ext>
            </a:extLst>
          </p:cNvPr>
          <p:cNvSpPr>
            <a:spLocks xmlns:a="http://schemas.openxmlformats.org/drawingml/2006/main" noGrp="1"/>
          </p:cNvSpPr>
          <p:nvPr/>
        </p:nvSpPr>
        <p:spPr>
          <a:xfrm xmlns:a="http://schemas.openxmlformats.org/drawingml/2006/main">
            <a:off x="762000" y="2676525"/>
            <a:ext cx="38100" cy="2514600"/>
          </a:xfrm>
          <a:prstGeom xmlns:a="http://schemas.openxmlformats.org/drawingml/2006/main" prst="rect">
            <a:avLst/>
          </a:prstGeom>
          <a:solidFill xmlns:a="http://schemas.openxmlformats.org/drawingml/2006/main">
            <a:srgbClr val="C74634"/>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C440D13C-EB5C-4295-B3BE-5DB5A1D5F835}"/>
              </a:ext>
            </a:extLst>
          </p:cNvPr>
          <p:cNvSpPr>
            <a:spLocks xmlns:a="http://schemas.openxmlformats.org/drawingml/2006/main" noGrp="1"/>
          </p:cNvSpPr>
          <p:nvPr/>
        </p:nvSpPr>
        <p:spPr>
          <a:xfrm xmlns:a="http://schemas.openxmlformats.org/drawingml/2006/main">
            <a:off x="933450" y="2705100"/>
            <a:ext cx="47529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1950" b="1">
                <a:solidFill>
                  <a:srgbClr val="312D2A"/>
                </a:solidFill>
              </a:defRPr>
            </a:defPPr>
            <a:lvl1pPr>
              <a:defRPr sz="1950" b="1">
                <a:solidFill>
                  <a:srgbClr val="312D2A"/>
                </a:solidFill>
              </a:defRPr>
            </a:lvl1pPr>
            <a:lvl2pPr>
              <a:defRPr sz="1950" b="1">
                <a:solidFill>
                  <a:srgbClr val="312D2A"/>
                </a:solidFill>
              </a:defRPr>
            </a:lvl2pPr>
            <a:lvl3pPr>
              <a:defRPr sz="1950" b="1">
                <a:solidFill>
                  <a:srgbClr val="312D2A"/>
                </a:solidFill>
              </a:defRPr>
            </a:lvl3pPr>
            <a:lvl4pPr>
              <a:defRPr sz="1950" b="1">
                <a:solidFill>
                  <a:srgbClr val="312D2A"/>
                </a:solidFill>
              </a:defRPr>
            </a:lvl4pPr>
            <a:lvl5pPr>
              <a:defRPr sz="1950" b="1">
                <a:solidFill>
                  <a:srgbClr val="312D2A"/>
                </a:solidFill>
              </a:defRPr>
            </a:lvl5pPr>
            <a:lvl6pPr>
              <a:defRPr sz="1950" b="1">
                <a:solidFill>
                  <a:srgbClr val="312D2A"/>
                </a:solidFill>
              </a:defRPr>
            </a:lvl6pPr>
            <a:lvl7pPr>
              <a:defRPr sz="1950" b="1">
                <a:solidFill>
                  <a:srgbClr val="312D2A"/>
                </a:solidFill>
              </a:defRPr>
            </a:lvl7pPr>
            <a:lvl8pPr>
              <a:defRPr sz="1950" b="1">
                <a:solidFill>
                  <a:srgbClr val="312D2A"/>
                </a:solidFill>
              </a:defRPr>
            </a:lvl8pPr>
            <a:lvl9pPr>
              <a:defRPr sz="1950" b="1">
                <a:solidFill>
                  <a:srgbClr val="312D2A"/>
                </a:solidFill>
              </a:defRPr>
            </a:lvl9pPr>
          </a:lstStyle>
          <a:p xmlns:a="http://schemas.openxmlformats.org/drawingml/2006/main">
            <a:pPr>
              <a:defRPr sz="1950" b="1">
                <a:solidFill>
                  <a:srgbClr val="312D2A"/>
                </a:solidFill>
              </a:defRPr>
            </a:pPr>
            <a:r>
              <a:rPr sz="1950" b="1">
                <a:solidFill>
                  <a:srgbClr val="312D2A"/>
                </a:solidFill>
              </a:rPr>
              <a:t>AIDP AGENT HUB</a:t>
            </a:r>
          </a:p>
        </p:txBody>
      </p:sp>
      <p:sp>
        <p:nvSpPr>
          <p:cNvPr id="13" name="">
            <a:extLst xmlns:a="http://schemas.openxmlformats.org/drawingml/2006/main">
              <a:ext uri="{FF2B5EF4-FFF2-40B4-BE49-F238E27FC236}">
                <a16:creationId xmlns:a16="http://schemas.microsoft.com/office/drawing/2014/main" id="{E948A633-89A9-4230-B2DD-A18B0DCFD7DB}"/>
              </a:ext>
            </a:extLst>
          </p:cNvPr>
          <p:cNvSpPr>
            <a:spLocks xmlns:a="http://schemas.openxmlformats.org/drawingml/2006/main" noGrp="1"/>
          </p:cNvSpPr>
          <p:nvPr/>
        </p:nvSpPr>
        <p:spPr>
          <a:xfrm xmlns:a="http://schemas.openxmlformats.org/drawingml/2006/main">
            <a:off x="933450" y="3105150"/>
            <a:ext cx="4752975" cy="2124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1725" b="0">
                <a:solidFill>
                  <a:srgbClr val="6C655F"/>
                </a:solidFill>
              </a:defRPr>
            </a:defPPr>
            <a:lvl1pPr>
              <a:defRPr sz="1725" b="0">
                <a:solidFill>
                  <a:srgbClr val="6C655F"/>
                </a:solidFill>
              </a:defRPr>
            </a:lvl1pPr>
            <a:lvl2pPr>
              <a:defRPr sz="1725" b="0">
                <a:solidFill>
                  <a:srgbClr val="6C655F"/>
                </a:solidFill>
              </a:defRPr>
            </a:lvl2pPr>
            <a:lvl3pPr>
              <a:defRPr sz="1725" b="0">
                <a:solidFill>
                  <a:srgbClr val="6C655F"/>
                </a:solidFill>
              </a:defRPr>
            </a:lvl3pPr>
            <a:lvl4pPr>
              <a:defRPr sz="1725" b="0">
                <a:solidFill>
                  <a:srgbClr val="6C655F"/>
                </a:solidFill>
              </a:defRPr>
            </a:lvl4pPr>
            <a:lvl5pPr>
              <a:defRPr sz="1725" b="0">
                <a:solidFill>
                  <a:srgbClr val="6C655F"/>
                </a:solidFill>
              </a:defRPr>
            </a:lvl5pPr>
            <a:lvl6pPr>
              <a:defRPr sz="1725" b="0">
                <a:solidFill>
                  <a:srgbClr val="6C655F"/>
                </a:solidFill>
              </a:defRPr>
            </a:lvl6pPr>
            <a:lvl7pPr>
              <a:defRPr sz="1725" b="0">
                <a:solidFill>
                  <a:srgbClr val="6C655F"/>
                </a:solidFill>
              </a:defRPr>
            </a:lvl7pPr>
            <a:lvl8pPr>
              <a:defRPr sz="1725" b="0">
                <a:solidFill>
                  <a:srgbClr val="6C655F"/>
                </a:solidFill>
              </a:defRPr>
            </a:lvl8pPr>
            <a:lvl9pPr>
              <a:defRPr sz="1725" b="0">
                <a:solidFill>
                  <a:srgbClr val="6C655F"/>
                </a:solidFill>
              </a:defRPr>
            </a:lvl9pPr>
          </a:lstStyle>
          <a:p xmlns:a="http://schemas.openxmlformats.org/drawingml/2006/main">
            <a:pPr>
              <a:defRPr sz="1725" b="0">
                <a:solidFill>
                  <a:srgbClr val="6C655F"/>
                </a:solidFill>
              </a:defRPr>
            </a:pPr>
            <a:r>
              <a:rPr sz="1725" b="0">
                <a:solidFill>
                  <a:srgbClr val="6C655F"/>
                </a:solidFill>
              </a:rPr>
              <a:t>Discover the registered agent</a:t>
            </a:r>
          </a:p>
          <a:p xmlns:a="http://schemas.openxmlformats.org/drawingml/2006/main">
            <a:r>
              <a:t/>
            </a:r>
          </a:p>
          <a:p xmlns:a="http://schemas.openxmlformats.org/drawingml/2006/main">
            <a:pPr>
              <a:defRPr sz="1725" b="0">
                <a:solidFill>
                  <a:srgbClr val="6C655F"/>
                </a:solidFill>
              </a:defRPr>
            </a:pPr>
            <a:r>
              <a:rPr sz="1725" b="0">
                <a:solidFill>
                  <a:srgbClr val="6C655F"/>
                </a:solidFill>
              </a:rPr>
              <a:t>Test scope and cited answers</a:t>
            </a:r>
          </a:p>
          <a:p xmlns:a="http://schemas.openxmlformats.org/drawingml/2006/main">
            <a:r>
              <a:t/>
            </a:r>
          </a:p>
          <a:p xmlns:a="http://schemas.openxmlformats.org/drawingml/2006/main">
            <a:pPr>
              <a:defRPr sz="1725" b="0">
                <a:solidFill>
                  <a:srgbClr val="6C655F"/>
                </a:solidFill>
              </a:defRPr>
            </a:pPr>
            <a:r>
              <a:rPr sz="1725" b="0">
                <a:solidFill>
                  <a:srgbClr val="6C655F"/>
                </a:solidFill>
              </a:rPr>
              <a:t>Use deployed runtime permissions</a:t>
            </a:r>
          </a:p>
        </p:txBody>
      </p:sp>
      <p:sp>
        <p:nvSpPr>
          <p:cNvPr id="14" name="">
            <a:extLst xmlns:a="http://schemas.openxmlformats.org/drawingml/2006/main">
              <a:ext uri="{FF2B5EF4-FFF2-40B4-BE49-F238E27FC236}">
                <a16:creationId xmlns:a16="http://schemas.microsoft.com/office/drawing/2014/main" id="{BB44781A-6A3B-420B-AC1E-A3BEAC42A48D}"/>
              </a:ext>
            </a:extLst>
          </p:cNvPr>
          <p:cNvSpPr>
            <a:spLocks xmlns:a="http://schemas.openxmlformats.org/drawingml/2006/main" noGrp="1"/>
          </p:cNvSpPr>
          <p:nvPr/>
        </p:nvSpPr>
        <p:spPr>
          <a:xfrm xmlns:a="http://schemas.openxmlformats.org/drawingml/2006/main">
            <a:off x="6334125" y="2562225"/>
            <a:ext cx="5095875" cy="2743200"/>
          </a:xfrm>
          <a:prstGeom xmlns:a="http://schemas.openxmlformats.org/drawingml/2006/main" prst="roundRect">
            <a:avLst>
              <a:gd name="adj" fmla="val 2778"/>
            </a:avLst>
          </a:prstGeom>
          <a:solidFill xmlns:a="http://schemas.openxmlformats.org/drawingml/2006/main">
            <a:srgbClr val="FFFFFF"/>
          </a:solidFill>
          <a:ln xmlns:a="http://schemas.openxmlformats.org/drawingml/2006/main" w="9525">
            <a:solidFill>
              <a:srgbClr val="D9D3CC"/>
            </a:solidFill>
            <a:prstDash val="solid"/>
          </a:ln>
        </p:spPr>
      </p:sp>
      <p:sp>
        <p:nvSpPr>
          <p:cNvPr id="15" name="">
            <a:extLst xmlns:a="http://schemas.openxmlformats.org/drawingml/2006/main">
              <a:ext uri="{FF2B5EF4-FFF2-40B4-BE49-F238E27FC236}">
                <a16:creationId xmlns:a16="http://schemas.microsoft.com/office/drawing/2014/main" id="{3E46B500-585C-4E0C-AC4B-748EC3538F06}"/>
              </a:ext>
            </a:extLst>
          </p:cNvPr>
          <p:cNvSpPr>
            <a:spLocks xmlns:a="http://schemas.openxmlformats.org/drawingml/2006/main" noGrp="1"/>
          </p:cNvSpPr>
          <p:nvPr/>
        </p:nvSpPr>
        <p:spPr>
          <a:xfrm xmlns:a="http://schemas.openxmlformats.org/drawingml/2006/main">
            <a:off x="6334125" y="2676525"/>
            <a:ext cx="38100" cy="2514600"/>
          </a:xfrm>
          <a:prstGeom xmlns:a="http://schemas.openxmlformats.org/drawingml/2006/main" prst="rect">
            <a:avLst/>
          </a:prstGeom>
          <a:solidFill xmlns:a="http://schemas.openxmlformats.org/drawingml/2006/main">
            <a:srgbClr val="C74634"/>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45AD35DE-614D-42F2-863D-806567F28D73}"/>
              </a:ext>
            </a:extLst>
          </p:cNvPr>
          <p:cNvSpPr>
            <a:spLocks xmlns:a="http://schemas.openxmlformats.org/drawingml/2006/main" noGrp="1"/>
          </p:cNvSpPr>
          <p:nvPr/>
        </p:nvSpPr>
        <p:spPr>
          <a:xfrm xmlns:a="http://schemas.openxmlformats.org/drawingml/2006/main">
            <a:off x="6505575" y="2705100"/>
            <a:ext cx="47529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1950" b="1">
                <a:solidFill>
                  <a:srgbClr val="312D2A"/>
                </a:solidFill>
              </a:defRPr>
            </a:defPPr>
            <a:lvl1pPr>
              <a:defRPr sz="1950" b="1">
                <a:solidFill>
                  <a:srgbClr val="312D2A"/>
                </a:solidFill>
              </a:defRPr>
            </a:lvl1pPr>
            <a:lvl2pPr>
              <a:defRPr sz="1950" b="1">
                <a:solidFill>
                  <a:srgbClr val="312D2A"/>
                </a:solidFill>
              </a:defRPr>
            </a:lvl2pPr>
            <a:lvl3pPr>
              <a:defRPr sz="1950" b="1">
                <a:solidFill>
                  <a:srgbClr val="312D2A"/>
                </a:solidFill>
              </a:defRPr>
            </a:lvl3pPr>
            <a:lvl4pPr>
              <a:defRPr sz="1950" b="1">
                <a:solidFill>
                  <a:srgbClr val="312D2A"/>
                </a:solidFill>
              </a:defRPr>
            </a:lvl4pPr>
            <a:lvl5pPr>
              <a:defRPr sz="1950" b="1">
                <a:solidFill>
                  <a:srgbClr val="312D2A"/>
                </a:solidFill>
              </a:defRPr>
            </a:lvl5pPr>
            <a:lvl6pPr>
              <a:defRPr sz="1950" b="1">
                <a:solidFill>
                  <a:srgbClr val="312D2A"/>
                </a:solidFill>
              </a:defRPr>
            </a:lvl6pPr>
            <a:lvl7pPr>
              <a:defRPr sz="1950" b="1">
                <a:solidFill>
                  <a:srgbClr val="312D2A"/>
                </a:solidFill>
              </a:defRPr>
            </a:lvl7pPr>
            <a:lvl8pPr>
              <a:defRPr sz="1950" b="1">
                <a:solidFill>
                  <a:srgbClr val="312D2A"/>
                </a:solidFill>
              </a:defRPr>
            </a:lvl8pPr>
            <a:lvl9pPr>
              <a:defRPr sz="1950" b="1">
                <a:solidFill>
                  <a:srgbClr val="312D2A"/>
                </a:solidFill>
              </a:defRPr>
            </a:lvl9pPr>
          </a:lstStyle>
          <a:p xmlns:a="http://schemas.openxmlformats.org/drawingml/2006/main">
            <a:pPr>
              <a:defRPr sz="1950" b="1">
                <a:solidFill>
                  <a:srgbClr val="312D2A"/>
                </a:solidFill>
              </a:defRPr>
            </a:pPr>
            <a:r>
              <a:rPr sz="1950" b="1">
                <a:solidFill>
                  <a:srgbClr val="312D2A"/>
                </a:solidFill>
              </a:rPr>
              <a:t>STREAMLIT COPILOT</a:t>
            </a:r>
          </a:p>
        </p:txBody>
      </p:sp>
      <p:sp>
        <p:nvSpPr>
          <p:cNvPr id="17" name="">
            <a:extLst xmlns:a="http://schemas.openxmlformats.org/drawingml/2006/main">
              <a:ext uri="{FF2B5EF4-FFF2-40B4-BE49-F238E27FC236}">
                <a16:creationId xmlns:a16="http://schemas.microsoft.com/office/drawing/2014/main" id="{915E6380-A3AC-445F-8E52-DEC0CEF57B39}"/>
              </a:ext>
            </a:extLst>
          </p:cNvPr>
          <p:cNvSpPr>
            <a:spLocks xmlns:a="http://schemas.openxmlformats.org/drawingml/2006/main" noGrp="1"/>
          </p:cNvSpPr>
          <p:nvPr/>
        </p:nvSpPr>
        <p:spPr>
          <a:xfrm xmlns:a="http://schemas.openxmlformats.org/drawingml/2006/main">
            <a:off x="6505575" y="3105150"/>
            <a:ext cx="4752975" cy="2124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1725" b="0">
                <a:solidFill>
                  <a:srgbClr val="6C655F"/>
                </a:solidFill>
              </a:defRPr>
            </a:defPPr>
            <a:lvl1pPr>
              <a:defRPr sz="1725" b="0">
                <a:solidFill>
                  <a:srgbClr val="6C655F"/>
                </a:solidFill>
              </a:defRPr>
            </a:lvl1pPr>
            <a:lvl2pPr>
              <a:defRPr sz="1725" b="0">
                <a:solidFill>
                  <a:srgbClr val="6C655F"/>
                </a:solidFill>
              </a:defRPr>
            </a:lvl2pPr>
            <a:lvl3pPr>
              <a:defRPr sz="1725" b="0">
                <a:solidFill>
                  <a:srgbClr val="6C655F"/>
                </a:solidFill>
              </a:defRPr>
            </a:lvl3pPr>
            <a:lvl4pPr>
              <a:defRPr sz="1725" b="0">
                <a:solidFill>
                  <a:srgbClr val="6C655F"/>
                </a:solidFill>
              </a:defRPr>
            </a:lvl4pPr>
            <a:lvl5pPr>
              <a:defRPr sz="1725" b="0">
                <a:solidFill>
                  <a:srgbClr val="6C655F"/>
                </a:solidFill>
              </a:defRPr>
            </a:lvl5pPr>
            <a:lvl6pPr>
              <a:defRPr sz="1725" b="0">
                <a:solidFill>
                  <a:srgbClr val="6C655F"/>
                </a:solidFill>
              </a:defRPr>
            </a:lvl6pPr>
            <a:lvl7pPr>
              <a:defRPr sz="1725" b="0">
                <a:solidFill>
                  <a:srgbClr val="6C655F"/>
                </a:solidFill>
              </a:defRPr>
            </a:lvl7pPr>
            <a:lvl8pPr>
              <a:defRPr sz="1725" b="0">
                <a:solidFill>
                  <a:srgbClr val="6C655F"/>
                </a:solidFill>
              </a:defRPr>
            </a:lvl8pPr>
            <a:lvl9pPr>
              <a:defRPr sz="1725" b="0">
                <a:solidFill>
                  <a:srgbClr val="6C655F"/>
                </a:solidFill>
              </a:defRPr>
            </a:lvl9pPr>
          </a:lstStyle>
          <a:p xmlns:a="http://schemas.openxmlformats.org/drawingml/2006/main">
            <a:pPr>
              <a:defRPr sz="1725" b="0">
                <a:solidFill>
                  <a:srgbClr val="6C655F"/>
                </a:solidFill>
              </a:defRPr>
            </a:pPr>
            <a:r>
              <a:rPr sz="1725" b="0">
                <a:solidFill>
                  <a:srgbClr val="6C655F"/>
                </a:solidFill>
              </a:rPr>
              <a:t>AIDP A2A + OCI or OAuth</a:t>
            </a:r>
          </a:p>
          <a:p xmlns:a="http://schemas.openxmlformats.org/drawingml/2006/main">
            <a:r>
              <a:t/>
            </a:r>
          </a:p>
          <a:p xmlns:a="http://schemas.openxmlformats.org/drawingml/2006/main">
            <a:pPr>
              <a:defRPr sz="1725" b="0">
                <a:solidFill>
                  <a:srgbClr val="6C655F"/>
                </a:solidFill>
              </a:defRPr>
            </a:pPr>
            <a:r>
              <a:rPr sz="1725" b="0">
                <a:solidFill>
                  <a:srgbClr val="6C655F"/>
                </a:solidFill>
              </a:rPr>
              <a:t>Independent PAF provider adapter</a:t>
            </a:r>
          </a:p>
          <a:p xmlns:a="http://schemas.openxmlformats.org/drawingml/2006/main">
            <a:r>
              <a:t/>
            </a:r>
          </a:p>
          <a:p xmlns:a="http://schemas.openxmlformats.org/drawingml/2006/main">
            <a:pPr>
              <a:defRPr sz="1725" b="0">
                <a:solidFill>
                  <a:srgbClr val="6C655F"/>
                </a:solidFill>
              </a:defRPr>
            </a:pPr>
            <a:r>
              <a:rPr sz="1725" b="0">
                <a:solidFill>
                  <a:srgbClr val="6C655F"/>
                </a:solidFill>
              </a:rPr>
              <a:t>Customer branding + title override</a:t>
            </a:r>
          </a:p>
        </p:txBody>
      </p:sp>
      <p:sp>
        <p:nvSpPr>
          <p:cNvPr id="18" name="">
            <a:extLst xmlns:a="http://schemas.openxmlformats.org/drawingml/2006/main">
              <a:ext uri="{FF2B5EF4-FFF2-40B4-BE49-F238E27FC236}">
                <a16:creationId xmlns:a16="http://schemas.microsoft.com/office/drawing/2014/main" id="{592F3813-4217-47BB-9C7A-E9B8ED3B9366}"/>
              </a:ext>
            </a:extLst>
          </p:cNvPr>
          <p:cNvSpPr>
            <a:spLocks xmlns:a="http://schemas.openxmlformats.org/drawingml/2006/main" noGrp="1"/>
          </p:cNvSpPr>
          <p:nvPr/>
        </p:nvSpPr>
        <p:spPr>
          <a:xfrm xmlns:a="http://schemas.openxmlformats.org/drawingml/2006/main">
            <a:off x="762000" y="5638800"/>
            <a:ext cx="106680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1350" b="0">
                <a:solidFill>
                  <a:srgbClr val="6C655F"/>
                </a:solidFill>
              </a:defRPr>
            </a:defPPr>
            <a:lvl1pPr>
              <a:defRPr sz="1350" b="0">
                <a:solidFill>
                  <a:srgbClr val="6C655F"/>
                </a:solidFill>
              </a:defRPr>
            </a:lvl1pPr>
            <a:lvl2pPr>
              <a:defRPr sz="1350" b="0">
                <a:solidFill>
                  <a:srgbClr val="6C655F"/>
                </a:solidFill>
              </a:defRPr>
            </a:lvl2pPr>
            <a:lvl3pPr>
              <a:defRPr sz="1350" b="0">
                <a:solidFill>
                  <a:srgbClr val="6C655F"/>
                </a:solidFill>
              </a:defRPr>
            </a:lvl3pPr>
            <a:lvl4pPr>
              <a:defRPr sz="1350" b="0">
                <a:solidFill>
                  <a:srgbClr val="6C655F"/>
                </a:solidFill>
              </a:defRPr>
            </a:lvl4pPr>
            <a:lvl5pPr>
              <a:defRPr sz="1350" b="0">
                <a:solidFill>
                  <a:srgbClr val="6C655F"/>
                </a:solidFill>
              </a:defRPr>
            </a:lvl5pPr>
            <a:lvl6pPr>
              <a:defRPr sz="1350" b="0">
                <a:solidFill>
                  <a:srgbClr val="6C655F"/>
                </a:solidFill>
              </a:defRPr>
            </a:lvl6pPr>
            <a:lvl7pPr>
              <a:defRPr sz="1350" b="0">
                <a:solidFill>
                  <a:srgbClr val="6C655F"/>
                </a:solidFill>
              </a:defRPr>
            </a:lvl7pPr>
            <a:lvl8pPr>
              <a:defRPr sz="1350" b="0">
                <a:solidFill>
                  <a:srgbClr val="6C655F"/>
                </a:solidFill>
              </a:defRPr>
            </a:lvl8pPr>
            <a:lvl9pPr>
              <a:defRPr sz="1350" b="0">
                <a:solidFill>
                  <a:srgbClr val="6C655F"/>
                </a:solidFill>
              </a:defRPr>
            </a:lvl9pPr>
          </a:lstStyle>
          <a:p xmlns:a="http://schemas.openxmlformats.org/drawingml/2006/main">
            <a:pPr>
              <a:defRPr sz="1350" b="0">
                <a:solidFill>
                  <a:srgbClr val="6C655F"/>
                </a:solidFill>
              </a:defRPr>
            </a:pPr>
            <a:r>
              <a:rPr sz="1350" b="0">
                <a:solidFill>
                  <a:srgbClr val="6C655F"/>
                </a:solidFill>
              </a:rPr>
              <a:t>Transport and a SQL response were verified historically. Fresh hosted hybrid evidence reconciliation remains required.</a:t>
            </a:r>
          </a:p>
        </p:txBody>
      </p:sp>
    </p:spTree>
    <p:extLst>
      <p:ext uri="{BB962C8B-B14F-4D97-AF65-F5344CB8AC3E}">
        <p14:creationId xmlns:p14="http://schemas.microsoft.com/office/powerpoint/2010/main" val="1472413447"/>
      </p:ext>
    </p:extLst>
  </p:cSld>
</p:sld>
</file>

<file path=ppt/slides/slide9.xml><?xml version="1.0" encoding="utf-8"?>
<p:sld xmlns:p="http://schemas.openxmlformats.org/presentationml/2006/main">
  <p:cSld>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0502DF93-7B71-4F78-A08F-3B9F1EEC0C3B}"/>
              </a:ext>
            </a:extLst>
          </p:cNvPr>
          <p:cNvSpPr>
            <a:spLocks xmlns:a="http://schemas.openxmlformats.org/drawingml/2006/main" noGrp="1"/>
          </p:cNvSpPr>
          <p:nvPr>
            <p:ph type="title" idx="0"/>
          </p:nvPr>
        </p:nvSpPr>
        <p:spPr/>
        <p:txBody>
          <a:bodyPr xmlns:a="http://schemas.openxmlformats.org/drawingml/2006/main" wrap="square"/>
          <a:lstStyle xmlns:a="http://schemas.openxmlformats.org/drawingml/2006/main"/>
          <a:p xmlns:a="http://schemas.openxmlformats.org/drawingml/2006/main">
            <a:pPr>
              <a:buNone/>
              <a:defRPr>
                <a:solidFill>
                  <a:srgbClr val="1F2933"/>
                </a:solidFill>
              </a:defRPr>
            </a:pPr>
            <a:r>
              <a:rPr>
                <a:solidFill>
                  <a:srgbClr val="1F2933"/>
                </a:solidFill>
              </a:rPr>
              <a:t>Build the evidence before claiming the outcome</a:t>
            </a:r>
          </a:p>
        </p:txBody>
      </p:sp>
      <p:sp>
        <p:nvSpPr>
          <p:cNvPr id="5" name="TextBox 4">
            <a:extLst xmlns:a="http://schemas.openxmlformats.org/drawingml/2006/main">
              <a:ext uri="{FF2B5EF4-FFF2-40B4-BE49-F238E27FC236}">
                <a16:creationId xmlns:a16="http://schemas.microsoft.com/office/drawing/2014/main" id="{8FBCDBD7-0995-4C82-98CE-E2129CB88638}"/>
              </a:ext>
            </a:extLst>
          </p:cNvPr>
          <p:cNvSpPr>
            <a:spLocks xmlns:a="http://schemas.openxmlformats.org/drawingml/2006/main" noGrp="1"/>
          </p:cNvSpPr>
          <p:nvPr/>
        </p:nvSpPr>
        <p:spPr>
          <a:xfrm xmlns:a="http://schemas.openxmlformats.org/drawingml/2006/main">
            <a:off x="1124712" y="6428232"/>
            <a:ext cx="9326880" cy="219456"/>
          </a:xfrm>
          <a:prstGeom xmlns:a="http://schemas.openxmlformats.org/drawingml/2006/main" prst="rect">
            <a:avLst/>
          </a:prstGeom>
          <a:noFill xmlns:a="http://schemas.openxmlformats.org/drawingml/2006/main"/>
        </p:spPr>
        <p:txBody>
          <a:bodyPr xmlns:a="http://schemas.openxmlformats.org/drawingml/2006/main" wrap="none" lIns="0" tIns="0" rIns="0" bIns="0" anchor="ctr">
            <a:spAutoFit/>
          </a:bodyPr>
          <a:lstStyle xmlns:a="http://schemas.openxmlformats.org/drawingml/2006/main"/>
          <a:p xmlns:a="http://schemas.openxmlformats.org/drawingml/2006/main">
            <a:pPr>
              <a:buNone/>
              <a:defRPr sz="900">
                <a:solidFill>
                  <a:srgbClr val="666666"/>
                </a:solidFill>
              </a:defRPr>
            </a:pPr>
            <a:r>
              <a:t>Abhijit Khuperkar | Reference implementation</a:t>
            </a:r>
          </a:p>
        </p:txBody>
      </p:sp>
      <p:sp>
        <p:nvSpPr>
          <p:cNvPr id="6" name="TextBox 5">
            <a:extLst xmlns:a="http://schemas.openxmlformats.org/drawingml/2006/main">
              <a:ext uri="{FF2B5EF4-FFF2-40B4-BE49-F238E27FC236}">
                <a16:creationId xmlns:a16="http://schemas.microsoft.com/office/drawing/2014/main" id="{AC1172E1-5E80-4CE8-BE89-BECC443D7A54}"/>
              </a:ext>
            </a:extLst>
          </p:cNvPr>
          <p:cNvSpPr>
            <a:spLocks xmlns:a="http://schemas.openxmlformats.org/drawingml/2006/main" noGrp="1"/>
          </p:cNvSpPr>
          <p:nvPr/>
        </p:nvSpPr>
        <p:spPr>
          <a:xfrm xmlns:a="http://schemas.openxmlformats.org/drawingml/2006/main">
            <a:off x="758952" y="6428232"/>
            <a:ext cx="274320" cy="219456"/>
          </a:xfrm>
          <a:prstGeom xmlns:a="http://schemas.openxmlformats.org/drawingml/2006/main" prst="rect">
            <a:avLst/>
          </a:prstGeom>
          <a:noFill xmlns:a="http://schemas.openxmlformats.org/drawingml/2006/main"/>
        </p:spPr>
        <p:txBody>
          <a:bodyPr xmlns:a="http://schemas.openxmlformats.org/drawingml/2006/main" wrap="none" lIns="0" tIns="0" rIns="0" bIns="0" anchor="ctr">
            <a:spAutoFit/>
          </a:bodyPr>
          <a:lstStyle xmlns:a="http://schemas.openxmlformats.org/drawingml/2006/main"/>
          <a:p xmlns:a="http://schemas.openxmlformats.org/drawingml/2006/main">
            <a:pPr>
              <a:buNone/>
              <a:defRPr sz="900">
                <a:solidFill>
                  <a:srgbClr val="666666"/>
                </a:solidFill>
              </a:defRPr>
            </a:pPr>
            <a:r>
              <a:t>9</a:t>
            </a:r>
          </a:p>
        </p:txBody>
      </p:sp>
      <p:sp>
        <p:nvSpPr>
          <p:cNvPr id="7" name="">
            <a:extLst xmlns:a="http://schemas.openxmlformats.org/drawingml/2006/main">
              <a:ext uri="{FF2B5EF4-FFF2-40B4-BE49-F238E27FC236}">
                <a16:creationId xmlns:a16="http://schemas.microsoft.com/office/drawing/2014/main" id="{A7DDC10A-EE7E-422D-A88E-4732810D7C37}"/>
              </a:ext>
            </a:extLst>
          </p:cNvPr>
          <p:cNvSpPr>
            <a:spLocks xmlns:a="http://schemas.openxmlformats.org/drawingml/2006/main" noGrp="1"/>
          </p:cNvSpPr>
          <p:nvPr/>
        </p:nvSpPr>
        <p:spPr>
          <a:xfrm xmlns:a="http://schemas.openxmlformats.org/drawingml/2006/main">
            <a:off x="666750" y="1524000"/>
            <a:ext cx="10858500" cy="4762500"/>
          </a:xfrm>
          <a:prstGeom xmlns:a="http://schemas.openxmlformats.org/drawingml/2006/main" prst="rect">
            <a:avLst/>
          </a:prstGeom>
          <a:solidFill xmlns:a="http://schemas.openxmlformats.org/drawingml/2006/main">
            <a:srgbClr val="FBF9F8"/>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A44E034D-DCE9-4882-A285-EEDA589C978F}"/>
              </a:ext>
            </a:extLst>
          </p:cNvPr>
          <p:cNvSpPr>
            <a:spLocks xmlns:a="http://schemas.openxmlformats.org/drawingml/2006/main" noGrp="1"/>
          </p:cNvSpPr>
          <p:nvPr/>
        </p:nvSpPr>
        <p:spPr>
          <a:xfrm xmlns:a="http://schemas.openxmlformats.org/drawingml/2006/main">
            <a:off x="762000" y="1657350"/>
            <a:ext cx="10668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1725" b="0">
                <a:solidFill>
                  <a:srgbClr val="6C655F"/>
                </a:solidFill>
              </a:defRPr>
            </a:defPPr>
            <a:lvl1pPr>
              <a:defRPr sz="1725" b="0">
                <a:solidFill>
                  <a:srgbClr val="6C655F"/>
                </a:solidFill>
              </a:defRPr>
            </a:lvl1pPr>
            <a:lvl2pPr>
              <a:defRPr sz="1725" b="0">
                <a:solidFill>
                  <a:srgbClr val="6C655F"/>
                </a:solidFill>
              </a:defRPr>
            </a:lvl2pPr>
            <a:lvl3pPr>
              <a:defRPr sz="1725" b="0">
                <a:solidFill>
                  <a:srgbClr val="6C655F"/>
                </a:solidFill>
              </a:defRPr>
            </a:lvl3pPr>
            <a:lvl4pPr>
              <a:defRPr sz="1725" b="0">
                <a:solidFill>
                  <a:srgbClr val="6C655F"/>
                </a:solidFill>
              </a:defRPr>
            </a:lvl4pPr>
            <a:lvl5pPr>
              <a:defRPr sz="1725" b="0">
                <a:solidFill>
                  <a:srgbClr val="6C655F"/>
                </a:solidFill>
              </a:defRPr>
            </a:lvl5pPr>
            <a:lvl6pPr>
              <a:defRPr sz="1725" b="0">
                <a:solidFill>
                  <a:srgbClr val="6C655F"/>
                </a:solidFill>
              </a:defRPr>
            </a:lvl6pPr>
            <a:lvl7pPr>
              <a:defRPr sz="1725" b="0">
                <a:solidFill>
                  <a:srgbClr val="6C655F"/>
                </a:solidFill>
              </a:defRPr>
            </a:lvl7pPr>
            <a:lvl8pPr>
              <a:defRPr sz="1725" b="0">
                <a:solidFill>
                  <a:srgbClr val="6C655F"/>
                </a:solidFill>
              </a:defRPr>
            </a:lvl8pPr>
            <a:lvl9pPr>
              <a:defRPr sz="1725" b="0">
                <a:solidFill>
                  <a:srgbClr val="6C655F"/>
                </a:solidFill>
              </a:defRPr>
            </a:lvl9pPr>
          </a:lstStyle>
          <a:p xmlns:a="http://schemas.openxmlformats.org/drawingml/2006/main">
            <a:pPr>
              <a:defRPr sz="1725" b="0">
                <a:solidFill>
                  <a:srgbClr val="6C655F"/>
                </a:solidFill>
              </a:defRPr>
            </a:pPr>
            <a:r>
              <a:rPr sz="1725" b="0">
                <a:solidFill>
                  <a:srgbClr val="6C655F"/>
                </a:solidFill>
              </a:rPr>
              <a:t>A reproducible path for a focused customer validation</a:t>
            </a:r>
          </a:p>
        </p:txBody>
      </p:sp>
      <p:sp>
        <p:nvSpPr>
          <p:cNvPr id="9" name="">
            <a:extLst xmlns:a="http://schemas.openxmlformats.org/drawingml/2006/main">
              <a:ext uri="{FF2B5EF4-FFF2-40B4-BE49-F238E27FC236}">
                <a16:creationId xmlns:a16="http://schemas.microsoft.com/office/drawing/2014/main" id="{30C0786F-A781-48B8-88CD-0A0770612F90}"/>
              </a:ext>
            </a:extLst>
          </p:cNvPr>
          <p:cNvSpPr>
            <a:spLocks xmlns:a="http://schemas.openxmlformats.org/drawingml/2006/main" noGrp="1"/>
          </p:cNvSpPr>
          <p:nvPr/>
        </p:nvSpPr>
        <p:spPr>
          <a:xfrm xmlns:a="http://schemas.openxmlformats.org/drawingml/2006/main">
            <a:off x="762000" y="2619375"/>
            <a:ext cx="1905000" cy="2190750"/>
          </a:xfrm>
          <a:prstGeom xmlns:a="http://schemas.openxmlformats.org/drawingml/2006/main" prst="roundRect">
            <a:avLst>
              <a:gd name="adj" fmla="val 4000"/>
            </a:avLst>
          </a:prstGeom>
          <a:solidFill xmlns:a="http://schemas.openxmlformats.org/drawingml/2006/main">
            <a:srgbClr val="F7F5F1"/>
          </a:solidFill>
          <a:ln xmlns:a="http://schemas.openxmlformats.org/drawingml/2006/main" w="9525">
            <a:solidFill>
              <a:srgbClr val="D9D3CC"/>
            </a:solidFill>
            <a:prstDash val="solid"/>
          </a:ln>
        </p:spPr>
      </p:sp>
      <p:sp>
        <p:nvSpPr>
          <p:cNvPr id="10" name="">
            <a:extLst xmlns:a="http://schemas.openxmlformats.org/drawingml/2006/main">
              <a:ext uri="{FF2B5EF4-FFF2-40B4-BE49-F238E27FC236}">
                <a16:creationId xmlns:a16="http://schemas.microsoft.com/office/drawing/2014/main" id="{67DFCC63-1557-4811-A356-5177F62B2D1F}"/>
              </a:ext>
            </a:extLst>
          </p:cNvPr>
          <p:cNvSpPr>
            <a:spLocks xmlns:a="http://schemas.openxmlformats.org/drawingml/2006/main" noGrp="1"/>
          </p:cNvSpPr>
          <p:nvPr/>
        </p:nvSpPr>
        <p:spPr>
          <a:xfrm xmlns:a="http://schemas.openxmlformats.org/drawingml/2006/main">
            <a:off x="933450" y="2828925"/>
            <a:ext cx="15621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1500" b="1">
                <a:solidFill>
                  <a:srgbClr val="C74634"/>
                </a:solidFill>
              </a:defRPr>
            </a:defPPr>
            <a:lvl1pPr>
              <a:defRPr sz="1500" b="1">
                <a:solidFill>
                  <a:srgbClr val="C74634"/>
                </a:solidFill>
              </a:defRPr>
            </a:lvl1pPr>
            <a:lvl2pPr>
              <a:defRPr sz="1500" b="1">
                <a:solidFill>
                  <a:srgbClr val="C74634"/>
                </a:solidFill>
              </a:defRPr>
            </a:lvl2pPr>
            <a:lvl3pPr>
              <a:defRPr sz="1500" b="1">
                <a:solidFill>
                  <a:srgbClr val="C74634"/>
                </a:solidFill>
              </a:defRPr>
            </a:lvl3pPr>
            <a:lvl4pPr>
              <a:defRPr sz="1500" b="1">
                <a:solidFill>
                  <a:srgbClr val="C74634"/>
                </a:solidFill>
              </a:defRPr>
            </a:lvl4pPr>
            <a:lvl5pPr>
              <a:defRPr sz="1500" b="1">
                <a:solidFill>
                  <a:srgbClr val="C74634"/>
                </a:solidFill>
              </a:defRPr>
            </a:lvl5pPr>
            <a:lvl6pPr>
              <a:defRPr sz="1500" b="1">
                <a:solidFill>
                  <a:srgbClr val="C74634"/>
                </a:solidFill>
              </a:defRPr>
            </a:lvl6pPr>
            <a:lvl7pPr>
              <a:defRPr sz="1500" b="1">
                <a:solidFill>
                  <a:srgbClr val="C74634"/>
                </a:solidFill>
              </a:defRPr>
            </a:lvl7pPr>
            <a:lvl8pPr>
              <a:defRPr sz="1500" b="1">
                <a:solidFill>
                  <a:srgbClr val="C74634"/>
                </a:solidFill>
              </a:defRPr>
            </a:lvl8pPr>
            <a:lvl9pPr>
              <a:defRPr sz="1500" b="1">
                <a:solidFill>
                  <a:srgbClr val="C74634"/>
                </a:solidFill>
              </a:defRPr>
            </a:lvl9pPr>
          </a:lstStyle>
          <a:p xmlns:a="http://schemas.openxmlformats.org/drawingml/2006/main">
            <a:pPr>
              <a:defRPr sz="1500" b="1">
                <a:solidFill>
                  <a:srgbClr val="C74634"/>
                </a:solidFill>
              </a:defRPr>
            </a:pPr>
            <a:r>
              <a:rPr sz="1500" b="1">
                <a:solidFill>
                  <a:srgbClr val="C74634"/>
                </a:solidFill>
              </a:rPr>
              <a:t>01</a:t>
            </a:r>
          </a:p>
        </p:txBody>
      </p:sp>
      <p:sp>
        <p:nvSpPr>
          <p:cNvPr id="11" name="">
            <a:extLst xmlns:a="http://schemas.openxmlformats.org/drawingml/2006/main">
              <a:ext uri="{FF2B5EF4-FFF2-40B4-BE49-F238E27FC236}">
                <a16:creationId xmlns:a16="http://schemas.microsoft.com/office/drawing/2014/main" id="{E4CE0AD8-1AAF-49EF-9319-AA22DE4205D5}"/>
              </a:ext>
            </a:extLst>
          </p:cNvPr>
          <p:cNvSpPr>
            <a:spLocks xmlns:a="http://schemas.openxmlformats.org/drawingml/2006/main" noGrp="1"/>
          </p:cNvSpPr>
          <p:nvPr/>
        </p:nvSpPr>
        <p:spPr>
          <a:xfrm xmlns:a="http://schemas.openxmlformats.org/drawingml/2006/main">
            <a:off x="933450" y="3324225"/>
            <a:ext cx="15811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1875" b="1">
                <a:solidFill>
                  <a:srgbClr val="312D2A"/>
                </a:solidFill>
              </a:defRPr>
            </a:defPPr>
            <a:lvl1pPr>
              <a:defRPr sz="1875" b="1">
                <a:solidFill>
                  <a:srgbClr val="312D2A"/>
                </a:solidFill>
              </a:defRPr>
            </a:lvl1pPr>
            <a:lvl2pPr>
              <a:defRPr sz="1875" b="1">
                <a:solidFill>
                  <a:srgbClr val="312D2A"/>
                </a:solidFill>
              </a:defRPr>
            </a:lvl2pPr>
            <a:lvl3pPr>
              <a:defRPr sz="1875" b="1">
                <a:solidFill>
                  <a:srgbClr val="312D2A"/>
                </a:solidFill>
              </a:defRPr>
            </a:lvl3pPr>
            <a:lvl4pPr>
              <a:defRPr sz="1875" b="1">
                <a:solidFill>
                  <a:srgbClr val="312D2A"/>
                </a:solidFill>
              </a:defRPr>
            </a:lvl4pPr>
            <a:lvl5pPr>
              <a:defRPr sz="1875" b="1">
                <a:solidFill>
                  <a:srgbClr val="312D2A"/>
                </a:solidFill>
              </a:defRPr>
            </a:lvl5pPr>
            <a:lvl6pPr>
              <a:defRPr sz="1875" b="1">
                <a:solidFill>
                  <a:srgbClr val="312D2A"/>
                </a:solidFill>
              </a:defRPr>
            </a:lvl6pPr>
            <a:lvl7pPr>
              <a:defRPr sz="1875" b="1">
                <a:solidFill>
                  <a:srgbClr val="312D2A"/>
                </a:solidFill>
              </a:defRPr>
            </a:lvl7pPr>
            <a:lvl8pPr>
              <a:defRPr sz="1875" b="1">
                <a:solidFill>
                  <a:srgbClr val="312D2A"/>
                </a:solidFill>
              </a:defRPr>
            </a:lvl8pPr>
            <a:lvl9pPr>
              <a:defRPr sz="1875" b="1">
                <a:solidFill>
                  <a:srgbClr val="312D2A"/>
                </a:solidFill>
              </a:defRPr>
            </a:lvl9pPr>
          </a:lstStyle>
          <a:p xmlns:a="http://schemas.openxmlformats.org/drawingml/2006/main">
            <a:pPr>
              <a:defRPr sz="1875" b="1">
                <a:solidFill>
                  <a:srgbClr val="312D2A"/>
                </a:solidFill>
              </a:defRPr>
            </a:pPr>
            <a:r>
              <a:rPr sz="1875" b="1">
                <a:solidFill>
                  <a:srgbClr val="312D2A"/>
                </a:solidFill>
              </a:rPr>
              <a:t>Curate</a:t>
            </a:r>
          </a:p>
        </p:txBody>
      </p:sp>
      <p:sp>
        <p:nvSpPr>
          <p:cNvPr id="12" name="">
            <a:extLst xmlns:a="http://schemas.openxmlformats.org/drawingml/2006/main">
              <a:ext uri="{FF2B5EF4-FFF2-40B4-BE49-F238E27FC236}">
                <a16:creationId xmlns:a16="http://schemas.microsoft.com/office/drawing/2014/main" id="{4C270A4B-689F-493D-85E8-569934943C07}"/>
              </a:ext>
            </a:extLst>
          </p:cNvPr>
          <p:cNvSpPr>
            <a:spLocks xmlns:a="http://schemas.openxmlformats.org/drawingml/2006/main" noGrp="1"/>
          </p:cNvSpPr>
          <p:nvPr/>
        </p:nvSpPr>
        <p:spPr>
          <a:xfrm xmlns:a="http://schemas.openxmlformats.org/drawingml/2006/main">
            <a:off x="933450" y="3895725"/>
            <a:ext cx="15811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1650" b="0">
                <a:solidFill>
                  <a:srgbClr val="6C655F"/>
                </a:solidFill>
              </a:defRPr>
            </a:defPPr>
            <a:lvl1pPr>
              <a:defRPr sz="1650" b="0">
                <a:solidFill>
                  <a:srgbClr val="6C655F"/>
                </a:solidFill>
              </a:defRPr>
            </a:lvl1pPr>
            <a:lvl2pPr>
              <a:defRPr sz="1650" b="0">
                <a:solidFill>
                  <a:srgbClr val="6C655F"/>
                </a:solidFill>
              </a:defRPr>
            </a:lvl2pPr>
            <a:lvl3pPr>
              <a:defRPr sz="1650" b="0">
                <a:solidFill>
                  <a:srgbClr val="6C655F"/>
                </a:solidFill>
              </a:defRPr>
            </a:lvl3pPr>
            <a:lvl4pPr>
              <a:defRPr sz="1650" b="0">
                <a:solidFill>
                  <a:srgbClr val="6C655F"/>
                </a:solidFill>
              </a:defRPr>
            </a:lvl4pPr>
            <a:lvl5pPr>
              <a:defRPr sz="1650" b="0">
                <a:solidFill>
                  <a:srgbClr val="6C655F"/>
                </a:solidFill>
              </a:defRPr>
            </a:lvl5pPr>
            <a:lvl6pPr>
              <a:defRPr sz="1650" b="0">
                <a:solidFill>
                  <a:srgbClr val="6C655F"/>
                </a:solidFill>
              </a:defRPr>
            </a:lvl6pPr>
            <a:lvl7pPr>
              <a:defRPr sz="1650" b="0">
                <a:solidFill>
                  <a:srgbClr val="6C655F"/>
                </a:solidFill>
              </a:defRPr>
            </a:lvl7pPr>
            <a:lvl8pPr>
              <a:defRPr sz="1650" b="0">
                <a:solidFill>
                  <a:srgbClr val="6C655F"/>
                </a:solidFill>
              </a:defRPr>
            </a:lvl8pPr>
            <a:lvl9pPr>
              <a:defRPr sz="1650" b="0">
                <a:solidFill>
                  <a:srgbClr val="6C655F"/>
                </a:solidFill>
              </a:defRPr>
            </a:lvl9pPr>
          </a:lstStyle>
          <a:p xmlns:a="http://schemas.openxmlformats.org/drawingml/2006/main">
            <a:pPr>
              <a:defRPr sz="1650" b="0">
                <a:solidFill>
                  <a:srgbClr val="6C655F"/>
                </a:solidFill>
              </a:defRPr>
            </a:pPr>
            <a:r>
              <a:rPr sz="1650" b="0">
                <a:solidFill>
                  <a:srgbClr val="6C655F"/>
                </a:solidFill>
              </a:rPr>
              <a:t>Grain and</a:t>
            </a:r>
          </a:p>
          <a:p xmlns:a="http://schemas.openxmlformats.org/drawingml/2006/main">
            <a:pPr>
              <a:defRPr sz="1650" b="0">
                <a:solidFill>
                  <a:srgbClr val="6C655F"/>
                </a:solidFill>
              </a:defRPr>
            </a:pPr>
            <a:r>
              <a:rPr sz="1650" b="0">
                <a:solidFill>
                  <a:srgbClr val="6C655F"/>
                </a:solidFill>
              </a:rPr>
              <a:t>definitions</a:t>
            </a:r>
          </a:p>
        </p:txBody>
      </p:sp>
      <p:sp>
        <p:nvSpPr>
          <p:cNvPr id="13" name="">
            <a:extLst xmlns:a="http://schemas.openxmlformats.org/drawingml/2006/main">
              <a:ext uri="{FF2B5EF4-FFF2-40B4-BE49-F238E27FC236}">
                <a16:creationId xmlns:a16="http://schemas.microsoft.com/office/drawing/2014/main" id="{CEF73376-0FF3-4B24-A482-422AED071971}"/>
              </a:ext>
            </a:extLst>
          </p:cNvPr>
          <p:cNvSpPr>
            <a:spLocks xmlns:a="http://schemas.openxmlformats.org/drawingml/2006/main" noGrp="1"/>
          </p:cNvSpPr>
          <p:nvPr/>
        </p:nvSpPr>
        <p:spPr>
          <a:xfrm xmlns:a="http://schemas.openxmlformats.org/drawingml/2006/main">
            <a:off x="2952750" y="2619375"/>
            <a:ext cx="1905000" cy="2190750"/>
          </a:xfrm>
          <a:prstGeom xmlns:a="http://schemas.openxmlformats.org/drawingml/2006/main" prst="roundRect">
            <a:avLst>
              <a:gd name="adj" fmla="val 4000"/>
            </a:avLst>
          </a:prstGeom>
          <a:solidFill xmlns:a="http://schemas.openxmlformats.org/drawingml/2006/main">
            <a:srgbClr val="F7F5F1"/>
          </a:solidFill>
          <a:ln xmlns:a="http://schemas.openxmlformats.org/drawingml/2006/main" w="9525">
            <a:solidFill>
              <a:srgbClr val="D9D3CC"/>
            </a:solidFill>
            <a:prstDash val="solid"/>
          </a:ln>
        </p:spPr>
      </p:sp>
      <p:sp>
        <p:nvSpPr>
          <p:cNvPr id="14" name="">
            <a:extLst xmlns:a="http://schemas.openxmlformats.org/drawingml/2006/main">
              <a:ext uri="{FF2B5EF4-FFF2-40B4-BE49-F238E27FC236}">
                <a16:creationId xmlns:a16="http://schemas.microsoft.com/office/drawing/2014/main" id="{DCF5B2CC-EB7B-43CD-9F55-14CEE5781AF5}"/>
              </a:ext>
            </a:extLst>
          </p:cNvPr>
          <p:cNvSpPr>
            <a:spLocks xmlns:a="http://schemas.openxmlformats.org/drawingml/2006/main" noGrp="1"/>
          </p:cNvSpPr>
          <p:nvPr/>
        </p:nvSpPr>
        <p:spPr>
          <a:xfrm xmlns:a="http://schemas.openxmlformats.org/drawingml/2006/main">
            <a:off x="3124200" y="2828925"/>
            <a:ext cx="15621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1500" b="1">
                <a:solidFill>
                  <a:srgbClr val="C74634"/>
                </a:solidFill>
              </a:defRPr>
            </a:defPPr>
            <a:lvl1pPr>
              <a:defRPr sz="1500" b="1">
                <a:solidFill>
                  <a:srgbClr val="C74634"/>
                </a:solidFill>
              </a:defRPr>
            </a:lvl1pPr>
            <a:lvl2pPr>
              <a:defRPr sz="1500" b="1">
                <a:solidFill>
                  <a:srgbClr val="C74634"/>
                </a:solidFill>
              </a:defRPr>
            </a:lvl2pPr>
            <a:lvl3pPr>
              <a:defRPr sz="1500" b="1">
                <a:solidFill>
                  <a:srgbClr val="C74634"/>
                </a:solidFill>
              </a:defRPr>
            </a:lvl3pPr>
            <a:lvl4pPr>
              <a:defRPr sz="1500" b="1">
                <a:solidFill>
                  <a:srgbClr val="C74634"/>
                </a:solidFill>
              </a:defRPr>
            </a:lvl4pPr>
            <a:lvl5pPr>
              <a:defRPr sz="1500" b="1">
                <a:solidFill>
                  <a:srgbClr val="C74634"/>
                </a:solidFill>
              </a:defRPr>
            </a:lvl5pPr>
            <a:lvl6pPr>
              <a:defRPr sz="1500" b="1">
                <a:solidFill>
                  <a:srgbClr val="C74634"/>
                </a:solidFill>
              </a:defRPr>
            </a:lvl6pPr>
            <a:lvl7pPr>
              <a:defRPr sz="1500" b="1">
                <a:solidFill>
                  <a:srgbClr val="C74634"/>
                </a:solidFill>
              </a:defRPr>
            </a:lvl7pPr>
            <a:lvl8pPr>
              <a:defRPr sz="1500" b="1">
                <a:solidFill>
                  <a:srgbClr val="C74634"/>
                </a:solidFill>
              </a:defRPr>
            </a:lvl8pPr>
            <a:lvl9pPr>
              <a:defRPr sz="1500" b="1">
                <a:solidFill>
                  <a:srgbClr val="C74634"/>
                </a:solidFill>
              </a:defRPr>
            </a:lvl9pPr>
          </a:lstStyle>
          <a:p xmlns:a="http://schemas.openxmlformats.org/drawingml/2006/main">
            <a:pPr>
              <a:defRPr sz="1500" b="1">
                <a:solidFill>
                  <a:srgbClr val="C74634"/>
                </a:solidFill>
              </a:defRPr>
            </a:pPr>
            <a:r>
              <a:rPr sz="1500" b="1">
                <a:solidFill>
                  <a:srgbClr val="C74634"/>
                </a:solidFill>
              </a:rPr>
              <a:t>02</a:t>
            </a:r>
          </a:p>
        </p:txBody>
      </p:sp>
      <p:sp>
        <p:nvSpPr>
          <p:cNvPr id="15" name="">
            <a:extLst xmlns:a="http://schemas.openxmlformats.org/drawingml/2006/main">
              <a:ext uri="{FF2B5EF4-FFF2-40B4-BE49-F238E27FC236}">
                <a16:creationId xmlns:a16="http://schemas.microsoft.com/office/drawing/2014/main" id="{2DBDA4CC-BA52-4776-B2D8-F159E01AF573}"/>
              </a:ext>
            </a:extLst>
          </p:cNvPr>
          <p:cNvSpPr>
            <a:spLocks xmlns:a="http://schemas.openxmlformats.org/drawingml/2006/main" noGrp="1"/>
          </p:cNvSpPr>
          <p:nvPr/>
        </p:nvSpPr>
        <p:spPr>
          <a:xfrm xmlns:a="http://schemas.openxmlformats.org/drawingml/2006/main">
            <a:off x="3124200" y="3324225"/>
            <a:ext cx="15811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1875" b="1">
                <a:solidFill>
                  <a:srgbClr val="312D2A"/>
                </a:solidFill>
              </a:defRPr>
            </a:defPPr>
            <a:lvl1pPr>
              <a:defRPr sz="1875" b="1">
                <a:solidFill>
                  <a:srgbClr val="312D2A"/>
                </a:solidFill>
              </a:defRPr>
            </a:lvl1pPr>
            <a:lvl2pPr>
              <a:defRPr sz="1875" b="1">
                <a:solidFill>
                  <a:srgbClr val="312D2A"/>
                </a:solidFill>
              </a:defRPr>
            </a:lvl2pPr>
            <a:lvl3pPr>
              <a:defRPr sz="1875" b="1">
                <a:solidFill>
                  <a:srgbClr val="312D2A"/>
                </a:solidFill>
              </a:defRPr>
            </a:lvl3pPr>
            <a:lvl4pPr>
              <a:defRPr sz="1875" b="1">
                <a:solidFill>
                  <a:srgbClr val="312D2A"/>
                </a:solidFill>
              </a:defRPr>
            </a:lvl4pPr>
            <a:lvl5pPr>
              <a:defRPr sz="1875" b="1">
                <a:solidFill>
                  <a:srgbClr val="312D2A"/>
                </a:solidFill>
              </a:defRPr>
            </a:lvl5pPr>
            <a:lvl6pPr>
              <a:defRPr sz="1875" b="1">
                <a:solidFill>
                  <a:srgbClr val="312D2A"/>
                </a:solidFill>
              </a:defRPr>
            </a:lvl6pPr>
            <a:lvl7pPr>
              <a:defRPr sz="1875" b="1">
                <a:solidFill>
                  <a:srgbClr val="312D2A"/>
                </a:solidFill>
              </a:defRPr>
            </a:lvl7pPr>
            <a:lvl8pPr>
              <a:defRPr sz="1875" b="1">
                <a:solidFill>
                  <a:srgbClr val="312D2A"/>
                </a:solidFill>
              </a:defRPr>
            </a:lvl8pPr>
            <a:lvl9pPr>
              <a:defRPr sz="1875" b="1">
                <a:solidFill>
                  <a:srgbClr val="312D2A"/>
                </a:solidFill>
              </a:defRPr>
            </a:lvl9pPr>
          </a:lstStyle>
          <a:p xmlns:a="http://schemas.openxmlformats.org/drawingml/2006/main">
            <a:pPr>
              <a:defRPr sz="1875" b="1">
                <a:solidFill>
                  <a:srgbClr val="312D2A"/>
                </a:solidFill>
              </a:defRPr>
            </a:pPr>
            <a:r>
              <a:rPr sz="1875" b="1">
                <a:solidFill>
                  <a:srgbClr val="312D2A"/>
                </a:solidFill>
              </a:rPr>
              <a:t>Publish</a:t>
            </a:r>
          </a:p>
        </p:txBody>
      </p:sp>
      <p:sp>
        <p:nvSpPr>
          <p:cNvPr id="16" name="">
            <a:extLst xmlns:a="http://schemas.openxmlformats.org/drawingml/2006/main">
              <a:ext uri="{FF2B5EF4-FFF2-40B4-BE49-F238E27FC236}">
                <a16:creationId xmlns:a16="http://schemas.microsoft.com/office/drawing/2014/main" id="{36EE7653-7A0F-424D-AB5E-3D8AB6BBC6E8}"/>
              </a:ext>
            </a:extLst>
          </p:cNvPr>
          <p:cNvSpPr>
            <a:spLocks xmlns:a="http://schemas.openxmlformats.org/drawingml/2006/main" noGrp="1"/>
          </p:cNvSpPr>
          <p:nvPr/>
        </p:nvSpPr>
        <p:spPr>
          <a:xfrm xmlns:a="http://schemas.openxmlformats.org/drawingml/2006/main">
            <a:off x="3124200" y="3895725"/>
            <a:ext cx="15811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1650" b="0">
                <a:solidFill>
                  <a:srgbClr val="6C655F"/>
                </a:solidFill>
              </a:defRPr>
            </a:defPPr>
            <a:lvl1pPr>
              <a:defRPr sz="1650" b="0">
                <a:solidFill>
                  <a:srgbClr val="6C655F"/>
                </a:solidFill>
              </a:defRPr>
            </a:lvl1pPr>
            <a:lvl2pPr>
              <a:defRPr sz="1650" b="0">
                <a:solidFill>
                  <a:srgbClr val="6C655F"/>
                </a:solidFill>
              </a:defRPr>
            </a:lvl2pPr>
            <a:lvl3pPr>
              <a:defRPr sz="1650" b="0">
                <a:solidFill>
                  <a:srgbClr val="6C655F"/>
                </a:solidFill>
              </a:defRPr>
            </a:lvl3pPr>
            <a:lvl4pPr>
              <a:defRPr sz="1650" b="0">
                <a:solidFill>
                  <a:srgbClr val="6C655F"/>
                </a:solidFill>
              </a:defRPr>
            </a:lvl4pPr>
            <a:lvl5pPr>
              <a:defRPr sz="1650" b="0">
                <a:solidFill>
                  <a:srgbClr val="6C655F"/>
                </a:solidFill>
              </a:defRPr>
            </a:lvl5pPr>
            <a:lvl6pPr>
              <a:defRPr sz="1650" b="0">
                <a:solidFill>
                  <a:srgbClr val="6C655F"/>
                </a:solidFill>
              </a:defRPr>
            </a:lvl6pPr>
            <a:lvl7pPr>
              <a:defRPr sz="1650" b="0">
                <a:solidFill>
                  <a:srgbClr val="6C655F"/>
                </a:solidFill>
              </a:defRPr>
            </a:lvl7pPr>
            <a:lvl8pPr>
              <a:defRPr sz="1650" b="0">
                <a:solidFill>
                  <a:srgbClr val="6C655F"/>
                </a:solidFill>
              </a:defRPr>
            </a:lvl8pPr>
            <a:lvl9pPr>
              <a:defRPr sz="1650" b="0">
                <a:solidFill>
                  <a:srgbClr val="6C655F"/>
                </a:solidFill>
              </a:defRPr>
            </a:lvl9pPr>
          </a:lstStyle>
          <a:p xmlns:a="http://schemas.openxmlformats.org/drawingml/2006/main">
            <a:pPr>
              <a:defRPr sz="1650" b="0">
                <a:solidFill>
                  <a:srgbClr val="6C655F"/>
                </a:solidFill>
              </a:defRPr>
            </a:pPr>
            <a:r>
              <a:rPr sz="1650" b="0">
                <a:solidFill>
                  <a:srgbClr val="6C655F"/>
                </a:solidFill>
              </a:rPr>
              <a:t>Gold row</a:t>
            </a:r>
          </a:p>
          <a:p xmlns:a="http://schemas.openxmlformats.org/drawingml/2006/main">
            <a:pPr>
              <a:defRPr sz="1650" b="0">
                <a:solidFill>
                  <a:srgbClr val="6C655F"/>
                </a:solidFill>
              </a:defRPr>
            </a:pPr>
            <a:r>
              <a:rPr sz="1650" b="0">
                <a:solidFill>
                  <a:srgbClr val="6C655F"/>
                </a:solidFill>
              </a:rPr>
              <a:t>reconciliation</a:t>
            </a:r>
          </a:p>
        </p:txBody>
      </p:sp>
      <p:sp>
        <p:nvSpPr>
          <p:cNvPr id="17" name="">
            <a:extLst xmlns:a="http://schemas.openxmlformats.org/drawingml/2006/main">
              <a:ext uri="{FF2B5EF4-FFF2-40B4-BE49-F238E27FC236}">
                <a16:creationId xmlns:a16="http://schemas.microsoft.com/office/drawing/2014/main" id="{FA2BF7A2-8D3A-4ECB-B8D1-F58AAB93E9E8}"/>
              </a:ext>
            </a:extLst>
          </p:cNvPr>
          <p:cNvSpPr>
            <a:spLocks xmlns:a="http://schemas.openxmlformats.org/drawingml/2006/main" noGrp="1"/>
          </p:cNvSpPr>
          <p:nvPr/>
        </p:nvSpPr>
        <p:spPr>
          <a:xfrm xmlns:a="http://schemas.openxmlformats.org/drawingml/2006/main">
            <a:off x="5143500" y="2619375"/>
            <a:ext cx="1905000" cy="2190750"/>
          </a:xfrm>
          <a:prstGeom xmlns:a="http://schemas.openxmlformats.org/drawingml/2006/main" prst="roundRect">
            <a:avLst>
              <a:gd name="adj" fmla="val 4000"/>
            </a:avLst>
          </a:prstGeom>
          <a:solidFill xmlns:a="http://schemas.openxmlformats.org/drawingml/2006/main">
            <a:srgbClr val="F7F5F1"/>
          </a:solidFill>
          <a:ln xmlns:a="http://schemas.openxmlformats.org/drawingml/2006/main" w="9525">
            <a:solidFill>
              <a:srgbClr val="D9D3CC"/>
            </a:solidFill>
            <a:prstDash val="solid"/>
          </a:ln>
        </p:spPr>
      </p:sp>
      <p:sp>
        <p:nvSpPr>
          <p:cNvPr id="18" name="">
            <a:extLst xmlns:a="http://schemas.openxmlformats.org/drawingml/2006/main">
              <a:ext uri="{FF2B5EF4-FFF2-40B4-BE49-F238E27FC236}">
                <a16:creationId xmlns:a16="http://schemas.microsoft.com/office/drawing/2014/main" id="{23199262-1BBB-469A-A6AB-1BD289BF1A7A}"/>
              </a:ext>
            </a:extLst>
          </p:cNvPr>
          <p:cNvSpPr>
            <a:spLocks xmlns:a="http://schemas.openxmlformats.org/drawingml/2006/main" noGrp="1"/>
          </p:cNvSpPr>
          <p:nvPr/>
        </p:nvSpPr>
        <p:spPr>
          <a:xfrm xmlns:a="http://schemas.openxmlformats.org/drawingml/2006/main">
            <a:off x="5314950" y="2828925"/>
            <a:ext cx="15621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1500" b="1">
                <a:solidFill>
                  <a:srgbClr val="C74634"/>
                </a:solidFill>
              </a:defRPr>
            </a:defPPr>
            <a:lvl1pPr>
              <a:defRPr sz="1500" b="1">
                <a:solidFill>
                  <a:srgbClr val="C74634"/>
                </a:solidFill>
              </a:defRPr>
            </a:lvl1pPr>
            <a:lvl2pPr>
              <a:defRPr sz="1500" b="1">
                <a:solidFill>
                  <a:srgbClr val="C74634"/>
                </a:solidFill>
              </a:defRPr>
            </a:lvl2pPr>
            <a:lvl3pPr>
              <a:defRPr sz="1500" b="1">
                <a:solidFill>
                  <a:srgbClr val="C74634"/>
                </a:solidFill>
              </a:defRPr>
            </a:lvl3pPr>
            <a:lvl4pPr>
              <a:defRPr sz="1500" b="1">
                <a:solidFill>
                  <a:srgbClr val="C74634"/>
                </a:solidFill>
              </a:defRPr>
            </a:lvl4pPr>
            <a:lvl5pPr>
              <a:defRPr sz="1500" b="1">
                <a:solidFill>
                  <a:srgbClr val="C74634"/>
                </a:solidFill>
              </a:defRPr>
            </a:lvl5pPr>
            <a:lvl6pPr>
              <a:defRPr sz="1500" b="1">
                <a:solidFill>
                  <a:srgbClr val="C74634"/>
                </a:solidFill>
              </a:defRPr>
            </a:lvl6pPr>
            <a:lvl7pPr>
              <a:defRPr sz="1500" b="1">
                <a:solidFill>
                  <a:srgbClr val="C74634"/>
                </a:solidFill>
              </a:defRPr>
            </a:lvl7pPr>
            <a:lvl8pPr>
              <a:defRPr sz="1500" b="1">
                <a:solidFill>
                  <a:srgbClr val="C74634"/>
                </a:solidFill>
              </a:defRPr>
            </a:lvl8pPr>
            <a:lvl9pPr>
              <a:defRPr sz="1500" b="1">
                <a:solidFill>
                  <a:srgbClr val="C74634"/>
                </a:solidFill>
              </a:defRPr>
            </a:lvl9pPr>
          </a:lstStyle>
          <a:p xmlns:a="http://schemas.openxmlformats.org/drawingml/2006/main">
            <a:pPr>
              <a:defRPr sz="1500" b="1">
                <a:solidFill>
                  <a:srgbClr val="C74634"/>
                </a:solidFill>
              </a:defRPr>
            </a:pPr>
            <a:r>
              <a:rPr sz="1500" b="1">
                <a:solidFill>
                  <a:srgbClr val="C74634"/>
                </a:solidFill>
              </a:rPr>
              <a:t>03</a:t>
            </a:r>
          </a:p>
        </p:txBody>
      </p:sp>
      <p:sp>
        <p:nvSpPr>
          <p:cNvPr id="19" name="">
            <a:extLst xmlns:a="http://schemas.openxmlformats.org/drawingml/2006/main">
              <a:ext uri="{FF2B5EF4-FFF2-40B4-BE49-F238E27FC236}">
                <a16:creationId xmlns:a16="http://schemas.microsoft.com/office/drawing/2014/main" id="{B0A92D6F-5CEC-4B48-80D5-F6B0C4E64A79}"/>
              </a:ext>
            </a:extLst>
          </p:cNvPr>
          <p:cNvSpPr>
            <a:spLocks xmlns:a="http://schemas.openxmlformats.org/drawingml/2006/main" noGrp="1"/>
          </p:cNvSpPr>
          <p:nvPr/>
        </p:nvSpPr>
        <p:spPr>
          <a:xfrm xmlns:a="http://schemas.openxmlformats.org/drawingml/2006/main">
            <a:off x="5314950" y="3324225"/>
            <a:ext cx="15811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1875" b="1">
                <a:solidFill>
                  <a:srgbClr val="312D2A"/>
                </a:solidFill>
              </a:defRPr>
            </a:defPPr>
            <a:lvl1pPr>
              <a:defRPr sz="1875" b="1">
                <a:solidFill>
                  <a:srgbClr val="312D2A"/>
                </a:solidFill>
              </a:defRPr>
            </a:lvl1pPr>
            <a:lvl2pPr>
              <a:defRPr sz="1875" b="1">
                <a:solidFill>
                  <a:srgbClr val="312D2A"/>
                </a:solidFill>
              </a:defRPr>
            </a:lvl2pPr>
            <a:lvl3pPr>
              <a:defRPr sz="1875" b="1">
                <a:solidFill>
                  <a:srgbClr val="312D2A"/>
                </a:solidFill>
              </a:defRPr>
            </a:lvl3pPr>
            <a:lvl4pPr>
              <a:defRPr sz="1875" b="1">
                <a:solidFill>
                  <a:srgbClr val="312D2A"/>
                </a:solidFill>
              </a:defRPr>
            </a:lvl4pPr>
            <a:lvl5pPr>
              <a:defRPr sz="1875" b="1">
                <a:solidFill>
                  <a:srgbClr val="312D2A"/>
                </a:solidFill>
              </a:defRPr>
            </a:lvl5pPr>
            <a:lvl6pPr>
              <a:defRPr sz="1875" b="1">
                <a:solidFill>
                  <a:srgbClr val="312D2A"/>
                </a:solidFill>
              </a:defRPr>
            </a:lvl6pPr>
            <a:lvl7pPr>
              <a:defRPr sz="1875" b="1">
                <a:solidFill>
                  <a:srgbClr val="312D2A"/>
                </a:solidFill>
              </a:defRPr>
            </a:lvl7pPr>
            <a:lvl8pPr>
              <a:defRPr sz="1875" b="1">
                <a:solidFill>
                  <a:srgbClr val="312D2A"/>
                </a:solidFill>
              </a:defRPr>
            </a:lvl8pPr>
            <a:lvl9pPr>
              <a:defRPr sz="1875" b="1">
                <a:solidFill>
                  <a:srgbClr val="312D2A"/>
                </a:solidFill>
              </a:defRPr>
            </a:lvl9pPr>
          </a:lstStyle>
          <a:p xmlns:a="http://schemas.openxmlformats.org/drawingml/2006/main">
            <a:pPr>
              <a:defRPr sz="1875" b="1">
                <a:solidFill>
                  <a:srgbClr val="312D2A"/>
                </a:solidFill>
              </a:defRPr>
            </a:pPr>
            <a:r>
              <a:rPr sz="1875" b="1">
                <a:solidFill>
                  <a:srgbClr val="312D2A"/>
                </a:solidFill>
              </a:rPr>
              <a:t>Visualize</a:t>
            </a:r>
          </a:p>
        </p:txBody>
      </p:sp>
      <p:sp>
        <p:nvSpPr>
          <p:cNvPr id="20" name="">
            <a:extLst xmlns:a="http://schemas.openxmlformats.org/drawingml/2006/main">
              <a:ext uri="{FF2B5EF4-FFF2-40B4-BE49-F238E27FC236}">
                <a16:creationId xmlns:a16="http://schemas.microsoft.com/office/drawing/2014/main" id="{AA29021F-0858-4706-BA90-1D16B037615C}"/>
              </a:ext>
            </a:extLst>
          </p:cNvPr>
          <p:cNvSpPr>
            <a:spLocks xmlns:a="http://schemas.openxmlformats.org/drawingml/2006/main" noGrp="1"/>
          </p:cNvSpPr>
          <p:nvPr/>
        </p:nvSpPr>
        <p:spPr>
          <a:xfrm xmlns:a="http://schemas.openxmlformats.org/drawingml/2006/main">
            <a:off x="5314950" y="3895725"/>
            <a:ext cx="15811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1650" b="0">
                <a:solidFill>
                  <a:srgbClr val="6C655F"/>
                </a:solidFill>
              </a:defRPr>
            </a:defPPr>
            <a:lvl1pPr>
              <a:defRPr sz="1650" b="0">
                <a:solidFill>
                  <a:srgbClr val="6C655F"/>
                </a:solidFill>
              </a:defRPr>
            </a:lvl1pPr>
            <a:lvl2pPr>
              <a:defRPr sz="1650" b="0">
                <a:solidFill>
                  <a:srgbClr val="6C655F"/>
                </a:solidFill>
              </a:defRPr>
            </a:lvl2pPr>
            <a:lvl3pPr>
              <a:defRPr sz="1650" b="0">
                <a:solidFill>
                  <a:srgbClr val="6C655F"/>
                </a:solidFill>
              </a:defRPr>
            </a:lvl3pPr>
            <a:lvl4pPr>
              <a:defRPr sz="1650" b="0">
                <a:solidFill>
                  <a:srgbClr val="6C655F"/>
                </a:solidFill>
              </a:defRPr>
            </a:lvl4pPr>
            <a:lvl5pPr>
              <a:defRPr sz="1650" b="0">
                <a:solidFill>
                  <a:srgbClr val="6C655F"/>
                </a:solidFill>
              </a:defRPr>
            </a:lvl5pPr>
            <a:lvl6pPr>
              <a:defRPr sz="1650" b="0">
                <a:solidFill>
                  <a:srgbClr val="6C655F"/>
                </a:solidFill>
              </a:defRPr>
            </a:lvl6pPr>
            <a:lvl7pPr>
              <a:defRPr sz="1650" b="0">
                <a:solidFill>
                  <a:srgbClr val="6C655F"/>
                </a:solidFill>
              </a:defRPr>
            </a:lvl7pPr>
            <a:lvl8pPr>
              <a:defRPr sz="1650" b="0">
                <a:solidFill>
                  <a:srgbClr val="6C655F"/>
                </a:solidFill>
              </a:defRPr>
            </a:lvl8pPr>
            <a:lvl9pPr>
              <a:defRPr sz="1650" b="0">
                <a:solidFill>
                  <a:srgbClr val="6C655F"/>
                </a:solidFill>
              </a:defRPr>
            </a:lvl9pPr>
          </a:lstStyle>
          <a:p xmlns:a="http://schemas.openxmlformats.org/drawingml/2006/main">
            <a:pPr>
              <a:defRPr sz="1650" b="0">
                <a:solidFill>
                  <a:srgbClr val="6C655F"/>
                </a:solidFill>
              </a:defRPr>
            </a:pPr>
            <a:r>
              <a:rPr sz="1650" b="0">
                <a:solidFill>
                  <a:srgbClr val="6C655F"/>
                </a:solidFill>
              </a:rPr>
              <a:t>Filters and</a:t>
            </a:r>
          </a:p>
          <a:p xmlns:a="http://schemas.openxmlformats.org/drawingml/2006/main">
            <a:pPr>
              <a:defRPr sz="1650" b="0">
                <a:solidFill>
                  <a:srgbClr val="6C655F"/>
                </a:solidFill>
              </a:defRPr>
            </a:pPr>
            <a:r>
              <a:rPr sz="1650" b="0">
                <a:solidFill>
                  <a:srgbClr val="6C655F"/>
                </a:solidFill>
              </a:rPr>
              <a:t>measures</a:t>
            </a:r>
          </a:p>
        </p:txBody>
      </p:sp>
      <p:sp>
        <p:nvSpPr>
          <p:cNvPr id="21" name="">
            <a:extLst xmlns:a="http://schemas.openxmlformats.org/drawingml/2006/main">
              <a:ext uri="{FF2B5EF4-FFF2-40B4-BE49-F238E27FC236}">
                <a16:creationId xmlns:a16="http://schemas.microsoft.com/office/drawing/2014/main" id="{4726B7E9-2675-4788-A419-7BD05C0E9DA5}"/>
              </a:ext>
            </a:extLst>
          </p:cNvPr>
          <p:cNvSpPr>
            <a:spLocks xmlns:a="http://schemas.openxmlformats.org/drawingml/2006/main" noGrp="1"/>
          </p:cNvSpPr>
          <p:nvPr/>
        </p:nvSpPr>
        <p:spPr>
          <a:xfrm xmlns:a="http://schemas.openxmlformats.org/drawingml/2006/main">
            <a:off x="7334250" y="2619375"/>
            <a:ext cx="1905000" cy="2190750"/>
          </a:xfrm>
          <a:prstGeom xmlns:a="http://schemas.openxmlformats.org/drawingml/2006/main" prst="roundRect">
            <a:avLst>
              <a:gd name="adj" fmla="val 4000"/>
            </a:avLst>
          </a:prstGeom>
          <a:solidFill xmlns:a="http://schemas.openxmlformats.org/drawingml/2006/main">
            <a:srgbClr val="F7F5F1"/>
          </a:solidFill>
          <a:ln xmlns:a="http://schemas.openxmlformats.org/drawingml/2006/main" w="9525">
            <a:solidFill>
              <a:srgbClr val="D9D3CC"/>
            </a:solidFill>
            <a:prstDash val="solid"/>
          </a:ln>
        </p:spPr>
      </p:sp>
      <p:sp>
        <p:nvSpPr>
          <p:cNvPr id="22" name="">
            <a:extLst xmlns:a="http://schemas.openxmlformats.org/drawingml/2006/main">
              <a:ext uri="{FF2B5EF4-FFF2-40B4-BE49-F238E27FC236}">
                <a16:creationId xmlns:a16="http://schemas.microsoft.com/office/drawing/2014/main" id="{25222DCA-C347-40FE-B01A-D485189F454E}"/>
              </a:ext>
            </a:extLst>
          </p:cNvPr>
          <p:cNvSpPr>
            <a:spLocks xmlns:a="http://schemas.openxmlformats.org/drawingml/2006/main" noGrp="1"/>
          </p:cNvSpPr>
          <p:nvPr/>
        </p:nvSpPr>
        <p:spPr>
          <a:xfrm xmlns:a="http://schemas.openxmlformats.org/drawingml/2006/main">
            <a:off x="7505700" y="2828925"/>
            <a:ext cx="15621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1500" b="1">
                <a:solidFill>
                  <a:srgbClr val="C74634"/>
                </a:solidFill>
              </a:defRPr>
            </a:defPPr>
            <a:lvl1pPr>
              <a:defRPr sz="1500" b="1">
                <a:solidFill>
                  <a:srgbClr val="C74634"/>
                </a:solidFill>
              </a:defRPr>
            </a:lvl1pPr>
            <a:lvl2pPr>
              <a:defRPr sz="1500" b="1">
                <a:solidFill>
                  <a:srgbClr val="C74634"/>
                </a:solidFill>
              </a:defRPr>
            </a:lvl2pPr>
            <a:lvl3pPr>
              <a:defRPr sz="1500" b="1">
                <a:solidFill>
                  <a:srgbClr val="C74634"/>
                </a:solidFill>
              </a:defRPr>
            </a:lvl3pPr>
            <a:lvl4pPr>
              <a:defRPr sz="1500" b="1">
                <a:solidFill>
                  <a:srgbClr val="C74634"/>
                </a:solidFill>
              </a:defRPr>
            </a:lvl4pPr>
            <a:lvl5pPr>
              <a:defRPr sz="1500" b="1">
                <a:solidFill>
                  <a:srgbClr val="C74634"/>
                </a:solidFill>
              </a:defRPr>
            </a:lvl5pPr>
            <a:lvl6pPr>
              <a:defRPr sz="1500" b="1">
                <a:solidFill>
                  <a:srgbClr val="C74634"/>
                </a:solidFill>
              </a:defRPr>
            </a:lvl6pPr>
            <a:lvl7pPr>
              <a:defRPr sz="1500" b="1">
                <a:solidFill>
                  <a:srgbClr val="C74634"/>
                </a:solidFill>
              </a:defRPr>
            </a:lvl7pPr>
            <a:lvl8pPr>
              <a:defRPr sz="1500" b="1">
                <a:solidFill>
                  <a:srgbClr val="C74634"/>
                </a:solidFill>
              </a:defRPr>
            </a:lvl8pPr>
            <a:lvl9pPr>
              <a:defRPr sz="1500" b="1">
                <a:solidFill>
                  <a:srgbClr val="C74634"/>
                </a:solidFill>
              </a:defRPr>
            </a:lvl9pPr>
          </a:lstStyle>
          <a:p xmlns:a="http://schemas.openxmlformats.org/drawingml/2006/main">
            <a:pPr>
              <a:defRPr sz="1500" b="1">
                <a:solidFill>
                  <a:srgbClr val="C74634"/>
                </a:solidFill>
              </a:defRPr>
            </a:pPr>
            <a:r>
              <a:rPr sz="1500" b="1">
                <a:solidFill>
                  <a:srgbClr val="C74634"/>
                </a:solidFill>
              </a:rPr>
              <a:t>04</a:t>
            </a:r>
          </a:p>
        </p:txBody>
      </p:sp>
      <p:sp>
        <p:nvSpPr>
          <p:cNvPr id="23" name="">
            <a:extLst xmlns:a="http://schemas.openxmlformats.org/drawingml/2006/main">
              <a:ext uri="{FF2B5EF4-FFF2-40B4-BE49-F238E27FC236}">
                <a16:creationId xmlns:a16="http://schemas.microsoft.com/office/drawing/2014/main" id="{E5225B4F-BFDE-4AB1-BBD2-5966D14EAFFA}"/>
              </a:ext>
            </a:extLst>
          </p:cNvPr>
          <p:cNvSpPr>
            <a:spLocks xmlns:a="http://schemas.openxmlformats.org/drawingml/2006/main" noGrp="1"/>
          </p:cNvSpPr>
          <p:nvPr/>
        </p:nvSpPr>
        <p:spPr>
          <a:xfrm xmlns:a="http://schemas.openxmlformats.org/drawingml/2006/main">
            <a:off x="7505700" y="3324225"/>
            <a:ext cx="15811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1875" b="1">
                <a:solidFill>
                  <a:srgbClr val="312D2A"/>
                </a:solidFill>
              </a:defRPr>
            </a:defPPr>
            <a:lvl1pPr>
              <a:defRPr sz="1875" b="1">
                <a:solidFill>
                  <a:srgbClr val="312D2A"/>
                </a:solidFill>
              </a:defRPr>
            </a:lvl1pPr>
            <a:lvl2pPr>
              <a:defRPr sz="1875" b="1">
                <a:solidFill>
                  <a:srgbClr val="312D2A"/>
                </a:solidFill>
              </a:defRPr>
            </a:lvl2pPr>
            <a:lvl3pPr>
              <a:defRPr sz="1875" b="1">
                <a:solidFill>
                  <a:srgbClr val="312D2A"/>
                </a:solidFill>
              </a:defRPr>
            </a:lvl3pPr>
            <a:lvl4pPr>
              <a:defRPr sz="1875" b="1">
                <a:solidFill>
                  <a:srgbClr val="312D2A"/>
                </a:solidFill>
              </a:defRPr>
            </a:lvl4pPr>
            <a:lvl5pPr>
              <a:defRPr sz="1875" b="1">
                <a:solidFill>
                  <a:srgbClr val="312D2A"/>
                </a:solidFill>
              </a:defRPr>
            </a:lvl5pPr>
            <a:lvl6pPr>
              <a:defRPr sz="1875" b="1">
                <a:solidFill>
                  <a:srgbClr val="312D2A"/>
                </a:solidFill>
              </a:defRPr>
            </a:lvl6pPr>
            <a:lvl7pPr>
              <a:defRPr sz="1875" b="1">
                <a:solidFill>
                  <a:srgbClr val="312D2A"/>
                </a:solidFill>
              </a:defRPr>
            </a:lvl7pPr>
            <a:lvl8pPr>
              <a:defRPr sz="1875" b="1">
                <a:solidFill>
                  <a:srgbClr val="312D2A"/>
                </a:solidFill>
              </a:defRPr>
            </a:lvl8pPr>
            <a:lvl9pPr>
              <a:defRPr sz="1875" b="1">
                <a:solidFill>
                  <a:srgbClr val="312D2A"/>
                </a:solidFill>
              </a:defRPr>
            </a:lvl9pPr>
          </a:lstStyle>
          <a:p xmlns:a="http://schemas.openxmlformats.org/drawingml/2006/main">
            <a:pPr>
              <a:defRPr sz="1875" b="1">
                <a:solidFill>
                  <a:srgbClr val="312D2A"/>
                </a:solidFill>
              </a:defRPr>
            </a:pPr>
            <a:r>
              <a:rPr sz="1875" b="1">
                <a:solidFill>
                  <a:srgbClr val="312D2A"/>
                </a:solidFill>
              </a:rPr>
              <a:t>Investigate</a:t>
            </a:r>
          </a:p>
        </p:txBody>
      </p:sp>
      <p:sp>
        <p:nvSpPr>
          <p:cNvPr id="24" name="">
            <a:extLst xmlns:a="http://schemas.openxmlformats.org/drawingml/2006/main">
              <a:ext uri="{FF2B5EF4-FFF2-40B4-BE49-F238E27FC236}">
                <a16:creationId xmlns:a16="http://schemas.microsoft.com/office/drawing/2014/main" id="{6F1F359B-E6F8-4CAF-A889-D584F1640629}"/>
              </a:ext>
            </a:extLst>
          </p:cNvPr>
          <p:cNvSpPr>
            <a:spLocks xmlns:a="http://schemas.openxmlformats.org/drawingml/2006/main" noGrp="1"/>
          </p:cNvSpPr>
          <p:nvPr/>
        </p:nvSpPr>
        <p:spPr>
          <a:xfrm xmlns:a="http://schemas.openxmlformats.org/drawingml/2006/main">
            <a:off x="7505700" y="3895725"/>
            <a:ext cx="15811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1650" b="0">
                <a:solidFill>
                  <a:srgbClr val="6C655F"/>
                </a:solidFill>
              </a:defRPr>
            </a:defPPr>
            <a:lvl1pPr>
              <a:defRPr sz="1650" b="0">
                <a:solidFill>
                  <a:srgbClr val="6C655F"/>
                </a:solidFill>
              </a:defRPr>
            </a:lvl1pPr>
            <a:lvl2pPr>
              <a:defRPr sz="1650" b="0">
                <a:solidFill>
                  <a:srgbClr val="6C655F"/>
                </a:solidFill>
              </a:defRPr>
            </a:lvl2pPr>
            <a:lvl3pPr>
              <a:defRPr sz="1650" b="0">
                <a:solidFill>
                  <a:srgbClr val="6C655F"/>
                </a:solidFill>
              </a:defRPr>
            </a:lvl3pPr>
            <a:lvl4pPr>
              <a:defRPr sz="1650" b="0">
                <a:solidFill>
                  <a:srgbClr val="6C655F"/>
                </a:solidFill>
              </a:defRPr>
            </a:lvl4pPr>
            <a:lvl5pPr>
              <a:defRPr sz="1650" b="0">
                <a:solidFill>
                  <a:srgbClr val="6C655F"/>
                </a:solidFill>
              </a:defRPr>
            </a:lvl5pPr>
            <a:lvl6pPr>
              <a:defRPr sz="1650" b="0">
                <a:solidFill>
                  <a:srgbClr val="6C655F"/>
                </a:solidFill>
              </a:defRPr>
            </a:lvl6pPr>
            <a:lvl7pPr>
              <a:defRPr sz="1650" b="0">
                <a:solidFill>
                  <a:srgbClr val="6C655F"/>
                </a:solidFill>
              </a:defRPr>
            </a:lvl7pPr>
            <a:lvl8pPr>
              <a:defRPr sz="1650" b="0">
                <a:solidFill>
                  <a:srgbClr val="6C655F"/>
                </a:solidFill>
              </a:defRPr>
            </a:lvl8pPr>
            <a:lvl9pPr>
              <a:defRPr sz="1650" b="0">
                <a:solidFill>
                  <a:srgbClr val="6C655F"/>
                </a:solidFill>
              </a:defRPr>
            </a:lvl9pPr>
          </a:lstStyle>
          <a:p xmlns:a="http://schemas.openxmlformats.org/drawingml/2006/main">
            <a:pPr>
              <a:defRPr sz="1650" b="0">
                <a:solidFill>
                  <a:srgbClr val="6C655F"/>
                </a:solidFill>
              </a:defRPr>
            </a:pPr>
            <a:r>
              <a:rPr sz="1650" b="0">
                <a:solidFill>
                  <a:srgbClr val="6C655F"/>
                </a:solidFill>
              </a:rPr>
              <a:t>Cited rows</a:t>
            </a:r>
          </a:p>
          <a:p xmlns:a="http://schemas.openxmlformats.org/drawingml/2006/main">
            <a:pPr>
              <a:defRPr sz="1650" b="0">
                <a:solidFill>
                  <a:srgbClr val="6C655F"/>
                </a:solidFill>
              </a:defRPr>
            </a:pPr>
            <a:r>
              <a:rPr sz="1650" b="0">
                <a:solidFill>
                  <a:srgbClr val="6C655F"/>
                </a:solidFill>
              </a:rPr>
              <a:t>and policy</a:t>
            </a:r>
          </a:p>
        </p:txBody>
      </p:sp>
      <p:sp>
        <p:nvSpPr>
          <p:cNvPr id="25" name="">
            <a:extLst xmlns:a="http://schemas.openxmlformats.org/drawingml/2006/main">
              <a:ext uri="{FF2B5EF4-FFF2-40B4-BE49-F238E27FC236}">
                <a16:creationId xmlns:a16="http://schemas.microsoft.com/office/drawing/2014/main" id="{05F81978-1B36-4964-A015-A39EF9EDC386}"/>
              </a:ext>
            </a:extLst>
          </p:cNvPr>
          <p:cNvSpPr>
            <a:spLocks xmlns:a="http://schemas.openxmlformats.org/drawingml/2006/main" noGrp="1"/>
          </p:cNvSpPr>
          <p:nvPr/>
        </p:nvSpPr>
        <p:spPr>
          <a:xfrm xmlns:a="http://schemas.openxmlformats.org/drawingml/2006/main">
            <a:off x="9525000" y="2619375"/>
            <a:ext cx="1905000" cy="2190750"/>
          </a:xfrm>
          <a:prstGeom xmlns:a="http://schemas.openxmlformats.org/drawingml/2006/main" prst="roundRect">
            <a:avLst>
              <a:gd name="adj" fmla="val 4000"/>
            </a:avLst>
          </a:prstGeom>
          <a:solidFill xmlns:a="http://schemas.openxmlformats.org/drawingml/2006/main">
            <a:srgbClr val="F7F5F1"/>
          </a:solidFill>
          <a:ln xmlns:a="http://schemas.openxmlformats.org/drawingml/2006/main" w="9525">
            <a:solidFill>
              <a:srgbClr val="D9D3CC"/>
            </a:solidFill>
            <a:prstDash val="solid"/>
          </a:ln>
        </p:spPr>
      </p:sp>
      <p:sp>
        <p:nvSpPr>
          <p:cNvPr id="26" name="">
            <a:extLst xmlns:a="http://schemas.openxmlformats.org/drawingml/2006/main">
              <a:ext uri="{FF2B5EF4-FFF2-40B4-BE49-F238E27FC236}">
                <a16:creationId xmlns:a16="http://schemas.microsoft.com/office/drawing/2014/main" id="{E79723D6-36FA-45E8-AC5A-431E56E9A250}"/>
              </a:ext>
            </a:extLst>
          </p:cNvPr>
          <p:cNvSpPr>
            <a:spLocks xmlns:a="http://schemas.openxmlformats.org/drawingml/2006/main" noGrp="1"/>
          </p:cNvSpPr>
          <p:nvPr/>
        </p:nvSpPr>
        <p:spPr>
          <a:xfrm xmlns:a="http://schemas.openxmlformats.org/drawingml/2006/main">
            <a:off x="9696450" y="2828925"/>
            <a:ext cx="15621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1500" b="1">
                <a:solidFill>
                  <a:srgbClr val="C74634"/>
                </a:solidFill>
              </a:defRPr>
            </a:defPPr>
            <a:lvl1pPr>
              <a:defRPr sz="1500" b="1">
                <a:solidFill>
                  <a:srgbClr val="C74634"/>
                </a:solidFill>
              </a:defRPr>
            </a:lvl1pPr>
            <a:lvl2pPr>
              <a:defRPr sz="1500" b="1">
                <a:solidFill>
                  <a:srgbClr val="C74634"/>
                </a:solidFill>
              </a:defRPr>
            </a:lvl2pPr>
            <a:lvl3pPr>
              <a:defRPr sz="1500" b="1">
                <a:solidFill>
                  <a:srgbClr val="C74634"/>
                </a:solidFill>
              </a:defRPr>
            </a:lvl3pPr>
            <a:lvl4pPr>
              <a:defRPr sz="1500" b="1">
                <a:solidFill>
                  <a:srgbClr val="C74634"/>
                </a:solidFill>
              </a:defRPr>
            </a:lvl4pPr>
            <a:lvl5pPr>
              <a:defRPr sz="1500" b="1">
                <a:solidFill>
                  <a:srgbClr val="C74634"/>
                </a:solidFill>
              </a:defRPr>
            </a:lvl5pPr>
            <a:lvl6pPr>
              <a:defRPr sz="1500" b="1">
                <a:solidFill>
                  <a:srgbClr val="C74634"/>
                </a:solidFill>
              </a:defRPr>
            </a:lvl6pPr>
            <a:lvl7pPr>
              <a:defRPr sz="1500" b="1">
                <a:solidFill>
                  <a:srgbClr val="C74634"/>
                </a:solidFill>
              </a:defRPr>
            </a:lvl7pPr>
            <a:lvl8pPr>
              <a:defRPr sz="1500" b="1">
                <a:solidFill>
                  <a:srgbClr val="C74634"/>
                </a:solidFill>
              </a:defRPr>
            </a:lvl8pPr>
            <a:lvl9pPr>
              <a:defRPr sz="1500" b="1">
                <a:solidFill>
                  <a:srgbClr val="C74634"/>
                </a:solidFill>
              </a:defRPr>
            </a:lvl9pPr>
          </a:lstStyle>
          <a:p xmlns:a="http://schemas.openxmlformats.org/drawingml/2006/main">
            <a:pPr>
              <a:defRPr sz="1500" b="1">
                <a:solidFill>
                  <a:srgbClr val="C74634"/>
                </a:solidFill>
              </a:defRPr>
            </a:pPr>
            <a:r>
              <a:rPr sz="1500" b="1">
                <a:solidFill>
                  <a:srgbClr val="C74634"/>
                </a:solidFill>
              </a:rPr>
              <a:t>05</a:t>
            </a:r>
          </a:p>
        </p:txBody>
      </p:sp>
      <p:sp>
        <p:nvSpPr>
          <p:cNvPr id="27" name="">
            <a:extLst xmlns:a="http://schemas.openxmlformats.org/drawingml/2006/main">
              <a:ext uri="{FF2B5EF4-FFF2-40B4-BE49-F238E27FC236}">
                <a16:creationId xmlns:a16="http://schemas.microsoft.com/office/drawing/2014/main" id="{D5FF6F75-DE10-434E-8187-04FB60E13135}"/>
              </a:ext>
            </a:extLst>
          </p:cNvPr>
          <p:cNvSpPr>
            <a:spLocks xmlns:a="http://schemas.openxmlformats.org/drawingml/2006/main" noGrp="1"/>
          </p:cNvSpPr>
          <p:nvPr/>
        </p:nvSpPr>
        <p:spPr>
          <a:xfrm xmlns:a="http://schemas.openxmlformats.org/drawingml/2006/main">
            <a:off x="9696450" y="3324225"/>
            <a:ext cx="15811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1875" b="1">
                <a:solidFill>
                  <a:srgbClr val="312D2A"/>
                </a:solidFill>
              </a:defRPr>
            </a:defPPr>
            <a:lvl1pPr>
              <a:defRPr sz="1875" b="1">
                <a:solidFill>
                  <a:srgbClr val="312D2A"/>
                </a:solidFill>
              </a:defRPr>
            </a:lvl1pPr>
            <a:lvl2pPr>
              <a:defRPr sz="1875" b="1">
                <a:solidFill>
                  <a:srgbClr val="312D2A"/>
                </a:solidFill>
              </a:defRPr>
            </a:lvl2pPr>
            <a:lvl3pPr>
              <a:defRPr sz="1875" b="1">
                <a:solidFill>
                  <a:srgbClr val="312D2A"/>
                </a:solidFill>
              </a:defRPr>
            </a:lvl3pPr>
            <a:lvl4pPr>
              <a:defRPr sz="1875" b="1">
                <a:solidFill>
                  <a:srgbClr val="312D2A"/>
                </a:solidFill>
              </a:defRPr>
            </a:lvl4pPr>
            <a:lvl5pPr>
              <a:defRPr sz="1875" b="1">
                <a:solidFill>
                  <a:srgbClr val="312D2A"/>
                </a:solidFill>
              </a:defRPr>
            </a:lvl5pPr>
            <a:lvl6pPr>
              <a:defRPr sz="1875" b="1">
                <a:solidFill>
                  <a:srgbClr val="312D2A"/>
                </a:solidFill>
              </a:defRPr>
            </a:lvl6pPr>
            <a:lvl7pPr>
              <a:defRPr sz="1875" b="1">
                <a:solidFill>
                  <a:srgbClr val="312D2A"/>
                </a:solidFill>
              </a:defRPr>
            </a:lvl7pPr>
            <a:lvl8pPr>
              <a:defRPr sz="1875" b="1">
                <a:solidFill>
                  <a:srgbClr val="312D2A"/>
                </a:solidFill>
              </a:defRPr>
            </a:lvl8pPr>
            <a:lvl9pPr>
              <a:defRPr sz="1875" b="1">
                <a:solidFill>
                  <a:srgbClr val="312D2A"/>
                </a:solidFill>
              </a:defRPr>
            </a:lvl9pPr>
          </a:lstStyle>
          <a:p xmlns:a="http://schemas.openxmlformats.org/drawingml/2006/main">
            <a:pPr>
              <a:defRPr sz="1875" b="1">
                <a:solidFill>
                  <a:srgbClr val="312D2A"/>
                </a:solidFill>
              </a:defRPr>
            </a:pPr>
            <a:r>
              <a:rPr sz="1875" b="1">
                <a:solidFill>
                  <a:srgbClr val="312D2A"/>
                </a:solidFill>
              </a:rPr>
              <a:t>Accept</a:t>
            </a:r>
          </a:p>
        </p:txBody>
      </p:sp>
      <p:sp>
        <p:nvSpPr>
          <p:cNvPr id="28" name="">
            <a:extLst xmlns:a="http://schemas.openxmlformats.org/drawingml/2006/main">
              <a:ext uri="{FF2B5EF4-FFF2-40B4-BE49-F238E27FC236}">
                <a16:creationId xmlns:a16="http://schemas.microsoft.com/office/drawing/2014/main" id="{F13BBED8-40FA-42B6-A3B2-8D628044925F}"/>
              </a:ext>
            </a:extLst>
          </p:cNvPr>
          <p:cNvSpPr>
            <a:spLocks xmlns:a="http://schemas.openxmlformats.org/drawingml/2006/main" noGrp="1"/>
          </p:cNvSpPr>
          <p:nvPr/>
        </p:nvSpPr>
        <p:spPr>
          <a:xfrm xmlns:a="http://schemas.openxmlformats.org/drawingml/2006/main">
            <a:off x="9696450" y="3895725"/>
            <a:ext cx="15811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1650" b="0">
                <a:solidFill>
                  <a:srgbClr val="6C655F"/>
                </a:solidFill>
              </a:defRPr>
            </a:defPPr>
            <a:lvl1pPr>
              <a:defRPr sz="1650" b="0">
                <a:solidFill>
                  <a:srgbClr val="6C655F"/>
                </a:solidFill>
              </a:defRPr>
            </a:lvl1pPr>
            <a:lvl2pPr>
              <a:defRPr sz="1650" b="0">
                <a:solidFill>
                  <a:srgbClr val="6C655F"/>
                </a:solidFill>
              </a:defRPr>
            </a:lvl2pPr>
            <a:lvl3pPr>
              <a:defRPr sz="1650" b="0">
                <a:solidFill>
                  <a:srgbClr val="6C655F"/>
                </a:solidFill>
              </a:defRPr>
            </a:lvl3pPr>
            <a:lvl4pPr>
              <a:defRPr sz="1650" b="0">
                <a:solidFill>
                  <a:srgbClr val="6C655F"/>
                </a:solidFill>
              </a:defRPr>
            </a:lvl4pPr>
            <a:lvl5pPr>
              <a:defRPr sz="1650" b="0">
                <a:solidFill>
                  <a:srgbClr val="6C655F"/>
                </a:solidFill>
              </a:defRPr>
            </a:lvl5pPr>
            <a:lvl6pPr>
              <a:defRPr sz="1650" b="0">
                <a:solidFill>
                  <a:srgbClr val="6C655F"/>
                </a:solidFill>
              </a:defRPr>
            </a:lvl6pPr>
            <a:lvl7pPr>
              <a:defRPr sz="1650" b="0">
                <a:solidFill>
                  <a:srgbClr val="6C655F"/>
                </a:solidFill>
              </a:defRPr>
            </a:lvl7pPr>
            <a:lvl8pPr>
              <a:defRPr sz="1650" b="0">
                <a:solidFill>
                  <a:srgbClr val="6C655F"/>
                </a:solidFill>
              </a:defRPr>
            </a:lvl8pPr>
            <a:lvl9pPr>
              <a:defRPr sz="1650" b="0">
                <a:solidFill>
                  <a:srgbClr val="6C655F"/>
                </a:solidFill>
              </a:defRPr>
            </a:lvl9pPr>
          </a:lstStyle>
          <a:p xmlns:a="http://schemas.openxmlformats.org/drawingml/2006/main">
            <a:pPr>
              <a:defRPr sz="1650" b="0">
                <a:solidFill>
                  <a:srgbClr val="6C655F"/>
                </a:solidFill>
              </a:defRPr>
            </a:pPr>
            <a:r>
              <a:rPr sz="1650" b="0">
                <a:solidFill>
                  <a:srgbClr val="6C655F"/>
                </a:solidFill>
              </a:rPr>
              <a:t>Analyst time</a:t>
            </a:r>
          </a:p>
          <a:p xmlns:a="http://schemas.openxmlformats.org/drawingml/2006/main">
            <a:pPr>
              <a:defRPr sz="1650" b="0">
                <a:solidFill>
                  <a:srgbClr val="6C655F"/>
                </a:solidFill>
              </a:defRPr>
            </a:pPr>
            <a:r>
              <a:rPr sz="1650" b="0">
                <a:solidFill>
                  <a:srgbClr val="6C655F"/>
                </a:solidFill>
              </a:rPr>
              <a:t>and rework</a:t>
            </a:r>
          </a:p>
        </p:txBody>
      </p:sp>
      <p:sp>
        <p:nvSpPr>
          <p:cNvPr id="29" name="">
            <a:extLst xmlns:a="http://schemas.openxmlformats.org/drawingml/2006/main">
              <a:ext uri="{FF2B5EF4-FFF2-40B4-BE49-F238E27FC236}">
                <a16:creationId xmlns:a16="http://schemas.microsoft.com/office/drawing/2014/main" id="{76B1AC49-CE77-42BE-8890-91C310FA2DF1}"/>
              </a:ext>
            </a:extLst>
          </p:cNvPr>
          <p:cNvSpPr>
            <a:spLocks xmlns:a="http://schemas.openxmlformats.org/drawingml/2006/main" noGrp="1"/>
          </p:cNvSpPr>
          <p:nvPr/>
        </p:nvSpPr>
        <p:spPr>
          <a:xfrm xmlns:a="http://schemas.openxmlformats.org/drawingml/2006/main">
            <a:off x="762000" y="5276850"/>
            <a:ext cx="10668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1575" b="0">
                <a:solidFill>
                  <a:srgbClr val="312D2A"/>
                </a:solidFill>
              </a:defRPr>
            </a:defPPr>
            <a:lvl1pPr>
              <a:defRPr sz="1575" b="0">
                <a:solidFill>
                  <a:srgbClr val="312D2A"/>
                </a:solidFill>
              </a:defRPr>
            </a:lvl1pPr>
            <a:lvl2pPr>
              <a:defRPr sz="1575" b="0">
                <a:solidFill>
                  <a:srgbClr val="312D2A"/>
                </a:solidFill>
              </a:defRPr>
            </a:lvl2pPr>
            <a:lvl3pPr>
              <a:defRPr sz="1575" b="0">
                <a:solidFill>
                  <a:srgbClr val="312D2A"/>
                </a:solidFill>
              </a:defRPr>
            </a:lvl3pPr>
            <a:lvl4pPr>
              <a:defRPr sz="1575" b="0">
                <a:solidFill>
                  <a:srgbClr val="312D2A"/>
                </a:solidFill>
              </a:defRPr>
            </a:lvl4pPr>
            <a:lvl5pPr>
              <a:defRPr sz="1575" b="0">
                <a:solidFill>
                  <a:srgbClr val="312D2A"/>
                </a:solidFill>
              </a:defRPr>
            </a:lvl5pPr>
            <a:lvl6pPr>
              <a:defRPr sz="1575" b="0">
                <a:solidFill>
                  <a:srgbClr val="312D2A"/>
                </a:solidFill>
              </a:defRPr>
            </a:lvl6pPr>
            <a:lvl7pPr>
              <a:defRPr sz="1575" b="0">
                <a:solidFill>
                  <a:srgbClr val="312D2A"/>
                </a:solidFill>
              </a:defRPr>
            </a:lvl7pPr>
            <a:lvl8pPr>
              <a:defRPr sz="1575" b="0">
                <a:solidFill>
                  <a:srgbClr val="312D2A"/>
                </a:solidFill>
              </a:defRPr>
            </a:lvl8pPr>
            <a:lvl9pPr>
              <a:defRPr sz="1575" b="0">
                <a:solidFill>
                  <a:srgbClr val="312D2A"/>
                </a:solidFill>
              </a:defRPr>
            </a:lvl9pPr>
          </a:lstStyle>
          <a:p xmlns:a="http://schemas.openxmlformats.org/drawingml/2006/main">
            <a:pPr>
              <a:defRPr sz="1575" b="0">
                <a:solidFill>
                  <a:srgbClr val="312D2A"/>
                </a:solidFill>
              </a:defRPr>
            </a:pPr>
            <a:r>
              <a:rPr sz="1575" b="0">
                <a:solidFill>
                  <a:srgbClr val="312D2A"/>
                </a:solidFill>
              </a:rPr>
              <a:t>Next proof: reconcile a fresh hybrid answer, validate changed-data publication, then record the complete walkthrough.</a:t>
            </a:r>
          </a:p>
        </p:txBody>
      </p:sp>
      <p:sp>
        <p:nvSpPr>
          <p:cNvPr id="30" name="">
            <a:extLst xmlns:a="http://schemas.openxmlformats.org/drawingml/2006/main">
              <a:ext uri="{FF2B5EF4-FFF2-40B4-BE49-F238E27FC236}">
                <a16:creationId xmlns:a16="http://schemas.microsoft.com/office/drawing/2014/main" id="{B55809EE-C71D-4389-9D60-DBD718BBFBB8}"/>
              </a:ext>
            </a:extLst>
          </p:cNvPr>
          <p:cNvSpPr>
            <a:spLocks xmlns:a="http://schemas.openxmlformats.org/drawingml/2006/main" noGrp="1"/>
          </p:cNvSpPr>
          <p:nvPr/>
        </p:nvSpPr>
        <p:spPr>
          <a:xfrm xmlns:a="http://schemas.openxmlformats.org/drawingml/2006/main">
            <a:off x="762000" y="5867400"/>
            <a:ext cx="106680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1275" b="1">
                <a:solidFill>
                  <a:srgbClr val="315F70"/>
                </a:solidFill>
              </a:defRPr>
            </a:defPPr>
            <a:lvl1pPr>
              <a:defRPr sz="1275" b="1">
                <a:solidFill>
                  <a:srgbClr val="315F70"/>
                </a:solidFill>
              </a:defRPr>
            </a:lvl1pPr>
            <a:lvl2pPr>
              <a:defRPr sz="1275" b="1">
                <a:solidFill>
                  <a:srgbClr val="315F70"/>
                </a:solidFill>
              </a:defRPr>
            </a:lvl2pPr>
            <a:lvl3pPr>
              <a:defRPr sz="1275" b="1">
                <a:solidFill>
                  <a:srgbClr val="315F70"/>
                </a:solidFill>
              </a:defRPr>
            </a:lvl3pPr>
            <a:lvl4pPr>
              <a:defRPr sz="1275" b="1">
                <a:solidFill>
                  <a:srgbClr val="315F70"/>
                </a:solidFill>
              </a:defRPr>
            </a:lvl4pPr>
            <a:lvl5pPr>
              <a:defRPr sz="1275" b="1">
                <a:solidFill>
                  <a:srgbClr val="315F70"/>
                </a:solidFill>
              </a:defRPr>
            </a:lvl5pPr>
            <a:lvl6pPr>
              <a:defRPr sz="1275" b="1">
                <a:solidFill>
                  <a:srgbClr val="315F70"/>
                </a:solidFill>
              </a:defRPr>
            </a:lvl6pPr>
            <a:lvl7pPr>
              <a:defRPr sz="1275" b="1">
                <a:solidFill>
                  <a:srgbClr val="315F70"/>
                </a:solidFill>
              </a:defRPr>
            </a:lvl7pPr>
            <a:lvl8pPr>
              <a:defRPr sz="1275" b="1">
                <a:solidFill>
                  <a:srgbClr val="315F70"/>
                </a:solidFill>
              </a:defRPr>
            </a:lvl8pPr>
            <a:lvl9pPr>
              <a:defRPr sz="1275" b="1">
                <a:solidFill>
                  <a:srgbClr val="315F70"/>
                </a:solidFill>
              </a:defRPr>
            </a:lvl9pPr>
          </a:lstStyle>
          <a:p xmlns:a="http://schemas.openxmlformats.org/drawingml/2006/main">
            <a:pPr>
              <a:defRPr sz="1275" b="1">
                <a:solidFill>
                  <a:srgbClr val="315F70"/>
                </a:solidFill>
              </a:defRPr>
            </a:pPr>
            <a:r>
              <a:rPr sz="1275" b="1">
                <a:solidFill>
                  <a:srgbClr val="315F70"/>
                </a:solidFill>
              </a:rPr>
              <a:t>Notebooks • SQL / RAG / Prompt • OAC recipe • A2A client • Hosted acceptance</a:t>
            </a:r>
          </a:p>
        </p:txBody>
      </p:sp>
    </p:spTree>
    <p:extLst>
      <p:ext uri="{BB962C8B-B14F-4D97-AF65-F5344CB8AC3E}">
        <p14:creationId xmlns:p14="http://schemas.microsoft.com/office/powerpoint/2010/main" val="971058969"/>
      </p:ext>
    </p:extLst>
  </p:cSld>
</p:sld>
</file>

<file path=ppt/slides/slide10.xml><?xml version="1.0" encoding="utf-8"?>
<p:sld xmlns:p="http://schemas.openxmlformats.org/presentationml/2006/main">
  <p:cSld>
    <p:spTree>
      <p:nvGrpSpPr>
        <p:cNvPr id="1" name=""/>
        <p:cNvGrpSpPr/>
        <p:nvPr/>
      </p:nvGrpSpPr>
      <p:grpSpPr>
        <a:xfrm xmlns:a="http://schemas.openxmlformats.org/drawingml/2006/main"/>
      </p:grpSpPr>
      <p:sp>
        <p:nvSpPr>
          <p:cNvPr id="3" name="TextBox 2">
            <a:extLst xmlns:a="http://schemas.openxmlformats.org/drawingml/2006/main">
              <a:ext uri="{FF2B5EF4-FFF2-40B4-BE49-F238E27FC236}">
                <a16:creationId xmlns:a16="http://schemas.microsoft.com/office/drawing/2014/main" id="{20BCD830-FD8D-4BBD-989C-5E9E97CD307D}"/>
              </a:ext>
            </a:extLst>
          </p:cNvPr>
          <p:cNvSpPr>
            <a:spLocks xmlns:a="http://schemas.openxmlformats.org/drawingml/2006/main" noGrp="1"/>
          </p:cNvSpPr>
          <p:nvPr/>
        </p:nvSpPr>
        <p:spPr>
          <a:xfrm xmlns:a="http://schemas.openxmlformats.org/drawingml/2006/main">
            <a:off x="758952" y="6428232"/>
            <a:ext cx="274320" cy="219456"/>
          </a:xfrm>
          <a:prstGeom xmlns:a="http://schemas.openxmlformats.org/drawingml/2006/main" prst="rect">
            <a:avLst/>
          </a:prstGeom>
          <a:noFill xmlns:a="http://schemas.openxmlformats.org/drawingml/2006/main"/>
        </p:spPr>
        <p:txBody>
          <a:bodyPr xmlns:a="http://schemas.openxmlformats.org/drawingml/2006/main" wrap="none" lIns="0" tIns="0" rIns="0" bIns="0" anchor="ctr">
            <a:spAutoFit/>
          </a:bodyPr>
          <a:lstStyle xmlns:a="http://schemas.openxmlformats.org/drawingml/2006/main"/>
          <a:p xmlns:a="http://schemas.openxmlformats.org/drawingml/2006/main">
            <a:pPr>
              <a:buNone/>
              <a:defRPr sz="900">
                <a:solidFill>
                  <a:srgbClr val="666666"/>
                </a:solidFill>
              </a:defRPr>
            </a:pPr>
            <a:r>
              <a:t>10</a:t>
            </a:r>
          </a:p>
        </p:txBody>
      </p:sp>
    </p:spTree>
    <p:extLst>
      <p:ext uri="{BB962C8B-B14F-4D97-AF65-F5344CB8AC3E}">
        <p14:creationId xmlns:p14="http://schemas.microsoft.com/office/powerpoint/2010/main" val="1749765388"/>
      </p:ext>
    </p:extLst>
  </p:cSld>
</p:sld>
</file>

<file path=ppt/theme/theme1.xml><?xml version="1.0" encoding="utf-8"?>
<a:theme xmlns:a="http://schemas.openxmlformats.org/drawingml/2006/main" name="Oracle-FY26-7.9">
  <a:themeElements>
    <a:clrScheme name="Custom 43">
      <a:dk1>
        <a:srgbClr val="2A2F2F"/>
      </a:dk1>
      <a:lt1>
        <a:srgbClr val="FFFFFF"/>
      </a:lt1>
      <a:dk2>
        <a:srgbClr val="2A2F2F"/>
      </a:dk2>
      <a:lt2>
        <a:srgbClr val="FBF9F8"/>
      </a:lt2>
      <a:accent1>
        <a:srgbClr val="04536F"/>
      </a:accent1>
      <a:accent2>
        <a:srgbClr val="6C3F49"/>
      </a:accent2>
      <a:accent3>
        <a:srgbClr val="C74634"/>
      </a:accent3>
      <a:accent4>
        <a:srgbClr val="F0CC71"/>
      </a:accent4>
      <a:accent5>
        <a:srgbClr val="89B2B0"/>
      </a:accent5>
      <a:accent6>
        <a:srgbClr val="86B596"/>
      </a:accent6>
      <a:hlink>
        <a:srgbClr val="00688C"/>
      </a:hlink>
      <a:folHlink>
        <a:srgbClr val="F0CC71"/>
      </a:folHlink>
    </a:clrScheme>
    <a:fontScheme name="Oracle Pillars">
      <a:majorFont>
        <a:latin typeface="Georgia"/>
        <a:ea typeface=""/>
        <a:cs typeface=""/>
      </a:majorFont>
      <a:minorFont>
        <a:latin typeface="Oracle Sans Tab"/>
        <a:ea typeface=""/>
        <a:cs typeface=""/>
      </a:minorFont>
    </a:fontScheme>
    <a:fmtScheme name="Custom 43">
      <a:fillStyleLst>
        <a:solidFill>
          <a:schemeClr val="phClr"/>
        </a:solidFill>
        <a:solidFill>
          <a:schemeClr val="phClr">
            <a:tint val="50000"/>
          </a:schemeClr>
        </a:solidFill>
        <a:solidFill>
          <a:schemeClr val="phClr">
            <a:shade val="65000"/>
          </a:schemeClr>
        </a:solidFill>
      </a:fillStyleLst>
      <a:lnStyleLst>
        <a:ln w="3175">
          <a:solidFill>
            <a:schemeClr val="phClr">
              <a:shade val="65000"/>
            </a:schemeClr>
          </a:solidFill>
          <a:prstDash val="solid"/>
        </a:ln>
        <a:ln w="3175">
          <a:solidFill>
            <a:schemeClr val="phClr"/>
          </a:solidFill>
          <a:prstDash val="solid"/>
        </a:ln>
        <a:ln w="0">
          <a:noFill/>
        </a:ln>
      </a:lnStyleLst>
      <a:effectStyleLst>
        <a:effectStyle>
          <a:effectLst/>
        </a:effectStyle>
        <a:effectStyle>
          <a:effectLst/>
        </a:effectStyle>
        <a:effectStyle>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2026-10-18T06:21:13.2160000Z</dcterms:created>
  <dcterms:modified xsi:type="dcterms:W3CDTF">2026-10-18T06:21:13.2160000Z</dcterms:modified>
</coreProperties>
</file>